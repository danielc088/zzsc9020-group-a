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4"/>
  </p:notesMasterIdLst>
  <p:sldIdLst>
    <p:sldId id="256" r:id="rId2"/>
    <p:sldId id="258" r:id="rId3"/>
    <p:sldId id="259" r:id="rId4"/>
    <p:sldId id="257" r:id="rId5"/>
    <p:sldId id="260" r:id="rId6"/>
    <p:sldId id="261" r:id="rId7"/>
    <p:sldId id="262" r:id="rId8"/>
    <p:sldId id="283" r:id="rId9"/>
    <p:sldId id="284" r:id="rId10"/>
    <p:sldId id="263" r:id="rId11"/>
    <p:sldId id="264" r:id="rId12"/>
    <p:sldId id="279" r:id="rId13"/>
    <p:sldId id="280" r:id="rId14"/>
    <p:sldId id="281" r:id="rId15"/>
    <p:sldId id="265" r:id="rId16"/>
    <p:sldId id="277" r:id="rId17"/>
    <p:sldId id="278" r:id="rId18"/>
    <p:sldId id="266" r:id="rId19"/>
    <p:sldId id="285" r:id="rId20"/>
    <p:sldId id="303" r:id="rId21"/>
    <p:sldId id="295" r:id="rId22"/>
    <p:sldId id="296" r:id="rId23"/>
    <p:sldId id="312" r:id="rId24"/>
    <p:sldId id="313" r:id="rId25"/>
    <p:sldId id="298" r:id="rId26"/>
    <p:sldId id="299" r:id="rId27"/>
    <p:sldId id="300" r:id="rId28"/>
    <p:sldId id="302" r:id="rId29"/>
    <p:sldId id="282" r:id="rId30"/>
    <p:sldId id="291" r:id="rId31"/>
    <p:sldId id="292" r:id="rId32"/>
    <p:sldId id="269" r:id="rId33"/>
    <p:sldId id="270" r:id="rId34"/>
    <p:sldId id="271" r:id="rId35"/>
    <p:sldId id="304" r:id="rId36"/>
    <p:sldId id="305" r:id="rId37"/>
    <p:sldId id="309" r:id="rId38"/>
    <p:sldId id="272" r:id="rId39"/>
    <p:sldId id="310" r:id="rId40"/>
    <p:sldId id="306" r:id="rId41"/>
    <p:sldId id="308" r:id="rId42"/>
    <p:sldId id="273" r:id="rId43"/>
    <p:sldId id="307" r:id="rId44"/>
    <p:sldId id="311" r:id="rId45"/>
    <p:sldId id="274" r:id="rId46"/>
    <p:sldId id="275" r:id="rId47"/>
    <p:sldId id="314" r:id="rId48"/>
    <p:sldId id="315" r:id="rId49"/>
    <p:sldId id="316" r:id="rId50"/>
    <p:sldId id="317" r:id="rId51"/>
    <p:sldId id="318" r:id="rId52"/>
    <p:sldId id="276" r:id="rId5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1pPr>
    <a:lvl2pPr marL="0" marR="0" indent="4572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2pPr>
    <a:lvl3pPr marL="0" marR="0" indent="9144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3pPr>
    <a:lvl4pPr marL="0" marR="0" indent="13716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4pPr>
    <a:lvl5pPr marL="0" marR="0" indent="18288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5pPr>
    <a:lvl6pPr marL="0" marR="0" indent="22860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6pPr>
    <a:lvl7pPr marL="0" marR="0" indent="27432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7pPr>
    <a:lvl8pPr marL="0" marR="0" indent="32004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8pPr>
    <a:lvl9pPr marL="0" marR="0" indent="365760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7043"/>
    <a:srgbClr val="FFFFFF"/>
    <a:srgbClr val="FCD2CE"/>
    <a:srgbClr val="C7FFBC"/>
    <a:srgbClr val="A6C4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81" dt="2026-10-10T07:14:18.430"/>
    <p1510:client id="{407E4D73-1814-5943-BE63-870134EDE2C3}" v="2061" dt="2026-10-10T09:56:51.088"/>
    <p1510:client id="{7F479BEF-532E-B833-B1AF-B406C3BD1FCB}" v="151" dt="2026-10-09T12:04:57.326"/>
    <p1510:client id="{80C32AFC-72D3-485C-8167-B47649C3D979}" v="1" dt="2026-10-10T23:26:32.028"/>
    <p1510:client id="{C0370112-AEEB-6322-A1AE-2E00E7D56F84}" v="253" dt="2026-10-09T20:12:53.685"/>
    <p1510:client id="{CA6BE8BE-C693-E44C-FEAA-4128BD9AC8B7}" v="15" dt="2026-10-10T08:22:52.881"/>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Graphik"/>
          <a:ea typeface="Graphik"/>
          <a:cs typeface="Graphik"/>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47676"/>
          </a:solidFill>
        </a:fill>
      </a:tcStyle>
    </a:band2H>
    <a:firstCol>
      <a:tcTxStyle b="on" i="off">
        <a:fontRef idx="minor">
          <a:srgbClr val="FFFFFF"/>
        </a:fontRef>
        <a:srgbClr val="FFFFFF"/>
      </a:tcTxStyle>
      <a:tcStyle>
        <a:tcBdr>
          <a:left>
            <a:ln w="12700" cap="flat">
              <a:solidFill>
                <a:srgbClr val="FFFFFF"/>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Row>
  </a:tblStyle>
  <a:tblStyle styleId="{C7B018BB-80A7-4F77-B60F-C8B233D01FF8}" styleName="">
    <a:tblBg/>
    <a:wholeTbl>
      <a:tcTxStyle b="off" i="off">
        <a:font>
          <a:latin typeface="Graphik"/>
          <a:ea typeface="Graphik"/>
          <a:cs typeface="Graphik"/>
        </a:font>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a:tcStyle>
        <a:tcBdr/>
        <a:fill>
          <a:solidFill>
            <a:srgbClr val="747676"/>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25400" cap="flat">
              <a:solidFill>
                <a:srgbClr val="FFFFFF"/>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firstCol>
    <a:lastRow>
      <a:tcTxStyle b="off" i="off">
        <a:font>
          <a:latin typeface="Graphik"/>
          <a:ea typeface="Graphik"/>
          <a:cs typeface="Graphik"/>
        </a:font>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rgbClr val="00A1FF"/>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solidFill>
            <a:srgbClr val="014D80"/>
          </a:solidFill>
        </a:fill>
      </a:tcStyle>
    </a:firstRow>
  </a:tblStyle>
  <a:tblStyle styleId="{EEE7283C-3CF3-47DC-8721-378D4A62B228}" styleName="">
    <a:tblBg/>
    <a:wholeTbl>
      <a:tcTxStyle b="off" i="off">
        <a:font>
          <a:latin typeface="Graphik"/>
          <a:ea typeface="Graphik"/>
          <a:cs typeface="Graphik"/>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47676"/>
          </a:solidFill>
        </a:fill>
      </a:tcStyle>
    </a:band2H>
    <a:firstCol>
      <a:tcTxStyle b="off" i="off">
        <a:font>
          <a:latin typeface="Graphik Medium"/>
          <a:ea typeface="Graphik Medium"/>
          <a:cs typeface="Graphik Medium"/>
        </a:font>
        <a:srgbClr val="FFFFFF"/>
      </a:tcTxStyle>
      <a:tcStyle>
        <a:tcBdr>
          <a:left>
            <a:ln w="12700" cap="flat">
              <a:solidFill>
                <a:srgbClr val="A9A9A9"/>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13B100"/>
          </a:solidFill>
        </a:fill>
      </a:tcStyle>
    </a:firstCol>
    <a:lastRow>
      <a:tcTxStyle b="off" i="off">
        <a:font>
          <a:latin typeface="Graphik"/>
          <a:ea typeface="Graphik"/>
          <a:cs typeface="Graphik"/>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61D836"/>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ff" i="off">
        <a:font>
          <a:latin typeface="Graphik Medium"/>
          <a:ea typeface="Graphik Medium"/>
          <a:cs typeface="Graphik Medium"/>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chemeClr val="accent3">
              <a:hueOff val="552055"/>
              <a:lumOff val="-12548"/>
            </a:schemeClr>
          </a:solidFill>
        </a:fill>
      </a:tcStyle>
    </a:firstRow>
  </a:tblStyle>
  <a:tblStyle styleId="{CF821DB8-F4EB-4A41-A1BA-3FCAFE7338EE}" styleName="">
    <a:tblBg/>
    <a:wholeTbl>
      <a:tcTxStyle b="off" i="off">
        <a:font>
          <a:latin typeface="Graphik"/>
          <a:ea typeface="Graphik"/>
          <a:cs typeface="Graphik"/>
        </a:font>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a:tcStyle>
        <a:tcBdr/>
        <a:fill>
          <a:solidFill>
            <a:srgbClr val="747676"/>
          </a:solidFill>
        </a:fill>
      </a:tcStyle>
    </a:band2H>
    <a:firstCol>
      <a:tcTxStyle b="off" i="off">
        <a:font>
          <a:latin typeface="Graphik Medium"/>
          <a:ea typeface="Graphik Medium"/>
          <a:cs typeface="Graphik Medium"/>
        </a:font>
        <a:srgbClr val="000000"/>
      </a:tcTxStyle>
      <a:tcStyle>
        <a:tcBdr>
          <a:left>
            <a:ln w="12700" cap="flat">
              <a:solidFill>
                <a:srgbClr val="E3E5E8"/>
              </a:solidFill>
              <a:prstDash val="solid"/>
              <a:miter lim="400000"/>
            </a:ln>
          </a:left>
          <a:right>
            <a:ln w="254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chemeClr val="accent4">
              <a:hueOff val="-613784"/>
              <a:lumOff val="1275"/>
            </a:schemeClr>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4">
                  <a:hueOff val="-613784"/>
                  <a:lumOff val="1275"/>
                </a:schemeClr>
              </a:solidFill>
              <a:prstDash val="solid"/>
              <a:miter lim="400000"/>
            </a:ln>
          </a:top>
          <a:bottom>
            <a:ln w="12700" cap="flat">
              <a:solidFill>
                <a:srgbClr val="E3E5E8"/>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ff" i="off">
        <a:font>
          <a:latin typeface="Graphik Medium"/>
          <a:ea typeface="Graphik Medium"/>
          <a:cs typeface="Graphik Medium"/>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E3E5E8"/>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FF5300"/>
          </a:solidFill>
        </a:fill>
      </a:tcStyle>
    </a:firstRow>
  </a:tblStyle>
  <a:tblStyle styleId="{33BA23B1-9221-436E-865A-0063620EA4FD}" styleName="">
    <a:tblBg/>
    <a:wholeTbl>
      <a:tcTxStyle b="off" i="off">
        <a:font>
          <a:latin typeface="Graphik"/>
          <a:ea typeface="Graphik"/>
          <a:cs typeface="Graphik"/>
        </a:font>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noFill/>
        </a:fill>
      </a:tcStyle>
    </a:wholeTbl>
    <a:band2H>
      <a:tcTxStyle/>
      <a:tcStyle>
        <a:tcBdr/>
        <a:fill>
          <a:solidFill>
            <a:srgbClr val="747676"/>
          </a:solidFill>
        </a:fill>
      </a:tcStyle>
    </a:band2H>
    <a:firstCol>
      <a:tcTxStyle b="on" i="off">
        <a:fontRef idx="minor">
          <a:srgbClr val="FFFFFF"/>
        </a:fontRef>
        <a:srgbClr val="FFFFFF"/>
      </a:tcTxStyle>
      <a:tcStyle>
        <a:tcBdr>
          <a:left>
            <a:ln w="12700" cap="flat">
              <a:solidFill>
                <a:srgbClr val="A6AAA9"/>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98195F"/>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6"/>
              </a:solidFill>
              <a:prstDash val="solid"/>
              <a:miter lim="400000"/>
            </a:ln>
          </a:top>
          <a:bottom>
            <a:ln w="12700" cap="flat">
              <a:solidFill>
                <a:srgbClr val="A6AA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A6AAA9"/>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650E48"/>
          </a:solidFill>
        </a:fill>
      </a:tcStyle>
    </a:firstRow>
  </a:tblStyle>
  <a:tblStyle styleId="{2708684C-4D16-4618-839F-0558EEFCDFE6}" styleName="">
    <a:tblBg/>
    <a:wholeTbl>
      <a:tcTxStyle b="off" i="off">
        <a:font>
          <a:latin typeface="Graphik"/>
          <a:ea typeface="Graphik"/>
          <a:cs typeface="Graphik"/>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47676"/>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64646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4" d="100"/>
          <a:sy n="54" d="100"/>
        </p:scale>
        <p:origin x="7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iza Mumtaz" userId="S::z5657874@ad.unsw.edu.au::4934c3b7-3af5-449b-ae86-5201ecd9ca1a" providerId="AD" clId="Web-{C0370112-AEEB-6322-A1AE-2E00E7D56F84}"/>
    <pc:docChg chg="addSld delSld modSld">
      <pc:chgData name="Faiza Mumtaz" userId="S::z5657874@ad.unsw.edu.au::4934c3b7-3af5-449b-ae86-5201ecd9ca1a" providerId="AD" clId="Web-{C0370112-AEEB-6322-A1AE-2E00E7D56F84}" dt="2026-10-09T20:12:53.685" v="197" actId="1076"/>
      <pc:docMkLst>
        <pc:docMk/>
      </pc:docMkLst>
      <pc:sldChg chg="addSp modSp del">
        <pc:chgData name="Faiza Mumtaz" userId="S::z5657874@ad.unsw.edu.au::4934c3b7-3af5-449b-ae86-5201ecd9ca1a" providerId="AD" clId="Web-{C0370112-AEEB-6322-A1AE-2E00E7D56F84}" dt="2026-10-09T20:06:43.846" v="188"/>
        <pc:sldMkLst>
          <pc:docMk/>
          <pc:sldMk cId="0" sldId="267"/>
        </pc:sldMkLst>
        <pc:grpChg chg="add mod">
          <ac:chgData name="Faiza Mumtaz" userId="S::z5657874@ad.unsw.edu.au::4934c3b7-3af5-449b-ae86-5201ecd9ca1a" providerId="AD" clId="Web-{C0370112-AEEB-6322-A1AE-2E00E7D56F84}" dt="2026-10-09T19:06:04.301" v="6" actId="1076"/>
          <ac:grpSpMkLst>
            <pc:docMk/>
            <pc:sldMk cId="0" sldId="267"/>
            <ac:grpSpMk id="12" creationId="{6C2483B4-1C12-C5A4-24A5-79F443A893FB}"/>
          </ac:grpSpMkLst>
        </pc:grpChg>
      </pc:sldChg>
      <pc:sldChg chg="addSp modSp del">
        <pc:chgData name="Faiza Mumtaz" userId="S::z5657874@ad.unsw.edu.au::4934c3b7-3af5-449b-ae86-5201ecd9ca1a" providerId="AD" clId="Web-{C0370112-AEEB-6322-A1AE-2E00E7D56F84}" dt="2026-10-09T20:02:35.338" v="173"/>
        <pc:sldMkLst>
          <pc:docMk/>
          <pc:sldMk cId="0" sldId="268"/>
        </pc:sldMkLst>
        <pc:spChg chg="mod">
          <ac:chgData name="Faiza Mumtaz" userId="S::z5657874@ad.unsw.edu.au::4934c3b7-3af5-449b-ae86-5201ecd9ca1a" providerId="AD" clId="Web-{C0370112-AEEB-6322-A1AE-2E00E7D56F84}" dt="2026-10-09T19:18:10.483" v="32" actId="1076"/>
          <ac:spMkLst>
            <pc:docMk/>
            <pc:sldMk cId="0" sldId="268"/>
            <ac:spMk id="4" creationId="{4F1136CB-01E1-8A59-2E08-29502A5F58AF}"/>
          </ac:spMkLst>
        </pc:spChg>
        <pc:grpChg chg="add mod">
          <ac:chgData name="Faiza Mumtaz" userId="S::z5657874@ad.unsw.edu.au::4934c3b7-3af5-449b-ae86-5201ecd9ca1a" providerId="AD" clId="Web-{C0370112-AEEB-6322-A1AE-2E00E7D56F84}" dt="2026-10-09T19:54:46.231" v="144" actId="1076"/>
          <ac:grpSpMkLst>
            <pc:docMk/>
            <pc:sldMk cId="0" sldId="268"/>
            <ac:grpSpMk id="14" creationId="{6B5A880C-1998-CA76-C604-D23330B1C739}"/>
          </ac:grpSpMkLst>
        </pc:grpChg>
        <pc:cxnChg chg="add mod">
          <ac:chgData name="Faiza Mumtaz" userId="S::z5657874@ad.unsw.edu.au::4934c3b7-3af5-449b-ae86-5201ecd9ca1a" providerId="AD" clId="Web-{C0370112-AEEB-6322-A1AE-2E00E7D56F84}" dt="2026-10-09T19:52:30.180" v="142" actId="14100"/>
          <ac:cxnSpMkLst>
            <pc:docMk/>
            <pc:sldMk cId="0" sldId="268"/>
            <ac:cxnSpMk id="17" creationId="{0DE17024-416E-DD82-1D91-EEA65E4B7760}"/>
          </ac:cxnSpMkLst>
        </pc:cxnChg>
        <pc:cxnChg chg="add">
          <ac:chgData name="Faiza Mumtaz" userId="S::z5657874@ad.unsw.edu.au::4934c3b7-3af5-449b-ae86-5201ecd9ca1a" providerId="AD" clId="Web-{C0370112-AEEB-6322-A1AE-2E00E7D56F84}" dt="2026-10-09T19:54:01.964" v="143"/>
          <ac:cxnSpMkLst>
            <pc:docMk/>
            <pc:sldMk cId="0" sldId="268"/>
            <ac:cxnSpMk id="19" creationId="{2E7828DE-DE11-9B9C-7E4A-18D097FDAF35}"/>
          </ac:cxnSpMkLst>
        </pc:cxnChg>
      </pc:sldChg>
      <pc:sldChg chg="addSp modSp">
        <pc:chgData name="Faiza Mumtaz" userId="S::z5657874@ad.unsw.edu.au::4934c3b7-3af5-449b-ae86-5201ecd9ca1a" providerId="AD" clId="Web-{C0370112-AEEB-6322-A1AE-2E00E7D56F84}" dt="2026-10-09T19:23:46.024" v="47" actId="1076"/>
        <pc:sldMkLst>
          <pc:docMk/>
          <pc:sldMk cId="0" sldId="269"/>
        </pc:sldMkLst>
        <pc:grpChg chg="add mod">
          <ac:chgData name="Faiza Mumtaz" userId="S::z5657874@ad.unsw.edu.au::4934c3b7-3af5-449b-ae86-5201ecd9ca1a" providerId="AD" clId="Web-{C0370112-AEEB-6322-A1AE-2E00E7D56F84}" dt="2026-10-09T19:23:46.024" v="47" actId="1076"/>
          <ac:grpSpMkLst>
            <pc:docMk/>
            <pc:sldMk cId="0" sldId="269"/>
            <ac:grpSpMk id="11" creationId="{A68538EB-AC62-698B-7AD3-CFF8C25ED3E8}"/>
          </ac:grpSpMkLst>
        </pc:grpChg>
      </pc:sldChg>
      <pc:sldChg chg="addSp modSp">
        <pc:chgData name="Faiza Mumtaz" userId="S::z5657874@ad.unsw.edu.au::4934c3b7-3af5-449b-ae86-5201ecd9ca1a" providerId="AD" clId="Web-{C0370112-AEEB-6322-A1AE-2E00E7D56F84}" dt="2026-10-09T19:21:20.082" v="39" actId="1076"/>
        <pc:sldMkLst>
          <pc:docMk/>
          <pc:sldMk cId="2268933597" sldId="282"/>
        </pc:sldMkLst>
        <pc:grpChg chg="add mod">
          <ac:chgData name="Faiza Mumtaz" userId="S::z5657874@ad.unsw.edu.au::4934c3b7-3af5-449b-ae86-5201ecd9ca1a" providerId="AD" clId="Web-{C0370112-AEEB-6322-A1AE-2E00E7D56F84}" dt="2026-10-09T19:21:20.082" v="39" actId="1076"/>
          <ac:grpSpMkLst>
            <pc:docMk/>
            <pc:sldMk cId="2268933597" sldId="282"/>
            <ac:grpSpMk id="15" creationId="{8CC114A3-7327-4557-ED05-6CB87F4FBAFB}"/>
          </ac:grpSpMkLst>
        </pc:grpChg>
      </pc:sldChg>
      <pc:sldChg chg="addSp delSp modSp add replId">
        <pc:chgData name="Faiza Mumtaz" userId="S::z5657874@ad.unsw.edu.au::4934c3b7-3af5-449b-ae86-5201ecd9ca1a" providerId="AD" clId="Web-{C0370112-AEEB-6322-A1AE-2E00E7D56F84}" dt="2026-10-09T20:07:03.721" v="190" actId="1076"/>
        <pc:sldMkLst>
          <pc:docMk/>
          <pc:sldMk cId="3228747977" sldId="285"/>
        </pc:sldMkLst>
        <pc:spChg chg="mod">
          <ac:chgData name="Faiza Mumtaz" userId="S::z5657874@ad.unsw.edu.au::4934c3b7-3af5-449b-ae86-5201ecd9ca1a" providerId="AD" clId="Web-{C0370112-AEEB-6322-A1AE-2E00E7D56F84}" dt="2026-10-09T19:44:06.471" v="127" actId="14100"/>
          <ac:spMkLst>
            <pc:docMk/>
            <pc:sldMk cId="3228747977" sldId="285"/>
            <ac:spMk id="4" creationId="{5FAB2257-0080-7F15-B44C-FA8AB0005E9D}"/>
          </ac:spMkLst>
        </pc:spChg>
        <pc:spChg chg="add mod">
          <ac:chgData name="Faiza Mumtaz" userId="S::z5657874@ad.unsw.edu.au::4934c3b7-3af5-449b-ae86-5201ecd9ca1a" providerId="AD" clId="Web-{C0370112-AEEB-6322-A1AE-2E00E7D56F84}" dt="2026-10-09T19:37:30.720" v="91" actId="1076"/>
          <ac:spMkLst>
            <pc:docMk/>
            <pc:sldMk cId="3228747977" sldId="285"/>
            <ac:spMk id="18" creationId="{9DD8804C-DA66-A33F-4704-0682DCDB60BE}"/>
          </ac:spMkLst>
        </pc:spChg>
        <pc:spChg chg="add mod">
          <ac:chgData name="Faiza Mumtaz" userId="S::z5657874@ad.unsw.edu.au::4934c3b7-3af5-449b-ae86-5201ecd9ca1a" providerId="AD" clId="Web-{C0370112-AEEB-6322-A1AE-2E00E7D56F84}" dt="2026-10-09T19:41:02.726" v="122" actId="14100"/>
          <ac:spMkLst>
            <pc:docMk/>
            <pc:sldMk cId="3228747977" sldId="285"/>
            <ac:spMk id="21" creationId="{F61D7A7E-5ED2-E397-D0C4-2297F06D1D4D}"/>
          </ac:spMkLst>
        </pc:spChg>
        <pc:grpChg chg="add mod">
          <ac:chgData name="Faiza Mumtaz" userId="S::z5657874@ad.unsw.edu.au::4934c3b7-3af5-449b-ae86-5201ecd9ca1a" providerId="AD" clId="Web-{C0370112-AEEB-6322-A1AE-2E00E7D56F84}" dt="2026-10-09T20:07:03.721" v="190" actId="1076"/>
          <ac:grpSpMkLst>
            <pc:docMk/>
            <pc:sldMk cId="3228747977" sldId="285"/>
            <ac:grpSpMk id="12" creationId="{8C0053C3-BCF3-326D-57BF-8A33D3719D85}"/>
          </ac:grpSpMkLst>
        </pc:grpChg>
        <pc:cxnChg chg="mod">
          <ac:chgData name="Faiza Mumtaz" userId="S::z5657874@ad.unsw.edu.au::4934c3b7-3af5-449b-ae86-5201ecd9ca1a" providerId="AD" clId="Web-{C0370112-AEEB-6322-A1AE-2E00E7D56F84}" dt="2026-10-09T19:42:41.515" v="125" actId="1076"/>
          <ac:cxnSpMkLst>
            <pc:docMk/>
            <pc:sldMk cId="3228747977" sldId="285"/>
            <ac:cxnSpMk id="13" creationId="{ADD655C1-C60C-DAC1-1E4E-2964039E7AB3}"/>
          </ac:cxnSpMkLst>
        </pc:cxnChg>
        <pc:cxnChg chg="add mod">
          <ac:chgData name="Faiza Mumtaz" userId="S::z5657874@ad.unsw.edu.au::4934c3b7-3af5-449b-ae86-5201ecd9ca1a" providerId="AD" clId="Web-{C0370112-AEEB-6322-A1AE-2E00E7D56F84}" dt="2026-10-09T19:35:21.998" v="59" actId="1076"/>
          <ac:cxnSpMkLst>
            <pc:docMk/>
            <pc:sldMk cId="3228747977" sldId="285"/>
            <ac:cxnSpMk id="14" creationId="{75386FB9-D924-4FCF-BEB6-2CF4A4B0238A}"/>
          </ac:cxnSpMkLst>
        </pc:cxnChg>
        <pc:cxnChg chg="add mod">
          <ac:chgData name="Faiza Mumtaz" userId="S::z5657874@ad.unsw.edu.au::4934c3b7-3af5-449b-ae86-5201ecd9ca1a" providerId="AD" clId="Web-{C0370112-AEEB-6322-A1AE-2E00E7D56F84}" dt="2026-10-09T19:42:09.635" v="123" actId="1076"/>
          <ac:cxnSpMkLst>
            <pc:docMk/>
            <pc:sldMk cId="3228747977" sldId="285"/>
            <ac:cxnSpMk id="16" creationId="{B9B3E4A0-6C94-D857-308D-26D3433C20E1}"/>
          </ac:cxnSpMkLst>
        </pc:cxnChg>
        <pc:cxnChg chg="add del mod">
          <ac:chgData name="Faiza Mumtaz" userId="S::z5657874@ad.unsw.edu.au::4934c3b7-3af5-449b-ae86-5201ecd9ca1a" providerId="AD" clId="Web-{C0370112-AEEB-6322-A1AE-2E00E7D56F84}" dt="2026-10-09T19:35:59.608" v="61"/>
          <ac:cxnSpMkLst>
            <pc:docMk/>
            <pc:sldMk cId="3228747977" sldId="285"/>
            <ac:cxnSpMk id="17" creationId="{C57B3B2C-9DB5-2CE7-5B44-45DC81736EBC}"/>
          </ac:cxnSpMkLst>
        </pc:cxnChg>
      </pc:sldChg>
      <pc:sldChg chg="addSp modSp add replId">
        <pc:chgData name="Faiza Mumtaz" userId="S::z5657874@ad.unsw.edu.au::4934c3b7-3af5-449b-ae86-5201ecd9ca1a" providerId="AD" clId="Web-{C0370112-AEEB-6322-A1AE-2E00E7D56F84}" dt="2026-10-09T19:09:56.921" v="12" actId="1076"/>
        <pc:sldMkLst>
          <pc:docMk/>
          <pc:sldMk cId="2828611653" sldId="286"/>
        </pc:sldMkLst>
        <pc:grpChg chg="add mod">
          <ac:chgData name="Faiza Mumtaz" userId="S::z5657874@ad.unsw.edu.au::4934c3b7-3af5-449b-ae86-5201ecd9ca1a" providerId="AD" clId="Web-{C0370112-AEEB-6322-A1AE-2E00E7D56F84}" dt="2026-10-09T19:09:56.921" v="12" actId="1076"/>
          <ac:grpSpMkLst>
            <pc:docMk/>
            <pc:sldMk cId="2828611653" sldId="286"/>
            <ac:grpSpMk id="12" creationId="{26AD0B57-1185-83FA-4924-CE764BBE7F95}"/>
          </ac:grpSpMkLst>
        </pc:grpChg>
      </pc:sldChg>
      <pc:sldChg chg="addSp modSp add replId">
        <pc:chgData name="Faiza Mumtaz" userId="S::z5657874@ad.unsw.edu.au::4934c3b7-3af5-449b-ae86-5201ecd9ca1a" providerId="AD" clId="Web-{C0370112-AEEB-6322-A1AE-2E00E7D56F84}" dt="2026-10-09T19:10:45.392" v="14" actId="1076"/>
        <pc:sldMkLst>
          <pc:docMk/>
          <pc:sldMk cId="1904571215" sldId="287"/>
        </pc:sldMkLst>
        <pc:grpChg chg="add mod">
          <ac:chgData name="Faiza Mumtaz" userId="S::z5657874@ad.unsw.edu.au::4934c3b7-3af5-449b-ae86-5201ecd9ca1a" providerId="AD" clId="Web-{C0370112-AEEB-6322-A1AE-2E00E7D56F84}" dt="2026-10-09T19:10:45.392" v="14" actId="1076"/>
          <ac:grpSpMkLst>
            <pc:docMk/>
            <pc:sldMk cId="1904571215" sldId="287"/>
            <ac:grpSpMk id="12" creationId="{90B64A70-92FF-7386-0E29-B71E5AE5B29D}"/>
          </ac:grpSpMkLst>
        </pc:grpChg>
      </pc:sldChg>
      <pc:sldChg chg="modSp add del replId">
        <pc:chgData name="Faiza Mumtaz" userId="S::z5657874@ad.unsw.edu.au::4934c3b7-3af5-449b-ae86-5201ecd9ca1a" providerId="AD" clId="Web-{C0370112-AEEB-6322-A1AE-2E00E7D56F84}" dt="2026-10-09T20:02:46.401" v="175"/>
        <pc:sldMkLst>
          <pc:docMk/>
          <pc:sldMk cId="1676993663" sldId="288"/>
        </pc:sldMkLst>
        <pc:grpChg chg="mod">
          <ac:chgData name="Faiza Mumtaz" userId="S::z5657874@ad.unsw.edu.au::4934c3b7-3af5-449b-ae86-5201ecd9ca1a" providerId="AD" clId="Web-{C0370112-AEEB-6322-A1AE-2E00E7D56F84}" dt="2026-10-09T19:19:11.016" v="33" actId="1076"/>
          <ac:grpSpMkLst>
            <pc:docMk/>
            <pc:sldMk cId="1676993663" sldId="288"/>
            <ac:grpSpMk id="14" creationId="{B66ED810-6B7D-2D96-DAE6-E03DBFB0E349}"/>
          </ac:grpSpMkLst>
        </pc:grpChg>
      </pc:sldChg>
      <pc:sldChg chg="modSp add del replId">
        <pc:chgData name="Faiza Mumtaz" userId="S::z5657874@ad.unsw.edu.au::4934c3b7-3af5-449b-ae86-5201ecd9ca1a" providerId="AD" clId="Web-{C0370112-AEEB-6322-A1AE-2E00E7D56F84}" dt="2026-10-09T20:02:41.557" v="174"/>
        <pc:sldMkLst>
          <pc:docMk/>
          <pc:sldMk cId="2743437098" sldId="289"/>
        </pc:sldMkLst>
        <pc:grpChg chg="mod">
          <ac:chgData name="Faiza Mumtaz" userId="S::z5657874@ad.unsw.edu.au::4934c3b7-3af5-449b-ae86-5201ecd9ca1a" providerId="AD" clId="Web-{C0370112-AEEB-6322-A1AE-2E00E7D56F84}" dt="2026-10-09T19:17:20.856" v="29" actId="1076"/>
          <ac:grpSpMkLst>
            <pc:docMk/>
            <pc:sldMk cId="2743437098" sldId="289"/>
            <ac:grpSpMk id="14" creationId="{B294B204-E1A9-488C-D3B6-328DD60138DC}"/>
          </ac:grpSpMkLst>
        </pc:grpChg>
      </pc:sldChg>
      <pc:sldChg chg="modSp add del replId">
        <pc:chgData name="Faiza Mumtaz" userId="S::z5657874@ad.unsw.edu.au::4934c3b7-3af5-449b-ae86-5201ecd9ca1a" providerId="AD" clId="Web-{C0370112-AEEB-6322-A1AE-2E00E7D56F84}" dt="2026-10-09T20:02:50.417" v="176"/>
        <pc:sldMkLst>
          <pc:docMk/>
          <pc:sldMk cId="4259153208" sldId="290"/>
        </pc:sldMkLst>
        <pc:grpChg chg="mod">
          <ac:chgData name="Faiza Mumtaz" userId="S::z5657874@ad.unsw.edu.au::4934c3b7-3af5-449b-ae86-5201ecd9ca1a" providerId="AD" clId="Web-{C0370112-AEEB-6322-A1AE-2E00E7D56F84}" dt="2026-10-09T19:19:46.626" v="35" actId="1076"/>
          <ac:grpSpMkLst>
            <pc:docMk/>
            <pc:sldMk cId="4259153208" sldId="290"/>
            <ac:grpSpMk id="14" creationId="{67F568DD-B133-6D8B-524D-22BF7E9C496C}"/>
          </ac:grpSpMkLst>
        </pc:grpChg>
      </pc:sldChg>
      <pc:sldChg chg="addSp modSp add replId">
        <pc:chgData name="Faiza Mumtaz" userId="S::z5657874@ad.unsw.edu.au::4934c3b7-3af5-449b-ae86-5201ecd9ca1a" providerId="AD" clId="Web-{C0370112-AEEB-6322-A1AE-2E00E7D56F84}" dt="2026-10-09T20:12:53.685" v="197" actId="1076"/>
        <pc:sldMkLst>
          <pc:docMk/>
          <pc:sldMk cId="1732051159" sldId="291"/>
        </pc:sldMkLst>
        <pc:grpChg chg="add mod">
          <ac:chgData name="Faiza Mumtaz" userId="S::z5657874@ad.unsw.edu.au::4934c3b7-3af5-449b-ae86-5201ecd9ca1a" providerId="AD" clId="Web-{C0370112-AEEB-6322-A1AE-2E00E7D56F84}" dt="2026-10-09T20:12:32.216" v="195" actId="1076"/>
          <ac:grpSpMkLst>
            <pc:docMk/>
            <pc:sldMk cId="1732051159" sldId="291"/>
            <ac:grpSpMk id="15" creationId="{2585E44D-AD2A-84B6-61D8-6150C50D6DD6}"/>
          </ac:grpSpMkLst>
        </pc:grpChg>
        <pc:grpChg chg="add mod">
          <ac:chgData name="Faiza Mumtaz" userId="S::z5657874@ad.unsw.edu.au::4934c3b7-3af5-449b-ae86-5201ecd9ca1a" providerId="AD" clId="Web-{C0370112-AEEB-6322-A1AE-2E00E7D56F84}" dt="2026-10-09T20:12:53.685" v="197" actId="1076"/>
          <ac:grpSpMkLst>
            <pc:docMk/>
            <pc:sldMk cId="1732051159" sldId="291"/>
            <ac:grpSpMk id="16" creationId="{D81EE138-0B4C-2DB8-BF3E-EA376F663CD9}"/>
          </ac:grpSpMkLst>
        </pc:grpChg>
      </pc:sldChg>
      <pc:sldChg chg="addSp modSp add replId">
        <pc:chgData name="Faiza Mumtaz" userId="S::z5657874@ad.unsw.edu.au::4934c3b7-3af5-449b-ae86-5201ecd9ca1a" providerId="AD" clId="Web-{C0370112-AEEB-6322-A1AE-2E00E7D56F84}" dt="2026-10-09T19:21:56.287" v="43" actId="1076"/>
        <pc:sldMkLst>
          <pc:docMk/>
          <pc:sldMk cId="2183322349" sldId="292"/>
        </pc:sldMkLst>
        <pc:grpChg chg="add mod">
          <ac:chgData name="Faiza Mumtaz" userId="S::z5657874@ad.unsw.edu.au::4934c3b7-3af5-449b-ae86-5201ecd9ca1a" providerId="AD" clId="Web-{C0370112-AEEB-6322-A1AE-2E00E7D56F84}" dt="2026-10-09T19:21:56.287" v="43" actId="1076"/>
          <ac:grpSpMkLst>
            <pc:docMk/>
            <pc:sldMk cId="2183322349" sldId="292"/>
            <ac:grpSpMk id="15" creationId="{C3F79FC5-3CF0-2CCB-AB8E-5261ACE4F0C3}"/>
          </ac:grpSpMkLst>
        </pc:grpChg>
      </pc:sldChg>
      <pc:sldChg chg="addSp modSp add replId">
        <pc:chgData name="Faiza Mumtaz" userId="S::z5657874@ad.unsw.edu.au::4934c3b7-3af5-449b-ae86-5201ecd9ca1a" providerId="AD" clId="Web-{C0370112-AEEB-6322-A1AE-2E00E7D56F84}" dt="2026-10-09T19:23:58.665" v="49" actId="1076"/>
        <pc:sldMkLst>
          <pc:docMk/>
          <pc:sldMk cId="4245755829" sldId="293"/>
        </pc:sldMkLst>
        <pc:grpChg chg="add mod">
          <ac:chgData name="Faiza Mumtaz" userId="S::z5657874@ad.unsw.edu.au::4934c3b7-3af5-449b-ae86-5201ecd9ca1a" providerId="AD" clId="Web-{C0370112-AEEB-6322-A1AE-2E00E7D56F84}" dt="2026-10-09T19:23:58.665" v="49" actId="1076"/>
          <ac:grpSpMkLst>
            <pc:docMk/>
            <pc:sldMk cId="4245755829" sldId="293"/>
            <ac:grpSpMk id="11" creationId="{871FD6D7-D040-B3E1-25F7-AF3B6E8EE6E7}"/>
          </ac:grpSpMkLst>
        </pc:grpChg>
      </pc:sldChg>
      <pc:sldChg chg="addSp modSp add replId">
        <pc:chgData name="Faiza Mumtaz" userId="S::z5657874@ad.unsw.edu.au::4934c3b7-3af5-449b-ae86-5201ecd9ca1a" providerId="AD" clId="Web-{C0370112-AEEB-6322-A1AE-2E00E7D56F84}" dt="2026-10-09T19:24:09.681" v="51" actId="1076"/>
        <pc:sldMkLst>
          <pc:docMk/>
          <pc:sldMk cId="1758004884" sldId="294"/>
        </pc:sldMkLst>
        <pc:grpChg chg="add mod">
          <ac:chgData name="Faiza Mumtaz" userId="S::z5657874@ad.unsw.edu.au::4934c3b7-3af5-449b-ae86-5201ecd9ca1a" providerId="AD" clId="Web-{C0370112-AEEB-6322-A1AE-2E00E7D56F84}" dt="2026-10-09T19:24:09.681" v="51" actId="1076"/>
          <ac:grpSpMkLst>
            <pc:docMk/>
            <pc:sldMk cId="1758004884" sldId="294"/>
            <ac:grpSpMk id="11" creationId="{75AE39B0-A428-C0F5-5EC8-D409F84F8CB0}"/>
          </ac:grpSpMkLst>
        </pc:grpChg>
      </pc:sldChg>
      <pc:sldChg chg="modSp add replId">
        <pc:chgData name="Faiza Mumtaz" userId="S::z5657874@ad.unsw.edu.au::4934c3b7-3af5-449b-ae86-5201ecd9ca1a" providerId="AD" clId="Web-{C0370112-AEEB-6322-A1AE-2E00E7D56F84}" dt="2026-10-09T20:09:41.023" v="194" actId="1076"/>
        <pc:sldMkLst>
          <pc:docMk/>
          <pc:sldMk cId="46480911" sldId="295"/>
        </pc:sldMkLst>
        <pc:spChg chg="mod">
          <ac:chgData name="Faiza Mumtaz" userId="S::z5657874@ad.unsw.edu.au::4934c3b7-3af5-449b-ae86-5201ecd9ca1a" providerId="AD" clId="Web-{C0370112-AEEB-6322-A1AE-2E00E7D56F84}" dt="2026-10-09T20:09:10.116" v="191" actId="20577"/>
          <ac:spMkLst>
            <pc:docMk/>
            <pc:sldMk cId="46480911" sldId="295"/>
            <ac:spMk id="21" creationId="{F1C2C627-95C2-A78A-69E3-D77D92E9CC56}"/>
          </ac:spMkLst>
        </pc:spChg>
        <pc:grpChg chg="mod">
          <ac:chgData name="Faiza Mumtaz" userId="S::z5657874@ad.unsw.edu.au::4934c3b7-3af5-449b-ae86-5201ecd9ca1a" providerId="AD" clId="Web-{C0370112-AEEB-6322-A1AE-2E00E7D56F84}" dt="2026-10-09T19:47:30.702" v="132" actId="1076"/>
          <ac:grpSpMkLst>
            <pc:docMk/>
            <pc:sldMk cId="46480911" sldId="295"/>
            <ac:grpSpMk id="12" creationId="{8863B29E-D418-6286-724B-9B4A4606A752}"/>
          </ac:grpSpMkLst>
        </pc:grpChg>
        <pc:picChg chg="mod">
          <ac:chgData name="Faiza Mumtaz" userId="S::z5657874@ad.unsw.edu.au::4934c3b7-3af5-449b-ae86-5201ecd9ca1a" providerId="AD" clId="Web-{C0370112-AEEB-6322-A1AE-2E00E7D56F84}" dt="2026-10-09T20:09:41.023" v="194" actId="1076"/>
          <ac:picMkLst>
            <pc:docMk/>
            <pc:sldMk cId="46480911" sldId="295"/>
            <ac:picMk id="2" creationId="{990B5AF7-4263-42CF-FDF0-6CF6B6E9CB9D}"/>
          </ac:picMkLst>
        </pc:picChg>
      </pc:sldChg>
      <pc:sldChg chg="modSp add replId">
        <pc:chgData name="Faiza Mumtaz" userId="S::z5657874@ad.unsw.edu.au::4934c3b7-3af5-449b-ae86-5201ecd9ca1a" providerId="AD" clId="Web-{C0370112-AEEB-6322-A1AE-2E00E7D56F84}" dt="2026-10-09T19:48:11.719" v="135" actId="1076"/>
        <pc:sldMkLst>
          <pc:docMk/>
          <pc:sldMk cId="453719082" sldId="296"/>
        </pc:sldMkLst>
        <pc:grpChg chg="mod">
          <ac:chgData name="Faiza Mumtaz" userId="S::z5657874@ad.unsw.edu.au::4934c3b7-3af5-449b-ae86-5201ecd9ca1a" providerId="AD" clId="Web-{C0370112-AEEB-6322-A1AE-2E00E7D56F84}" dt="2026-10-09T19:48:11.719" v="135" actId="1076"/>
          <ac:grpSpMkLst>
            <pc:docMk/>
            <pc:sldMk cId="453719082" sldId="296"/>
            <ac:grpSpMk id="12" creationId="{D28D2B1C-13E0-4A55-6C9F-E4262D69D314}"/>
          </ac:grpSpMkLst>
        </pc:grpChg>
      </pc:sldChg>
      <pc:sldChg chg="addSp modSp add del replId">
        <pc:chgData name="Faiza Mumtaz" userId="S::z5657874@ad.unsw.edu.au::4934c3b7-3af5-449b-ae86-5201ecd9ca1a" providerId="AD" clId="Web-{C0370112-AEEB-6322-A1AE-2E00E7D56F84}" dt="2026-10-09T20:02:27.307" v="172"/>
        <pc:sldMkLst>
          <pc:docMk/>
          <pc:sldMk cId="1412124937" sldId="297"/>
        </pc:sldMkLst>
        <pc:spChg chg="mod">
          <ac:chgData name="Faiza Mumtaz" userId="S::z5657874@ad.unsw.edu.au::4934c3b7-3af5-449b-ae86-5201ecd9ca1a" providerId="AD" clId="Web-{C0370112-AEEB-6322-A1AE-2E00E7D56F84}" dt="2026-10-09T19:59:22.473" v="159" actId="1076"/>
          <ac:spMkLst>
            <pc:docMk/>
            <pc:sldMk cId="1412124937" sldId="297"/>
            <ac:spMk id="4" creationId="{51C0C968-7224-938A-C395-E7BCF52A9E3C}"/>
          </ac:spMkLst>
        </pc:spChg>
        <pc:spChg chg="mod">
          <ac:chgData name="Faiza Mumtaz" userId="S::z5657874@ad.unsw.edu.au::4934c3b7-3af5-449b-ae86-5201ecd9ca1a" providerId="AD" clId="Web-{C0370112-AEEB-6322-A1AE-2E00E7D56F84}" dt="2026-10-09T20:00:52.132" v="169" actId="1076"/>
          <ac:spMkLst>
            <pc:docMk/>
            <pc:sldMk cId="1412124937" sldId="297"/>
            <ac:spMk id="5" creationId="{F21D87A1-3459-C1CE-3D36-62502DA3DBA7}"/>
          </ac:spMkLst>
        </pc:spChg>
        <pc:grpChg chg="mod">
          <ac:chgData name="Faiza Mumtaz" userId="S::z5657874@ad.unsw.edu.au::4934c3b7-3af5-449b-ae86-5201ecd9ca1a" providerId="AD" clId="Web-{C0370112-AEEB-6322-A1AE-2E00E7D56F84}" dt="2026-10-09T19:55:35.498" v="146" actId="1076"/>
          <ac:grpSpMkLst>
            <pc:docMk/>
            <pc:sldMk cId="1412124937" sldId="297"/>
            <ac:grpSpMk id="14" creationId="{BBCEF2AF-87A0-5AC6-F272-16AE1E34E305}"/>
          </ac:grpSpMkLst>
        </pc:grpChg>
        <pc:picChg chg="mod">
          <ac:chgData name="Faiza Mumtaz" userId="S::z5657874@ad.unsw.edu.au::4934c3b7-3af5-449b-ae86-5201ecd9ca1a" providerId="AD" clId="Web-{C0370112-AEEB-6322-A1AE-2E00E7D56F84}" dt="2026-10-09T19:57:59.455" v="155" actId="1076"/>
          <ac:picMkLst>
            <pc:docMk/>
            <pc:sldMk cId="1412124937" sldId="297"/>
            <ac:picMk id="3" creationId="{A0AD3E65-4C0B-784A-82FE-89CF85DA562C}"/>
          </ac:picMkLst>
        </pc:picChg>
        <pc:cxnChg chg="add mod">
          <ac:chgData name="Faiza Mumtaz" userId="S::z5657874@ad.unsw.edu.au::4934c3b7-3af5-449b-ae86-5201ecd9ca1a" providerId="AD" clId="Web-{C0370112-AEEB-6322-A1AE-2E00E7D56F84}" dt="2026-10-09T20:00:27.210" v="167" actId="14100"/>
          <ac:cxnSpMkLst>
            <pc:docMk/>
            <pc:sldMk cId="1412124937" sldId="297"/>
            <ac:cxnSpMk id="9" creationId="{1B5E1F1D-C545-A912-5D5A-B36D355EB977}"/>
          </ac:cxnSpMkLst>
        </pc:cxnChg>
        <pc:cxnChg chg="mod">
          <ac:chgData name="Faiza Mumtaz" userId="S::z5657874@ad.unsw.edu.au::4934c3b7-3af5-449b-ae86-5201ecd9ca1a" providerId="AD" clId="Web-{C0370112-AEEB-6322-A1AE-2E00E7D56F84}" dt="2026-10-09T19:59:31.505" v="160" actId="14100"/>
          <ac:cxnSpMkLst>
            <pc:docMk/>
            <pc:sldMk cId="1412124937" sldId="297"/>
            <ac:cxnSpMk id="19" creationId="{4051C383-3B6F-BACE-07FD-F15E590FB95C}"/>
          </ac:cxnSpMkLst>
        </pc:cxnChg>
      </pc:sldChg>
      <pc:sldChg chg="delSp modSp add replId">
        <pc:chgData name="Faiza Mumtaz" userId="S::z5657874@ad.unsw.edu.au::4934c3b7-3af5-449b-ae86-5201ecd9ca1a" providerId="AD" clId="Web-{C0370112-AEEB-6322-A1AE-2E00E7D56F84}" dt="2026-10-09T20:03:35.075" v="179" actId="1076"/>
        <pc:sldMkLst>
          <pc:docMk/>
          <pc:sldMk cId="1091085892" sldId="298"/>
        </pc:sldMkLst>
        <pc:grpChg chg="mod">
          <ac:chgData name="Faiza Mumtaz" userId="S::z5657874@ad.unsw.edu.au::4934c3b7-3af5-449b-ae86-5201ecd9ca1a" providerId="AD" clId="Web-{C0370112-AEEB-6322-A1AE-2E00E7D56F84}" dt="2026-10-09T20:03:35.075" v="179" actId="1076"/>
          <ac:grpSpMkLst>
            <pc:docMk/>
            <pc:sldMk cId="1091085892" sldId="298"/>
            <ac:grpSpMk id="14" creationId="{813E5AC2-24B0-34EA-6294-AFC254EDE7DE}"/>
          </ac:grpSpMkLst>
        </pc:grpChg>
        <pc:cxnChg chg="del">
          <ac:chgData name="Faiza Mumtaz" userId="S::z5657874@ad.unsw.edu.au::4934c3b7-3af5-449b-ae86-5201ecd9ca1a" providerId="AD" clId="Web-{C0370112-AEEB-6322-A1AE-2E00E7D56F84}" dt="2026-10-09T20:02:08.635" v="171"/>
          <ac:cxnSpMkLst>
            <pc:docMk/>
            <pc:sldMk cId="1091085892" sldId="298"/>
            <ac:cxnSpMk id="17" creationId="{FBD3DC14-7FBD-4ADE-1AAE-A25371BF0B5A}"/>
          </ac:cxnSpMkLst>
        </pc:cxnChg>
      </pc:sldChg>
      <pc:sldChg chg="modSp add replId">
        <pc:chgData name="Faiza Mumtaz" userId="S::z5657874@ad.unsw.edu.au::4934c3b7-3af5-449b-ae86-5201ecd9ca1a" providerId="AD" clId="Web-{C0370112-AEEB-6322-A1AE-2E00E7D56F84}" dt="2026-10-09T20:04:23.029" v="181" actId="1076"/>
        <pc:sldMkLst>
          <pc:docMk/>
          <pc:sldMk cId="3651087924" sldId="299"/>
        </pc:sldMkLst>
        <pc:grpChg chg="mod">
          <ac:chgData name="Faiza Mumtaz" userId="S::z5657874@ad.unsw.edu.au::4934c3b7-3af5-449b-ae86-5201ecd9ca1a" providerId="AD" clId="Web-{C0370112-AEEB-6322-A1AE-2E00E7D56F84}" dt="2026-10-09T20:04:23.029" v="181" actId="1076"/>
          <ac:grpSpMkLst>
            <pc:docMk/>
            <pc:sldMk cId="3651087924" sldId="299"/>
            <ac:grpSpMk id="14" creationId="{0E28A860-9C1D-FA63-3419-2923A26DF596}"/>
          </ac:grpSpMkLst>
        </pc:grpChg>
      </pc:sldChg>
      <pc:sldChg chg="modSp add replId">
        <pc:chgData name="Faiza Mumtaz" userId="S::z5657874@ad.unsw.edu.au::4934c3b7-3af5-449b-ae86-5201ecd9ca1a" providerId="AD" clId="Web-{C0370112-AEEB-6322-A1AE-2E00E7D56F84}" dt="2026-10-09T20:04:48.811" v="183" actId="1076"/>
        <pc:sldMkLst>
          <pc:docMk/>
          <pc:sldMk cId="500778208" sldId="300"/>
        </pc:sldMkLst>
        <pc:grpChg chg="mod">
          <ac:chgData name="Faiza Mumtaz" userId="S::z5657874@ad.unsw.edu.au::4934c3b7-3af5-449b-ae86-5201ecd9ca1a" providerId="AD" clId="Web-{C0370112-AEEB-6322-A1AE-2E00E7D56F84}" dt="2026-10-09T20:04:48.811" v="183" actId="1076"/>
          <ac:grpSpMkLst>
            <pc:docMk/>
            <pc:sldMk cId="500778208" sldId="300"/>
            <ac:grpSpMk id="14" creationId="{8452B9DA-896E-1004-7919-4435A706F0EB}"/>
          </ac:grpSpMkLst>
        </pc:grpChg>
      </pc:sldChg>
      <pc:sldChg chg="modSp add replId">
        <pc:chgData name="Faiza Mumtaz" userId="S::z5657874@ad.unsw.edu.au::4934c3b7-3af5-449b-ae86-5201ecd9ca1a" providerId="AD" clId="Web-{C0370112-AEEB-6322-A1AE-2E00E7D56F84}" dt="2026-10-09T20:05:20.968" v="185" actId="1076"/>
        <pc:sldMkLst>
          <pc:docMk/>
          <pc:sldMk cId="195001738" sldId="301"/>
        </pc:sldMkLst>
        <pc:grpChg chg="mod">
          <ac:chgData name="Faiza Mumtaz" userId="S::z5657874@ad.unsw.edu.au::4934c3b7-3af5-449b-ae86-5201ecd9ca1a" providerId="AD" clId="Web-{C0370112-AEEB-6322-A1AE-2E00E7D56F84}" dt="2026-10-09T20:05:20.968" v="185" actId="1076"/>
          <ac:grpSpMkLst>
            <pc:docMk/>
            <pc:sldMk cId="195001738" sldId="301"/>
            <ac:grpSpMk id="14" creationId="{213C1AAA-2243-D9FD-8F1D-99B4BB0C69B1}"/>
          </ac:grpSpMkLst>
        </pc:grpChg>
      </pc:sldChg>
      <pc:sldChg chg="modSp add replId">
        <pc:chgData name="Faiza Mumtaz" userId="S::z5657874@ad.unsw.edu.au::4934c3b7-3af5-449b-ae86-5201ecd9ca1a" providerId="AD" clId="Web-{C0370112-AEEB-6322-A1AE-2E00E7D56F84}" dt="2026-10-09T20:05:34.062" v="187" actId="1076"/>
        <pc:sldMkLst>
          <pc:docMk/>
          <pc:sldMk cId="3174814069" sldId="302"/>
        </pc:sldMkLst>
        <pc:grpChg chg="mod">
          <ac:chgData name="Faiza Mumtaz" userId="S::z5657874@ad.unsw.edu.au::4934c3b7-3af5-449b-ae86-5201ecd9ca1a" providerId="AD" clId="Web-{C0370112-AEEB-6322-A1AE-2E00E7D56F84}" dt="2026-10-09T20:05:34.062" v="187" actId="1076"/>
          <ac:grpSpMkLst>
            <pc:docMk/>
            <pc:sldMk cId="3174814069" sldId="302"/>
            <ac:grpSpMk id="14" creationId="{ECF84CC4-3EF5-BE35-E440-31B2637D8BB2}"/>
          </ac:grpSpMkLst>
        </pc:grpChg>
      </pc:sldChg>
      <pc:sldChg chg="add replId">
        <pc:chgData name="Faiza Mumtaz" userId="S::z5657874@ad.unsw.edu.au::4934c3b7-3af5-449b-ae86-5201ecd9ca1a" providerId="AD" clId="Web-{C0370112-AEEB-6322-A1AE-2E00E7D56F84}" dt="2026-10-09T20:06:49.112" v="189"/>
        <pc:sldMkLst>
          <pc:docMk/>
          <pc:sldMk cId="4090938070" sldId="303"/>
        </pc:sldMkLst>
      </pc:sldChg>
    </pc:docChg>
  </pc:docChgLst>
  <pc:docChgLst>
    <pc:chgData name="Daniel Cao" userId="S::z5267347@ad.unsw.edu.au::7b2d97cc-6258-4008-81e9-5e3a138e5cc7" providerId="AD" clId="Web-{D11BDF53-4992-3986-0A85-9761C3D32C58}"/>
    <pc:docChg chg="modSld">
      <pc:chgData name="Daniel Cao" userId="S::z5267347@ad.unsw.edu.au::7b2d97cc-6258-4008-81e9-5e3a138e5cc7" providerId="AD" clId="Web-{D11BDF53-4992-3986-0A85-9761C3D32C58}" dt="2026-10-07T08:39:11.832" v="22" actId="1076"/>
      <pc:docMkLst>
        <pc:docMk/>
      </pc:docMkLst>
      <pc:sldChg chg="modSp">
        <pc:chgData name="Daniel Cao" userId="S::z5267347@ad.unsw.edu.au::7b2d97cc-6258-4008-81e9-5e3a138e5cc7" providerId="AD" clId="Web-{D11BDF53-4992-3986-0A85-9761C3D32C58}" dt="2026-10-07T08:39:11.832" v="22" actId="1076"/>
        <pc:sldMkLst>
          <pc:docMk/>
          <pc:sldMk cId="0" sldId="264"/>
        </pc:sldMkLst>
        <pc:spChg chg="mod">
          <ac:chgData name="Daniel Cao" userId="S::z5267347@ad.unsw.edu.au::7b2d97cc-6258-4008-81e9-5e3a138e5cc7" providerId="AD" clId="Web-{D11BDF53-4992-3986-0A85-9761C3D32C58}" dt="2026-10-07T08:39:11.832" v="22" actId="1076"/>
          <ac:spMkLst>
            <pc:docMk/>
            <pc:sldMk cId="0" sldId="264"/>
            <ac:spMk id="19" creationId="{50372B2A-C897-4203-2FF3-6DD47B6BDD89}"/>
          </ac:spMkLst>
        </pc:spChg>
      </pc:sldChg>
    </pc:docChg>
  </pc:docChgLst>
  <pc:docChgLst>
    <pc:chgData name="Arman Hajisafi" userId="S::z3542724@ad.unsw.edu.au::e996722c-b5b3-4b3d-ada2-e69fc4574d49" providerId="AD" clId="Web-{00000000-0000-0000-0000-000000000000}"/>
    <pc:docChg chg="addSld delSld modSld">
      <pc:chgData name="Arman Hajisafi" userId="S::z3542724@ad.unsw.edu.au::e996722c-b5b3-4b3d-ada2-e69fc4574d49" providerId="AD" clId="Web-{00000000-0000-0000-0000-000000000000}" dt="2026-10-10T07:14:18.555" v="15"/>
      <pc:docMkLst>
        <pc:docMk/>
      </pc:docMkLst>
      <pc:sldChg chg="modSp">
        <pc:chgData name="Arman Hajisafi" userId="S::z3542724@ad.unsw.edu.au::e996722c-b5b3-4b3d-ada2-e69fc4574d49" providerId="AD" clId="Web-{00000000-0000-0000-0000-000000000000}" dt="2026-10-10T04:13:22.155" v="8" actId="20577"/>
        <pc:sldMkLst>
          <pc:docMk/>
          <pc:sldMk cId="0" sldId="259"/>
        </pc:sldMkLst>
        <pc:spChg chg="mod">
          <ac:chgData name="Arman Hajisafi" userId="S::z3542724@ad.unsw.edu.au::e996722c-b5b3-4b3d-ada2-e69fc4574d49" providerId="AD" clId="Web-{00000000-0000-0000-0000-000000000000}" dt="2026-10-10T04:13:22.155" v="8" actId="20577"/>
          <ac:spMkLst>
            <pc:docMk/>
            <pc:sldMk cId="0" sldId="259"/>
            <ac:spMk id="194" creationId="{00000000-0000-0000-0000-000000000000}"/>
          </ac:spMkLst>
        </pc:spChg>
        <pc:picChg chg="mod modCrop">
          <ac:chgData name="Arman Hajisafi" userId="S::z3542724@ad.unsw.edu.au::e996722c-b5b3-4b3d-ada2-e69fc4574d49" providerId="AD" clId="Web-{00000000-0000-0000-0000-000000000000}" dt="2026-10-10T04:12:08.511" v="7" actId="14100"/>
          <ac:picMkLst>
            <pc:docMk/>
            <pc:sldMk cId="0" sldId="259"/>
            <ac:picMk id="193" creationId="{00000000-0000-0000-0000-000000000000}"/>
          </ac:picMkLst>
        </pc:picChg>
      </pc:sldChg>
      <pc:sldChg chg="add del">
        <pc:chgData name="Arman Hajisafi" userId="S::z3542724@ad.unsw.edu.au::e996722c-b5b3-4b3d-ada2-e69fc4574d49" providerId="AD" clId="Web-{00000000-0000-0000-0000-000000000000}" dt="2026-10-10T07:14:18.164" v="10"/>
        <pc:sldMkLst>
          <pc:docMk/>
          <pc:sldMk cId="0" sldId="275"/>
        </pc:sldMkLst>
      </pc:sldChg>
      <pc:sldChg chg="add">
        <pc:chgData name="Arman Hajisafi" userId="S::z3542724@ad.unsw.edu.au::e996722c-b5b3-4b3d-ada2-e69fc4574d49" providerId="AD" clId="Web-{00000000-0000-0000-0000-000000000000}" dt="2026-10-10T07:14:18.258" v="11"/>
        <pc:sldMkLst>
          <pc:docMk/>
          <pc:sldMk cId="1556989775" sldId="314"/>
        </pc:sldMkLst>
      </pc:sldChg>
      <pc:sldChg chg="add">
        <pc:chgData name="Arman Hajisafi" userId="S::z3542724@ad.unsw.edu.au::e996722c-b5b3-4b3d-ada2-e69fc4574d49" providerId="AD" clId="Web-{00000000-0000-0000-0000-000000000000}" dt="2026-10-10T07:14:18.352" v="12"/>
        <pc:sldMkLst>
          <pc:docMk/>
          <pc:sldMk cId="2455082846" sldId="315"/>
        </pc:sldMkLst>
      </pc:sldChg>
      <pc:sldChg chg="add">
        <pc:chgData name="Arman Hajisafi" userId="S::z3542724@ad.unsw.edu.au::e996722c-b5b3-4b3d-ada2-e69fc4574d49" providerId="AD" clId="Web-{00000000-0000-0000-0000-000000000000}" dt="2026-10-10T07:14:18.430" v="13"/>
        <pc:sldMkLst>
          <pc:docMk/>
          <pc:sldMk cId="2677368318" sldId="316"/>
        </pc:sldMkLst>
      </pc:sldChg>
      <pc:sldChg chg="add">
        <pc:chgData name="Arman Hajisafi" userId="S::z3542724@ad.unsw.edu.au::e996722c-b5b3-4b3d-ada2-e69fc4574d49" providerId="AD" clId="Web-{00000000-0000-0000-0000-000000000000}" dt="2026-10-10T07:14:18.493" v="14"/>
        <pc:sldMkLst>
          <pc:docMk/>
          <pc:sldMk cId="4175543336" sldId="317"/>
        </pc:sldMkLst>
      </pc:sldChg>
      <pc:sldChg chg="add">
        <pc:chgData name="Arman Hajisafi" userId="S::z3542724@ad.unsw.edu.au::e996722c-b5b3-4b3d-ada2-e69fc4574d49" providerId="AD" clId="Web-{00000000-0000-0000-0000-000000000000}" dt="2026-10-10T07:14:18.555" v="15"/>
        <pc:sldMkLst>
          <pc:docMk/>
          <pc:sldMk cId="2190521026" sldId="318"/>
        </pc:sldMkLst>
      </pc:sldChg>
    </pc:docChg>
  </pc:docChgLst>
  <pc:docChgLst>
    <pc:chgData name="Kelly Hamilton" userId="S::z5528970@ad.unsw.edu.au::026b5b8a-4366-4800-b85b-8091bb1c29d4" providerId="AD" clId="Web-{35E68706-716F-4313-B259-99AA4F1C6683}"/>
    <pc:docChg chg="modSld">
      <pc:chgData name="Kelly Hamilton" userId="S::z5528970@ad.unsw.edu.au::026b5b8a-4366-4800-b85b-8091bb1c29d4" providerId="AD" clId="Web-{35E68706-716F-4313-B259-99AA4F1C6683}" dt="2026-10-08T08:15:59.519" v="440"/>
      <pc:docMkLst>
        <pc:docMk/>
      </pc:docMkLst>
      <pc:sldChg chg="addSp modSp">
        <pc:chgData name="Kelly Hamilton" userId="S::z5528970@ad.unsw.edu.au::026b5b8a-4366-4800-b85b-8091bb1c29d4" providerId="AD" clId="Web-{35E68706-716F-4313-B259-99AA4F1C6683}" dt="2026-10-08T08:15:59.519" v="440"/>
        <pc:sldMkLst>
          <pc:docMk/>
          <pc:sldMk cId="0" sldId="259"/>
        </pc:sldMkLst>
        <pc:picChg chg="add mod modCrop">
          <ac:chgData name="Kelly Hamilton" userId="S::z5528970@ad.unsw.edu.au::026b5b8a-4366-4800-b85b-8091bb1c29d4" providerId="AD" clId="Web-{35E68706-716F-4313-B259-99AA4F1C6683}" dt="2026-10-08T08:15:59.519" v="440"/>
          <ac:picMkLst>
            <pc:docMk/>
            <pc:sldMk cId="0" sldId="259"/>
            <ac:picMk id="2" creationId="{C5FC1953-0910-8AE1-67AF-B2502803452E}"/>
          </ac:picMkLst>
        </pc:picChg>
        <pc:picChg chg="mod">
          <ac:chgData name="Kelly Hamilton" userId="S::z5528970@ad.unsw.edu.au::026b5b8a-4366-4800-b85b-8091bb1c29d4" providerId="AD" clId="Web-{35E68706-716F-4313-B259-99AA4F1C6683}" dt="2026-10-08T07:58:59.433" v="416"/>
          <ac:picMkLst>
            <pc:docMk/>
            <pc:sldMk cId="0" sldId="259"/>
            <ac:picMk id="185" creationId="{00000000-0000-0000-0000-000000000000}"/>
          </ac:picMkLst>
        </pc:picChg>
        <pc:picChg chg="mod">
          <ac:chgData name="Kelly Hamilton" userId="S::z5528970@ad.unsw.edu.au::026b5b8a-4366-4800-b85b-8091bb1c29d4" providerId="AD" clId="Web-{35E68706-716F-4313-B259-99AA4F1C6683}" dt="2026-10-08T08:05:40.730" v="437" actId="1076"/>
          <ac:picMkLst>
            <pc:docMk/>
            <pc:sldMk cId="0" sldId="259"/>
            <ac:picMk id="197" creationId="{00000000-0000-0000-0000-000000000000}"/>
          </ac:picMkLst>
        </pc:picChg>
      </pc:sldChg>
      <pc:sldChg chg="addSp delSp modSp addAnim">
        <pc:chgData name="Kelly Hamilton" userId="S::z5528970@ad.unsw.edu.au::026b5b8a-4366-4800-b85b-8091bb1c29d4" providerId="AD" clId="Web-{35E68706-716F-4313-B259-99AA4F1C6683}" dt="2026-10-08T00:42:47.388" v="406"/>
        <pc:sldMkLst>
          <pc:docMk/>
          <pc:sldMk cId="0" sldId="261"/>
        </pc:sldMkLst>
        <pc:spChg chg="mod">
          <ac:chgData name="Kelly Hamilton" userId="S::z5528970@ad.unsw.edu.au::026b5b8a-4366-4800-b85b-8091bb1c29d4" providerId="AD" clId="Web-{35E68706-716F-4313-B259-99AA4F1C6683}" dt="2026-10-08T00:29:24.928" v="365" actId="14100"/>
          <ac:spMkLst>
            <pc:docMk/>
            <pc:sldMk cId="0" sldId="261"/>
            <ac:spMk id="207" creationId="{00000000-0000-0000-0000-000000000000}"/>
          </ac:spMkLst>
        </pc:spChg>
        <pc:picChg chg="add mod modCrop">
          <ac:chgData name="Kelly Hamilton" userId="S::z5528970@ad.unsw.edu.au::026b5b8a-4366-4800-b85b-8091bb1c29d4" providerId="AD" clId="Web-{35E68706-716F-4313-B259-99AA4F1C6683}" dt="2026-10-08T00:32:45.105" v="387"/>
          <ac:picMkLst>
            <pc:docMk/>
            <pc:sldMk cId="0" sldId="261"/>
            <ac:picMk id="2" creationId="{22DE2233-7C40-C57C-9BC1-940B8DB360B0}"/>
          </ac:picMkLst>
        </pc:picChg>
        <pc:picChg chg="add mod">
          <ac:chgData name="Kelly Hamilton" userId="S::z5528970@ad.unsw.edu.au::026b5b8a-4366-4800-b85b-8091bb1c29d4" providerId="AD" clId="Web-{35E68706-716F-4313-B259-99AA4F1C6683}" dt="2026-10-08T00:39:34.539" v="400" actId="1076"/>
          <ac:picMkLst>
            <pc:docMk/>
            <pc:sldMk cId="0" sldId="261"/>
            <ac:picMk id="3" creationId="{497DEC20-14FC-E641-6DFD-DC2BFDACED4E}"/>
          </ac:picMkLst>
        </pc:picChg>
        <pc:picChg chg="add mod">
          <ac:chgData name="Kelly Hamilton" userId="S::z5528970@ad.unsw.edu.au::026b5b8a-4366-4800-b85b-8091bb1c29d4" providerId="AD" clId="Web-{35E68706-716F-4313-B259-99AA4F1C6683}" dt="2026-10-08T00:39:38.914" v="401" actId="1076"/>
          <ac:picMkLst>
            <pc:docMk/>
            <pc:sldMk cId="0" sldId="261"/>
            <ac:picMk id="4" creationId="{1E773E6C-5633-C8FD-9733-587A188D9848}"/>
          </ac:picMkLst>
        </pc:picChg>
        <pc:picChg chg="add mod">
          <ac:chgData name="Kelly Hamilton" userId="S::z5528970@ad.unsw.edu.au::026b5b8a-4366-4800-b85b-8091bb1c29d4" providerId="AD" clId="Web-{35E68706-716F-4313-B259-99AA4F1C6683}" dt="2026-10-08T00:39:44.914" v="403" actId="14100"/>
          <ac:picMkLst>
            <pc:docMk/>
            <pc:sldMk cId="0" sldId="261"/>
            <ac:picMk id="5" creationId="{DD528B13-7417-26F4-2DA4-78FBE0679C42}"/>
          </ac:picMkLst>
        </pc:picChg>
        <pc:picChg chg="add mod">
          <ac:chgData name="Kelly Hamilton" userId="S::z5528970@ad.unsw.edu.au::026b5b8a-4366-4800-b85b-8091bb1c29d4" providerId="AD" clId="Web-{35E68706-716F-4313-B259-99AA4F1C6683}" dt="2026-10-08T00:42:41.341" v="405" actId="1076"/>
          <ac:picMkLst>
            <pc:docMk/>
            <pc:sldMk cId="0" sldId="261"/>
            <ac:picMk id="7" creationId="{D8C85CB7-2264-1792-4D37-3ED40281BC24}"/>
          </ac:picMkLst>
        </pc:picChg>
      </pc:sldChg>
      <pc:sldChg chg="addSp delSp modSp">
        <pc:chgData name="Kelly Hamilton" userId="S::z5528970@ad.unsw.edu.au::026b5b8a-4366-4800-b85b-8091bb1c29d4" providerId="AD" clId="Web-{35E68706-716F-4313-B259-99AA4F1C6683}" dt="2026-10-08T00:43:25.968" v="413" actId="1076"/>
        <pc:sldMkLst>
          <pc:docMk/>
          <pc:sldMk cId="0" sldId="262"/>
        </pc:sldMkLst>
        <pc:spChg chg="mod">
          <ac:chgData name="Kelly Hamilton" userId="S::z5528970@ad.unsw.edu.au::026b5b8a-4366-4800-b85b-8091bb1c29d4" providerId="AD" clId="Web-{35E68706-716F-4313-B259-99AA4F1C6683}" dt="2026-10-08T00:24:25.216" v="163" actId="20577"/>
          <ac:spMkLst>
            <pc:docMk/>
            <pc:sldMk cId="0" sldId="262"/>
            <ac:spMk id="209" creationId="{00000000-0000-0000-0000-000000000000}"/>
          </ac:spMkLst>
        </pc:spChg>
        <pc:spChg chg="mod">
          <ac:chgData name="Kelly Hamilton" userId="S::z5528970@ad.unsw.edu.au::026b5b8a-4366-4800-b85b-8091bb1c29d4" providerId="AD" clId="Web-{35E68706-716F-4313-B259-99AA4F1C6683}" dt="2026-10-08T00:43:25.968" v="413" actId="1076"/>
          <ac:spMkLst>
            <pc:docMk/>
            <pc:sldMk cId="0" sldId="262"/>
            <ac:spMk id="211" creationId="{00000000-0000-0000-0000-000000000000}"/>
          </ac:spMkLst>
        </pc:spChg>
      </pc:sldChg>
    </pc:docChg>
  </pc:docChgLst>
  <pc:docChgLst>
    <pc:chgData name="Swapnil Shinde" userId="S::z5118116@ad.unsw.edu.au::63da5c9f-6ed9-4ebb-b4e5-2f4180bcc09f" providerId="AD" clId="Web-{0B410C19-23CA-9371-D87A-A16F085AB569}"/>
    <pc:docChg chg="modSld sldOrd">
      <pc:chgData name="Swapnil Shinde" userId="S::z5118116@ad.unsw.edu.au::63da5c9f-6ed9-4ebb-b4e5-2f4180bcc09f" providerId="AD" clId="Web-{0B410C19-23CA-9371-D87A-A16F085AB569}" dt="2026-10-08T03:31:35.752" v="85"/>
      <pc:docMkLst>
        <pc:docMk/>
      </pc:docMkLst>
      <pc:sldChg chg="ord">
        <pc:chgData name="Swapnil Shinde" userId="S::z5118116@ad.unsw.edu.au::63da5c9f-6ed9-4ebb-b4e5-2f4180bcc09f" providerId="AD" clId="Web-{0B410C19-23CA-9371-D87A-A16F085AB569}" dt="2026-10-08T03:31:35.752" v="85"/>
        <pc:sldMkLst>
          <pc:docMk/>
          <pc:sldMk cId="0" sldId="258"/>
        </pc:sldMkLst>
      </pc:sldChg>
      <pc:sldChg chg="modSp ord">
        <pc:chgData name="Swapnil Shinde" userId="S::z5118116@ad.unsw.edu.au::63da5c9f-6ed9-4ebb-b4e5-2f4180bcc09f" providerId="AD" clId="Web-{0B410C19-23CA-9371-D87A-A16F085AB569}" dt="2026-10-08T03:31:17.017" v="84"/>
        <pc:sldMkLst>
          <pc:docMk/>
          <pc:sldMk cId="0" sldId="259"/>
        </pc:sldMkLst>
        <pc:picChg chg="mod">
          <ac:chgData name="Swapnil Shinde" userId="S::z5118116@ad.unsw.edu.au::63da5c9f-6ed9-4ebb-b4e5-2f4180bcc09f" providerId="AD" clId="Web-{0B410C19-23CA-9371-D87A-A16F085AB569}" dt="2026-10-08T03:18:40.342" v="12" actId="1076"/>
          <ac:picMkLst>
            <pc:docMk/>
            <pc:sldMk cId="0" sldId="259"/>
            <ac:picMk id="197" creationId="{00000000-0000-0000-0000-000000000000}"/>
          </ac:picMkLst>
        </pc:picChg>
      </pc:sldChg>
      <pc:sldChg chg="modSp">
        <pc:chgData name="Swapnil Shinde" userId="S::z5118116@ad.unsw.edu.au::63da5c9f-6ed9-4ebb-b4e5-2f4180bcc09f" providerId="AD" clId="Web-{0B410C19-23CA-9371-D87A-A16F085AB569}" dt="2026-10-08T03:30:00.156" v="83" actId="14100"/>
        <pc:sldMkLst>
          <pc:docMk/>
          <pc:sldMk cId="0" sldId="261"/>
        </pc:sldMkLst>
        <pc:spChg chg="mod">
          <ac:chgData name="Swapnil Shinde" userId="S::z5118116@ad.unsw.edu.au::63da5c9f-6ed9-4ebb-b4e5-2f4180bcc09f" providerId="AD" clId="Web-{0B410C19-23CA-9371-D87A-A16F085AB569}" dt="2026-10-08T03:25:22.618" v="79" actId="20577"/>
          <ac:spMkLst>
            <pc:docMk/>
            <pc:sldMk cId="0" sldId="261"/>
            <ac:spMk id="207" creationId="{00000000-0000-0000-0000-000000000000}"/>
          </ac:spMkLst>
        </pc:spChg>
        <pc:picChg chg="mod">
          <ac:chgData name="Swapnil Shinde" userId="S::z5118116@ad.unsw.edu.au::63da5c9f-6ed9-4ebb-b4e5-2f4180bcc09f" providerId="AD" clId="Web-{0B410C19-23CA-9371-D87A-A16F085AB569}" dt="2026-10-08T03:30:00.156" v="83" actId="14100"/>
          <ac:picMkLst>
            <pc:docMk/>
            <pc:sldMk cId="0" sldId="261"/>
            <ac:picMk id="6" creationId="{E6B07BDB-F4A1-CC00-03B3-E73C380050BA}"/>
          </ac:picMkLst>
        </pc:picChg>
        <pc:picChg chg="mod">
          <ac:chgData name="Swapnil Shinde" userId="S::z5118116@ad.unsw.edu.au::63da5c9f-6ed9-4ebb-b4e5-2f4180bcc09f" providerId="AD" clId="Web-{0B410C19-23CA-9371-D87A-A16F085AB569}" dt="2026-10-08T03:25:37.837" v="80" actId="14100"/>
          <ac:picMkLst>
            <pc:docMk/>
            <pc:sldMk cId="0" sldId="261"/>
            <ac:picMk id="7" creationId="{D8C85CB7-2264-1792-4D37-3ED40281BC24}"/>
          </ac:picMkLst>
        </pc:picChg>
      </pc:sldChg>
      <pc:sldChg chg="modSp">
        <pc:chgData name="Swapnil Shinde" userId="S::z5118116@ad.unsw.edu.au::63da5c9f-6ed9-4ebb-b4e5-2f4180bcc09f" providerId="AD" clId="Web-{0B410C19-23CA-9371-D87A-A16F085AB569}" dt="2026-10-08T03:19:49.031" v="15" actId="14100"/>
        <pc:sldMkLst>
          <pc:docMk/>
          <pc:sldMk cId="0" sldId="262"/>
        </pc:sldMkLst>
        <pc:picChg chg="mod">
          <ac:chgData name="Swapnil Shinde" userId="S::z5118116@ad.unsw.edu.au::63da5c9f-6ed9-4ebb-b4e5-2f4180bcc09f" providerId="AD" clId="Web-{0B410C19-23CA-9371-D87A-A16F085AB569}" dt="2026-10-08T03:19:49.031" v="15" actId="14100"/>
          <ac:picMkLst>
            <pc:docMk/>
            <pc:sldMk cId="0" sldId="262"/>
            <ac:picMk id="4" creationId="{A6E038FE-0179-3C88-B796-92F3545C639E}"/>
          </ac:picMkLst>
        </pc:picChg>
      </pc:sldChg>
      <pc:sldChg chg="modSp">
        <pc:chgData name="Swapnil Shinde" userId="S::z5118116@ad.unsw.edu.au::63da5c9f-6ed9-4ebb-b4e5-2f4180bcc09f" providerId="AD" clId="Web-{0B410C19-23CA-9371-D87A-A16F085AB569}" dt="2026-10-08T03:20:08.454" v="17" actId="14100"/>
        <pc:sldMkLst>
          <pc:docMk/>
          <pc:sldMk cId="0" sldId="264"/>
        </pc:sldMkLst>
        <pc:picChg chg="mod">
          <ac:chgData name="Swapnil Shinde" userId="S::z5118116@ad.unsw.edu.au::63da5c9f-6ed9-4ebb-b4e5-2f4180bcc09f" providerId="AD" clId="Web-{0B410C19-23CA-9371-D87A-A16F085AB569}" dt="2026-10-08T03:20:08.454" v="17" actId="14100"/>
          <ac:picMkLst>
            <pc:docMk/>
            <pc:sldMk cId="0" sldId="264"/>
            <ac:picMk id="2" creationId="{6681C2FE-82B7-519D-0643-D3DE76D8696D}"/>
          </ac:picMkLst>
        </pc:picChg>
      </pc:sldChg>
      <pc:sldChg chg="modSp">
        <pc:chgData name="Swapnil Shinde" userId="S::z5118116@ad.unsw.edu.au::63da5c9f-6ed9-4ebb-b4e5-2f4180bcc09f" providerId="AD" clId="Web-{0B410C19-23CA-9371-D87A-A16F085AB569}" dt="2026-10-08T03:22:27.223" v="42" actId="20577"/>
        <pc:sldMkLst>
          <pc:docMk/>
          <pc:sldMk cId="0" sldId="265"/>
        </pc:sldMkLst>
        <pc:spChg chg="mod">
          <ac:chgData name="Swapnil Shinde" userId="S::z5118116@ad.unsw.edu.au::63da5c9f-6ed9-4ebb-b4e5-2f4180bcc09f" providerId="AD" clId="Web-{0B410C19-23CA-9371-D87A-A16F085AB569}" dt="2026-10-08T03:22:27.223" v="42" actId="20577"/>
          <ac:spMkLst>
            <pc:docMk/>
            <pc:sldMk cId="0" sldId="265"/>
            <ac:spMk id="237" creationId="{00000000-0000-0000-0000-000000000000}"/>
          </ac:spMkLst>
        </pc:spChg>
      </pc:sldChg>
      <pc:sldChg chg="modSp">
        <pc:chgData name="Swapnil Shinde" userId="S::z5118116@ad.unsw.edu.au::63da5c9f-6ed9-4ebb-b4e5-2f4180bcc09f" providerId="AD" clId="Web-{0B410C19-23CA-9371-D87A-A16F085AB569}" dt="2026-10-08T03:24:29.866" v="74" actId="14100"/>
        <pc:sldMkLst>
          <pc:docMk/>
          <pc:sldMk cId="0" sldId="269"/>
        </pc:sldMkLst>
        <pc:spChg chg="mod">
          <ac:chgData name="Swapnil Shinde" userId="S::z5118116@ad.unsw.edu.au::63da5c9f-6ed9-4ebb-b4e5-2f4180bcc09f" providerId="AD" clId="Web-{0B410C19-23CA-9371-D87A-A16F085AB569}" dt="2026-10-08T03:24:22.929" v="73" actId="20577"/>
          <ac:spMkLst>
            <pc:docMk/>
            <pc:sldMk cId="0" sldId="269"/>
            <ac:spMk id="261" creationId="{00000000-0000-0000-0000-000000000000}"/>
          </ac:spMkLst>
        </pc:spChg>
        <pc:picChg chg="mod">
          <ac:chgData name="Swapnil Shinde" userId="S::z5118116@ad.unsw.edu.au::63da5c9f-6ed9-4ebb-b4e5-2f4180bcc09f" providerId="AD" clId="Web-{0B410C19-23CA-9371-D87A-A16F085AB569}" dt="2026-10-08T03:24:29.866" v="74" actId="14100"/>
          <ac:picMkLst>
            <pc:docMk/>
            <pc:sldMk cId="0" sldId="269"/>
            <ac:picMk id="3" creationId="{BA8348B9-9313-2A2C-03EE-F046C78590B3}"/>
          </ac:picMkLst>
        </pc:picChg>
      </pc:sldChg>
      <pc:sldChg chg="modSp">
        <pc:chgData name="Swapnil Shinde" userId="S::z5118116@ad.unsw.edu.au::63da5c9f-6ed9-4ebb-b4e5-2f4180bcc09f" providerId="AD" clId="Web-{0B410C19-23CA-9371-D87A-A16F085AB569}" dt="2026-10-08T03:28:22.075" v="82" actId="1076"/>
        <pc:sldMkLst>
          <pc:docMk/>
          <pc:sldMk cId="0" sldId="272"/>
        </pc:sldMkLst>
      </pc:sldChg>
      <pc:sldChg chg="modSp">
        <pc:chgData name="Swapnil Shinde" userId="S::z5118116@ad.unsw.edu.au::63da5c9f-6ed9-4ebb-b4e5-2f4180bcc09f" providerId="AD" clId="Web-{0B410C19-23CA-9371-D87A-A16F085AB569}" dt="2026-10-08T03:24:47.804" v="75" actId="14100"/>
        <pc:sldMkLst>
          <pc:docMk/>
          <pc:sldMk cId="0" sldId="273"/>
        </pc:sldMkLst>
        <pc:picChg chg="mod">
          <ac:chgData name="Swapnil Shinde" userId="S::z5118116@ad.unsw.edu.au::63da5c9f-6ed9-4ebb-b4e5-2f4180bcc09f" providerId="AD" clId="Web-{0B410C19-23CA-9371-D87A-A16F085AB569}" dt="2026-10-08T03:24:47.804" v="75" actId="14100"/>
          <ac:picMkLst>
            <pc:docMk/>
            <pc:sldMk cId="0" sldId="273"/>
            <ac:picMk id="6" creationId="{8F98F907-3BF5-A235-BB24-3EA76A429699}"/>
          </ac:picMkLst>
        </pc:picChg>
      </pc:sldChg>
      <pc:sldChg chg="modSp">
        <pc:chgData name="Swapnil Shinde" userId="S::z5118116@ad.unsw.edu.au::63da5c9f-6ed9-4ebb-b4e5-2f4180bcc09f" providerId="AD" clId="Web-{0B410C19-23CA-9371-D87A-A16F085AB569}" dt="2026-10-08T03:23:18.115" v="58" actId="20577"/>
        <pc:sldMkLst>
          <pc:docMk/>
          <pc:sldMk cId="1510666639" sldId="278"/>
        </pc:sldMkLst>
        <pc:spChg chg="mod">
          <ac:chgData name="Swapnil Shinde" userId="S::z5118116@ad.unsw.edu.au::63da5c9f-6ed9-4ebb-b4e5-2f4180bcc09f" providerId="AD" clId="Web-{0B410C19-23CA-9371-D87A-A16F085AB569}" dt="2026-10-08T03:23:18.115" v="58" actId="20577"/>
          <ac:spMkLst>
            <pc:docMk/>
            <pc:sldMk cId="1510666639" sldId="278"/>
            <ac:spMk id="237" creationId="{B1D8E912-DEE1-6EBE-41E7-334B509CE814}"/>
          </ac:spMkLst>
        </pc:spChg>
      </pc:sldChg>
      <pc:sldChg chg="modSp">
        <pc:chgData name="Swapnil Shinde" userId="S::z5118116@ad.unsw.edu.au::63da5c9f-6ed9-4ebb-b4e5-2f4180bcc09f" providerId="AD" clId="Web-{0B410C19-23CA-9371-D87A-A16F085AB569}" dt="2026-10-08T03:20:15.954" v="18" actId="14100"/>
        <pc:sldMkLst>
          <pc:docMk/>
          <pc:sldMk cId="2315524598" sldId="279"/>
        </pc:sldMkLst>
        <pc:picChg chg="mod">
          <ac:chgData name="Swapnil Shinde" userId="S::z5118116@ad.unsw.edu.au::63da5c9f-6ed9-4ebb-b4e5-2f4180bcc09f" providerId="AD" clId="Web-{0B410C19-23CA-9371-D87A-A16F085AB569}" dt="2026-10-08T03:20:15.954" v="18" actId="14100"/>
          <ac:picMkLst>
            <pc:docMk/>
            <pc:sldMk cId="2315524598" sldId="279"/>
            <ac:picMk id="2" creationId="{53E9B7C1-39F1-7230-E84C-6E54EECEF25D}"/>
          </ac:picMkLst>
        </pc:picChg>
      </pc:sldChg>
      <pc:sldChg chg="modSp">
        <pc:chgData name="Swapnil Shinde" userId="S::z5118116@ad.unsw.edu.au::63da5c9f-6ed9-4ebb-b4e5-2f4180bcc09f" providerId="AD" clId="Web-{0B410C19-23CA-9371-D87A-A16F085AB569}" dt="2026-10-08T03:20:55.080" v="26" actId="14100"/>
        <pc:sldMkLst>
          <pc:docMk/>
          <pc:sldMk cId="267313898" sldId="280"/>
        </pc:sldMkLst>
        <pc:spChg chg="mod">
          <ac:chgData name="Swapnil Shinde" userId="S::z5118116@ad.unsw.edu.au::63da5c9f-6ed9-4ebb-b4e5-2f4180bcc09f" providerId="AD" clId="Web-{0B410C19-23CA-9371-D87A-A16F085AB569}" dt="2026-10-08T03:20:46.158" v="25" actId="14100"/>
          <ac:spMkLst>
            <pc:docMk/>
            <pc:sldMk cId="267313898" sldId="280"/>
            <ac:spMk id="6" creationId="{3DE6870C-3CD6-5D02-F4BB-12B6200F9E83}"/>
          </ac:spMkLst>
        </pc:spChg>
        <pc:picChg chg="mod">
          <ac:chgData name="Swapnil Shinde" userId="S::z5118116@ad.unsw.edu.au::63da5c9f-6ed9-4ebb-b4e5-2f4180bcc09f" providerId="AD" clId="Web-{0B410C19-23CA-9371-D87A-A16F085AB569}" dt="2026-10-08T03:20:55.080" v="26" actId="14100"/>
          <ac:picMkLst>
            <pc:docMk/>
            <pc:sldMk cId="267313898" sldId="280"/>
            <ac:picMk id="2" creationId="{7E783CFF-630B-A261-2333-499083FEDEEC}"/>
          </ac:picMkLst>
        </pc:picChg>
      </pc:sldChg>
      <pc:sldChg chg="modSp">
        <pc:chgData name="Swapnil Shinde" userId="S::z5118116@ad.unsw.edu.au::63da5c9f-6ed9-4ebb-b4e5-2f4180bcc09f" providerId="AD" clId="Web-{0B410C19-23CA-9371-D87A-A16F085AB569}" dt="2026-10-08T03:21:00.096" v="27" actId="14100"/>
        <pc:sldMkLst>
          <pc:docMk/>
          <pc:sldMk cId="1818932867" sldId="281"/>
        </pc:sldMkLst>
        <pc:picChg chg="mod">
          <ac:chgData name="Swapnil Shinde" userId="S::z5118116@ad.unsw.edu.au::63da5c9f-6ed9-4ebb-b4e5-2f4180bcc09f" providerId="AD" clId="Web-{0B410C19-23CA-9371-D87A-A16F085AB569}" dt="2026-10-08T03:21:00.096" v="27" actId="14100"/>
          <ac:picMkLst>
            <pc:docMk/>
            <pc:sldMk cId="1818932867" sldId="281"/>
            <ac:picMk id="2" creationId="{C470EDA6-D9DA-9E17-49EF-E4F90A8767A2}"/>
          </ac:picMkLst>
        </pc:picChg>
      </pc:sldChg>
    </pc:docChg>
  </pc:docChgLst>
  <pc:docChgLst>
    <pc:chgData name="Faiza Mumtaz" userId="S::z5657874@ad.unsw.edu.au::4934c3b7-3af5-449b-ae86-5201ecd9ca1a" providerId="AD" clId="Web-{152D2D71-1AA6-29F9-2D15-7F391B3F406A}"/>
    <pc:docChg chg="modSld">
      <pc:chgData name="Faiza Mumtaz" userId="S::z5657874@ad.unsw.edu.au::4934c3b7-3af5-449b-ae86-5201ecd9ca1a" providerId="AD" clId="Web-{152D2D71-1AA6-29F9-2D15-7F391B3F406A}" dt="2026-10-08T22:14:46.202" v="8"/>
      <pc:docMkLst>
        <pc:docMk/>
      </pc:docMkLst>
      <pc:sldChg chg="delSp modSp">
        <pc:chgData name="Faiza Mumtaz" userId="S::z5657874@ad.unsw.edu.au::4934c3b7-3af5-449b-ae86-5201ecd9ca1a" providerId="AD" clId="Web-{152D2D71-1AA6-29F9-2D15-7F391B3F406A}" dt="2026-10-08T22:14:46.202" v="8"/>
        <pc:sldMkLst>
          <pc:docMk/>
          <pc:sldMk cId="0" sldId="259"/>
        </pc:sldMkLst>
      </pc:sldChg>
    </pc:docChg>
  </pc:docChgLst>
  <pc:docChgLst>
    <pc:chgData name="Daniel Cao" userId="S::z5267347@ad.unsw.edu.au::7b2d97cc-6258-4008-81e9-5e3a138e5cc7" providerId="AD" clId="Web-{5C616562-FCA6-A3F9-22F9-932EBDEC9560}"/>
    <pc:docChg chg="modSld">
      <pc:chgData name="Daniel Cao" userId="S::z5267347@ad.unsw.edu.au::7b2d97cc-6258-4008-81e9-5e3a138e5cc7" providerId="AD" clId="Web-{5C616562-FCA6-A3F9-22F9-932EBDEC9560}" dt="2026-10-07T02:35:32.493" v="1" actId="1076"/>
      <pc:docMkLst>
        <pc:docMk/>
      </pc:docMkLst>
      <pc:sldChg chg="modSp">
        <pc:chgData name="Daniel Cao" userId="S::z5267347@ad.unsw.edu.au::7b2d97cc-6258-4008-81e9-5e3a138e5cc7" providerId="AD" clId="Web-{5C616562-FCA6-A3F9-22F9-932EBDEC9560}" dt="2026-10-07T02:35:32.493" v="1" actId="1076"/>
        <pc:sldMkLst>
          <pc:docMk/>
          <pc:sldMk cId="0" sldId="259"/>
        </pc:sldMkLst>
        <pc:picChg chg="mod">
          <ac:chgData name="Daniel Cao" userId="S::z5267347@ad.unsw.edu.au::7b2d97cc-6258-4008-81e9-5e3a138e5cc7" providerId="AD" clId="Web-{5C616562-FCA6-A3F9-22F9-932EBDEC9560}" dt="2026-10-07T02:35:32.493" v="1" actId="1076"/>
          <ac:picMkLst>
            <pc:docMk/>
            <pc:sldMk cId="0" sldId="259"/>
            <ac:picMk id="197" creationId="{00000000-0000-0000-0000-000000000000}"/>
          </ac:picMkLst>
        </pc:picChg>
      </pc:sldChg>
    </pc:docChg>
  </pc:docChgLst>
  <pc:docChgLst>
    <pc:chgData name="Faiza Mumtaz" userId="S::z5657874@ad.unsw.edu.au::4934c3b7-3af5-449b-ae86-5201ecd9ca1a" providerId="AD" clId="Web-{D2FFF0EE-F3A9-9E19-37BF-A02D1C64616D}"/>
    <pc:docChg chg="addSld delSld modSld">
      <pc:chgData name="Faiza Mumtaz" userId="S::z5657874@ad.unsw.edu.au::4934c3b7-3af5-449b-ae86-5201ecd9ca1a" providerId="AD" clId="Web-{D2FFF0EE-F3A9-9E19-37BF-A02D1C64616D}" dt="2026-10-05T10:31:23.679" v="1026" actId="14100"/>
      <pc:docMkLst>
        <pc:docMk/>
      </pc:docMkLst>
    </pc:docChg>
  </pc:docChgLst>
  <pc:docChgLst>
    <pc:chgData name="Faiza Mumtaz" userId="S::z5657874@ad.unsw.edu.au::4934c3b7-3af5-449b-ae86-5201ecd9ca1a" providerId="AD" clId="Web-{00000000-0000-0000-0000-000000000000}"/>
    <pc:docChg chg="modSld">
      <pc:chgData name="Faiza Mumtaz" userId="S::z5657874@ad.unsw.edu.au::4934c3b7-3af5-449b-ae86-5201ecd9ca1a" providerId="AD" clId="Web-{00000000-0000-0000-0000-000000000000}" dt="2026-10-08T05:41:14.518" v="650" actId="20577"/>
      <pc:docMkLst>
        <pc:docMk/>
      </pc:docMkLst>
    </pc:docChg>
  </pc:docChgLst>
  <pc:docChgLst>
    <pc:chgData name="Faiza Mumtaz" userId="S::z5657874@ad.unsw.edu.au::4934c3b7-3af5-449b-ae86-5201ecd9ca1a" providerId="AD" clId="Web-{7F479BEF-532E-B833-B1AF-B406C3BD1FCB}"/>
    <pc:docChg chg="modSld">
      <pc:chgData name="Faiza Mumtaz" userId="S::z5657874@ad.unsw.edu.au::4934c3b7-3af5-449b-ae86-5201ecd9ca1a" providerId="AD" clId="Web-{7F479BEF-532E-B833-B1AF-B406C3BD1FCB}" dt="2026-10-09T12:04:57.326" v="75" actId="1076"/>
      <pc:docMkLst>
        <pc:docMk/>
      </pc:docMkLst>
      <pc:sldChg chg="modSp">
        <pc:chgData name="Faiza Mumtaz" userId="S::z5657874@ad.unsw.edu.au::4934c3b7-3af5-449b-ae86-5201ecd9ca1a" providerId="AD" clId="Web-{7F479BEF-532E-B833-B1AF-B406C3BD1FCB}" dt="2026-10-09T11:57:10.681" v="35" actId="20577"/>
        <pc:sldMkLst>
          <pc:docMk/>
          <pc:sldMk cId="0" sldId="267"/>
        </pc:sldMkLst>
        <pc:spChg chg="mod">
          <ac:chgData name="Faiza Mumtaz" userId="S::z5657874@ad.unsw.edu.au::4934c3b7-3af5-449b-ae86-5201ecd9ca1a" providerId="AD" clId="Web-{7F479BEF-532E-B833-B1AF-B406C3BD1FCB}" dt="2026-10-09T11:57:10.681" v="35" actId="20577"/>
          <ac:spMkLst>
            <pc:docMk/>
            <pc:sldMk cId="0" sldId="267"/>
            <ac:spMk id="6" creationId="{D4D3B097-B732-047E-50F3-3DF2827096D2}"/>
          </ac:spMkLst>
        </pc:spChg>
      </pc:sldChg>
      <pc:sldChg chg="modSp">
        <pc:chgData name="Faiza Mumtaz" userId="S::z5657874@ad.unsw.edu.au::4934c3b7-3af5-449b-ae86-5201ecd9ca1a" providerId="AD" clId="Web-{7F479BEF-532E-B833-B1AF-B406C3BD1FCB}" dt="2026-10-09T11:56:22.679" v="21" actId="20577"/>
        <pc:sldMkLst>
          <pc:docMk/>
          <pc:sldMk cId="0" sldId="268"/>
        </pc:sldMkLst>
        <pc:spChg chg="mod">
          <ac:chgData name="Faiza Mumtaz" userId="S::z5657874@ad.unsw.edu.au::4934c3b7-3af5-449b-ae86-5201ecd9ca1a" providerId="AD" clId="Web-{7F479BEF-532E-B833-B1AF-B406C3BD1FCB}" dt="2026-10-09T08:20:59.964" v="8" actId="20577"/>
          <ac:spMkLst>
            <pc:docMk/>
            <pc:sldMk cId="0" sldId="268"/>
            <ac:spMk id="6" creationId="{168A4E4C-3A3D-2983-BFA2-77C19C3978C4}"/>
          </ac:spMkLst>
        </pc:spChg>
        <pc:spChg chg="mod">
          <ac:chgData name="Faiza Mumtaz" userId="S::z5657874@ad.unsw.edu.au::4934c3b7-3af5-449b-ae86-5201ecd9ca1a" providerId="AD" clId="Web-{7F479BEF-532E-B833-B1AF-B406C3BD1FCB}" dt="2026-10-09T11:56:22.679" v="21" actId="20577"/>
          <ac:spMkLst>
            <pc:docMk/>
            <pc:sldMk cId="0" sldId="268"/>
            <ac:spMk id="16" creationId="{33351833-AA5A-7BF2-83AC-BDD5DB6F86A8}"/>
          </ac:spMkLst>
        </pc:spChg>
      </pc:sldChg>
      <pc:sldChg chg="modSp">
        <pc:chgData name="Faiza Mumtaz" userId="S::z5657874@ad.unsw.edu.au::4934c3b7-3af5-449b-ae86-5201ecd9ca1a" providerId="AD" clId="Web-{7F479BEF-532E-B833-B1AF-B406C3BD1FCB}" dt="2026-10-09T12:02:33.554" v="72" actId="20577"/>
        <pc:sldMkLst>
          <pc:docMk/>
          <pc:sldMk cId="0" sldId="269"/>
        </pc:sldMkLst>
        <pc:spChg chg="mod">
          <ac:chgData name="Faiza Mumtaz" userId="S::z5657874@ad.unsw.edu.au::4934c3b7-3af5-449b-ae86-5201ecd9ca1a" providerId="AD" clId="Web-{7F479BEF-532E-B833-B1AF-B406C3BD1FCB}" dt="2026-10-09T12:02:33.554" v="72" actId="20577"/>
          <ac:spMkLst>
            <pc:docMk/>
            <pc:sldMk cId="0" sldId="269"/>
            <ac:spMk id="9" creationId="{483AAA81-52A8-615A-B982-43335F75B5FA}"/>
          </ac:spMkLst>
        </pc:spChg>
      </pc:sldChg>
      <pc:sldChg chg="modSp">
        <pc:chgData name="Faiza Mumtaz" userId="S::z5657874@ad.unsw.edu.au::4934c3b7-3af5-449b-ae86-5201ecd9ca1a" providerId="AD" clId="Web-{7F479BEF-532E-B833-B1AF-B406C3BD1FCB}" dt="2026-10-09T12:04:57.326" v="75" actId="1076"/>
        <pc:sldMkLst>
          <pc:docMk/>
          <pc:sldMk cId="2268933597" sldId="282"/>
        </pc:sldMkLst>
        <pc:spChg chg="mod">
          <ac:chgData name="Faiza Mumtaz" userId="S::z5657874@ad.unsw.edu.au::4934c3b7-3af5-449b-ae86-5201ecd9ca1a" providerId="AD" clId="Web-{7F479BEF-532E-B833-B1AF-B406C3BD1FCB}" dt="2026-10-09T12:04:44.951" v="74" actId="1076"/>
          <ac:spMkLst>
            <pc:docMk/>
            <pc:sldMk cId="2268933597" sldId="282"/>
            <ac:spMk id="2" creationId="{CA7F3946-7007-9CC3-1C09-36C3B93AEB08}"/>
          </ac:spMkLst>
        </pc:spChg>
        <pc:spChg chg="mod">
          <ac:chgData name="Faiza Mumtaz" userId="S::z5657874@ad.unsw.edu.au::4934c3b7-3af5-449b-ae86-5201ecd9ca1a" providerId="AD" clId="Web-{7F479BEF-532E-B833-B1AF-B406C3BD1FCB}" dt="2026-10-09T12:04:57.326" v="75" actId="1076"/>
          <ac:spMkLst>
            <pc:docMk/>
            <pc:sldMk cId="2268933597" sldId="282"/>
            <ac:spMk id="3" creationId="{9ED0E298-4528-3A49-1619-1F37E6A58AFE}"/>
          </ac:spMkLst>
        </pc:spChg>
      </pc:sldChg>
    </pc:docChg>
  </pc:docChgLst>
  <pc:docChgLst>
    <pc:chgData name="Faiza Mumtaz" userId="S::z5657874@ad.unsw.edu.au::4934c3b7-3af5-449b-ae86-5201ecd9ca1a" providerId="AD" clId="Web-{15C89970-01F0-77D3-D053-831F53431258}"/>
    <pc:docChg chg="modSld">
      <pc:chgData name="Faiza Mumtaz" userId="S::z5657874@ad.unsw.edu.au::4934c3b7-3af5-449b-ae86-5201ecd9ca1a" providerId="AD" clId="Web-{15C89970-01F0-77D3-D053-831F53431258}" dt="2026-10-06T06:56:54.320" v="253" actId="20577"/>
      <pc:docMkLst>
        <pc:docMk/>
      </pc:docMkLst>
      <pc:sldChg chg="modSp">
        <pc:chgData name="Faiza Mumtaz" userId="S::z5657874@ad.unsw.edu.au::4934c3b7-3af5-449b-ae86-5201ecd9ca1a" providerId="AD" clId="Web-{15C89970-01F0-77D3-D053-831F53431258}" dt="2026-10-06T06:56:54.320" v="253" actId="20577"/>
        <pc:sldMkLst>
          <pc:docMk/>
          <pc:sldMk cId="0" sldId="269"/>
        </pc:sldMkLst>
      </pc:sldChg>
    </pc:docChg>
  </pc:docChgLst>
  <pc:docChgLst>
    <pc:chgData name="Faiza Mumtaz" userId="S::z5657874@ad.unsw.edu.au::4934c3b7-3af5-449b-ae86-5201ecd9ca1a" providerId="AD" clId="Web-{4FE13D01-7CF2-2928-DD8D-55918A240BB4}"/>
    <pc:docChg chg="modSld">
      <pc:chgData name="Faiza Mumtaz" userId="S::z5657874@ad.unsw.edu.au::4934c3b7-3af5-449b-ae86-5201ecd9ca1a" providerId="AD" clId="Web-{4FE13D01-7CF2-2928-DD8D-55918A240BB4}" dt="2026-10-08T00:32:18.993" v="10"/>
      <pc:docMkLst>
        <pc:docMk/>
      </pc:docMkLst>
    </pc:docChg>
  </pc:docChgLst>
  <pc:docChgLst>
    <pc:chgData name="Faiza Mumtaz" userId="S::z5657874@ad.unsw.edu.au::4934c3b7-3af5-449b-ae86-5201ecd9ca1a" providerId="AD" clId="Web-{52406736-B66D-77AA-F324-6E5DC91A6DDA}"/>
    <pc:docChg chg="modSld">
      <pc:chgData name="Faiza Mumtaz" userId="S::z5657874@ad.unsw.edu.au::4934c3b7-3af5-449b-ae86-5201ecd9ca1a" providerId="AD" clId="Web-{52406736-B66D-77AA-F324-6E5DC91A6DDA}" dt="2026-10-08T22:56:31.928" v="67"/>
      <pc:docMkLst>
        <pc:docMk/>
      </pc:docMkLst>
      <pc:sldChg chg="addSp delSp modSp">
        <pc:chgData name="Faiza Mumtaz" userId="S::z5657874@ad.unsw.edu.au::4934c3b7-3af5-449b-ae86-5201ecd9ca1a" providerId="AD" clId="Web-{52406736-B66D-77AA-F324-6E5DC91A6DDA}" dt="2026-10-08T22:53:34.204" v="62" actId="1076"/>
        <pc:sldMkLst>
          <pc:docMk/>
          <pc:sldMk cId="0" sldId="259"/>
        </pc:sldMkLst>
        <pc:picChg chg="add mod modCrop">
          <ac:chgData name="Faiza Mumtaz" userId="S::z5657874@ad.unsw.edu.au::4934c3b7-3af5-449b-ae86-5201ecd9ca1a" providerId="AD" clId="Web-{52406736-B66D-77AA-F324-6E5DC91A6DDA}" dt="2026-10-08T22:53:34.204" v="62" actId="1076"/>
          <ac:picMkLst>
            <pc:docMk/>
            <pc:sldMk cId="0" sldId="259"/>
            <ac:picMk id="9" creationId="{1E9CFD8A-2C37-49BC-C7E6-279F74B51A12}"/>
          </ac:picMkLst>
        </pc:picChg>
      </pc:sldChg>
    </pc:docChg>
  </pc:docChgLst>
  <pc:docChgLst>
    <pc:chgData name="Xavier Sun" userId="S::z5647547@ad.unsw.edu.au::8eeec51a-1335-44a7-8028-1ba0b96c2012" providerId="AD" clId="Web-{DE47327B-B6F4-26F0-4165-9D0030EA9E79}"/>
    <pc:docChg chg="modSld">
      <pc:chgData name="Xavier Sun" userId="S::z5647547@ad.unsw.edu.au::8eeec51a-1335-44a7-8028-1ba0b96c2012" providerId="AD" clId="Web-{DE47327B-B6F4-26F0-4165-9D0030EA9E79}" dt="2026-10-03T07:33:32.450" v="7" actId="1076"/>
      <pc:docMkLst>
        <pc:docMk/>
      </pc:docMkLst>
      <pc:sldChg chg="modSp">
        <pc:chgData name="Xavier Sun" userId="S::z5647547@ad.unsw.edu.au::8eeec51a-1335-44a7-8028-1ba0b96c2012" providerId="AD" clId="Web-{DE47327B-B6F4-26F0-4165-9D0030EA9E79}" dt="2026-10-03T06:13:23.182" v="2" actId="20577"/>
        <pc:sldMkLst>
          <pc:docMk/>
          <pc:sldMk cId="0" sldId="256"/>
        </pc:sldMkLst>
        <pc:spChg chg="mod">
          <ac:chgData name="Xavier Sun" userId="S::z5647547@ad.unsw.edu.au::8eeec51a-1335-44a7-8028-1ba0b96c2012" providerId="AD" clId="Web-{DE47327B-B6F4-26F0-4165-9D0030EA9E79}" dt="2026-10-03T06:13:03.853" v="1" actId="20577"/>
          <ac:spMkLst>
            <pc:docMk/>
            <pc:sldMk cId="0" sldId="256"/>
            <ac:spMk id="171" creationId="{00000000-0000-0000-0000-000000000000}"/>
          </ac:spMkLst>
        </pc:spChg>
        <pc:spChg chg="mod">
          <ac:chgData name="Xavier Sun" userId="S::z5647547@ad.unsw.edu.au::8eeec51a-1335-44a7-8028-1ba0b96c2012" providerId="AD" clId="Web-{DE47327B-B6F4-26F0-4165-9D0030EA9E79}" dt="2026-10-03T06:13:23.182" v="2" actId="20577"/>
          <ac:spMkLst>
            <pc:docMk/>
            <pc:sldMk cId="0" sldId="256"/>
            <ac:spMk id="173" creationId="{00000000-0000-0000-0000-000000000000}"/>
          </ac:spMkLst>
        </pc:spChg>
      </pc:sldChg>
      <pc:sldChg chg="modSp">
        <pc:chgData name="Xavier Sun" userId="S::z5647547@ad.unsw.edu.au::8eeec51a-1335-44a7-8028-1ba0b96c2012" providerId="AD" clId="Web-{DE47327B-B6F4-26F0-4165-9D0030EA9E79}" dt="2026-10-03T06:13:33.057" v="4" actId="1076"/>
        <pc:sldMkLst>
          <pc:docMk/>
          <pc:sldMk cId="0" sldId="257"/>
        </pc:sldMkLst>
        <pc:picChg chg="mod">
          <ac:chgData name="Xavier Sun" userId="S::z5647547@ad.unsw.edu.au::8eeec51a-1335-44a7-8028-1ba0b96c2012" providerId="AD" clId="Web-{DE47327B-B6F4-26F0-4165-9D0030EA9E79}" dt="2026-10-03T06:13:33.057" v="4" actId="1076"/>
          <ac:picMkLst>
            <pc:docMk/>
            <pc:sldMk cId="0" sldId="257"/>
            <ac:picMk id="176" creationId="{00000000-0000-0000-0000-000000000000}"/>
          </ac:picMkLst>
        </pc:picChg>
      </pc:sldChg>
      <pc:sldChg chg="modSp">
        <pc:chgData name="Xavier Sun" userId="S::z5647547@ad.unsw.edu.au::8eeec51a-1335-44a7-8028-1ba0b96c2012" providerId="AD" clId="Web-{DE47327B-B6F4-26F0-4165-9D0030EA9E79}" dt="2026-10-03T07:20:23.188" v="5" actId="14100"/>
        <pc:sldMkLst>
          <pc:docMk/>
          <pc:sldMk cId="0" sldId="272"/>
        </pc:sldMkLst>
      </pc:sldChg>
      <pc:sldChg chg="modSp">
        <pc:chgData name="Xavier Sun" userId="S::z5647547@ad.unsw.edu.au::8eeec51a-1335-44a7-8028-1ba0b96c2012" providerId="AD" clId="Web-{DE47327B-B6F4-26F0-4165-9D0030EA9E79}" dt="2026-10-03T07:33:32.450" v="7" actId="1076"/>
        <pc:sldMkLst>
          <pc:docMk/>
          <pc:sldMk cId="0" sldId="273"/>
        </pc:sldMkLst>
        <pc:spChg chg="mod">
          <ac:chgData name="Xavier Sun" userId="S::z5647547@ad.unsw.edu.au::8eeec51a-1335-44a7-8028-1ba0b96c2012" providerId="AD" clId="Web-{DE47327B-B6F4-26F0-4165-9D0030EA9E79}" dt="2026-10-03T07:33:32.450" v="7" actId="1076"/>
          <ac:spMkLst>
            <pc:docMk/>
            <pc:sldMk cId="0" sldId="273"/>
            <ac:spMk id="277" creationId="{00000000-0000-0000-0000-000000000000}"/>
          </ac:spMkLst>
        </pc:spChg>
      </pc:sldChg>
    </pc:docChg>
  </pc:docChgLst>
  <pc:docChgLst>
    <pc:chgData name="Daniel Cao" userId="S::z5267347@ad.unsw.edu.au::7b2d97cc-6258-4008-81e9-5e3a138e5cc7" providerId="AD" clId="Web-{80C32AFC-72D3-485C-8167-B47649C3D979}"/>
    <pc:docChg chg="modSld">
      <pc:chgData name="Daniel Cao" userId="S::z5267347@ad.unsw.edu.au::7b2d97cc-6258-4008-81e9-5e3a138e5cc7" providerId="AD" clId="Web-{80C32AFC-72D3-485C-8167-B47649C3D979}" dt="2026-10-10T23:26:32.028" v="0"/>
      <pc:docMkLst>
        <pc:docMk/>
      </pc:docMkLst>
      <pc:sldChg chg="delSp">
        <pc:chgData name="Daniel Cao" userId="S::z5267347@ad.unsw.edu.au::7b2d97cc-6258-4008-81e9-5e3a138e5cc7" providerId="AD" clId="Web-{80C32AFC-72D3-485C-8167-B47649C3D979}" dt="2026-10-10T23:26:32.028" v="0"/>
        <pc:sldMkLst>
          <pc:docMk/>
          <pc:sldMk cId="0" sldId="265"/>
        </pc:sldMkLst>
        <pc:spChg chg="del">
          <ac:chgData name="Daniel Cao" userId="S::z5267347@ad.unsw.edu.au::7b2d97cc-6258-4008-81e9-5e3a138e5cc7" providerId="AD" clId="Web-{80C32AFC-72D3-485C-8167-B47649C3D979}" dt="2026-10-10T23:26:32.028" v="0"/>
          <ac:spMkLst>
            <pc:docMk/>
            <pc:sldMk cId="0" sldId="265"/>
            <ac:spMk id="2" creationId="{F96461BA-4B63-B598-47D8-59ABC9625B5F}"/>
          </ac:spMkLst>
        </pc:spChg>
      </pc:sldChg>
    </pc:docChg>
  </pc:docChgLst>
  <pc:docChgLst>
    <pc:chgData name="Faiza Mumtaz" userId="S::z5657874@ad.unsw.edu.au::4934c3b7-3af5-449b-ae86-5201ecd9ca1a" providerId="AD" clId="Web-{21DCE543-6ACB-8B3A-1A6F-DBF92E3AD911}"/>
    <pc:docChg chg="modSld">
      <pc:chgData name="Faiza Mumtaz" userId="S::z5657874@ad.unsw.edu.au::4934c3b7-3af5-449b-ae86-5201ecd9ca1a" providerId="AD" clId="Web-{21DCE543-6ACB-8B3A-1A6F-DBF92E3AD911}" dt="2026-10-08T03:54:53.587" v="1"/>
      <pc:docMkLst>
        <pc:docMk/>
      </pc:docMkLst>
    </pc:docChg>
  </pc:docChgLst>
  <pc:docChgLst>
    <pc:chgData name="Faiza Mumtaz" userId="S::z5657874@ad.unsw.edu.au::4934c3b7-3af5-449b-ae86-5201ecd9ca1a" providerId="AD" clId="Web-{5C31305B-1491-8F3E-0815-66A4391D5442}"/>
    <pc:docChg chg="modSld">
      <pc:chgData name="Faiza Mumtaz" userId="S::z5657874@ad.unsw.edu.au::4934c3b7-3af5-449b-ae86-5201ecd9ca1a" providerId="AD" clId="Web-{5C31305B-1491-8F3E-0815-66A4391D5442}" dt="2026-10-05T17:31:12.091" v="117" actId="20577"/>
      <pc:docMkLst>
        <pc:docMk/>
      </pc:docMkLst>
      <pc:sldChg chg="modSp">
        <pc:chgData name="Faiza Mumtaz" userId="S::z5657874@ad.unsw.edu.au::4934c3b7-3af5-449b-ae86-5201ecd9ca1a" providerId="AD" clId="Web-{5C31305B-1491-8F3E-0815-66A4391D5442}" dt="2026-10-05T17:31:12.091" v="117" actId="20577"/>
        <pc:sldMkLst>
          <pc:docMk/>
          <pc:sldMk cId="0" sldId="266"/>
        </pc:sldMkLst>
        <pc:spChg chg="mod">
          <ac:chgData name="Faiza Mumtaz" userId="S::z5657874@ad.unsw.edu.au::4934c3b7-3af5-449b-ae86-5201ecd9ca1a" providerId="AD" clId="Web-{5C31305B-1491-8F3E-0815-66A4391D5442}" dt="2026-10-05T17:31:12.091" v="117" actId="20577"/>
          <ac:spMkLst>
            <pc:docMk/>
            <pc:sldMk cId="0" sldId="266"/>
            <ac:spMk id="250" creationId="{00000000-0000-0000-0000-000000000000}"/>
          </ac:spMkLst>
        </pc:spChg>
      </pc:sldChg>
      <pc:sldChg chg="addSp delSp modSp">
        <pc:chgData name="Faiza Mumtaz" userId="S::z5657874@ad.unsw.edu.au::4934c3b7-3af5-449b-ae86-5201ecd9ca1a" providerId="AD" clId="Web-{5C31305B-1491-8F3E-0815-66A4391D5442}" dt="2026-10-05T16:31:17.094" v="108" actId="20577"/>
        <pc:sldMkLst>
          <pc:docMk/>
          <pc:sldMk cId="0" sldId="269"/>
        </pc:sldMkLst>
        <pc:spChg chg="add mod">
          <ac:chgData name="Faiza Mumtaz" userId="S::z5657874@ad.unsw.edu.au::4934c3b7-3af5-449b-ae86-5201ecd9ca1a" providerId="AD" clId="Web-{5C31305B-1491-8F3E-0815-66A4391D5442}" dt="2026-10-05T15:57:01.764" v="81" actId="1076"/>
          <ac:spMkLst>
            <pc:docMk/>
            <pc:sldMk cId="0" sldId="269"/>
            <ac:spMk id="9" creationId="{483AAA81-52A8-615A-B982-43335F75B5FA}"/>
          </ac:spMkLst>
        </pc:spChg>
        <pc:spChg chg="mod">
          <ac:chgData name="Faiza Mumtaz" userId="S::z5657874@ad.unsw.edu.au::4934c3b7-3af5-449b-ae86-5201ecd9ca1a" providerId="AD" clId="Web-{5C31305B-1491-8F3E-0815-66A4391D5442}" dt="2026-10-05T15:58:56.347" v="84" actId="1076"/>
          <ac:spMkLst>
            <pc:docMk/>
            <pc:sldMk cId="0" sldId="269"/>
            <ac:spMk id="260" creationId="{00000000-0000-0000-0000-000000000000}"/>
          </ac:spMkLst>
        </pc:spChg>
        <pc:spChg chg="mod">
          <ac:chgData name="Faiza Mumtaz" userId="S::z5657874@ad.unsw.edu.au::4934c3b7-3af5-449b-ae86-5201ecd9ca1a" providerId="AD" clId="Web-{5C31305B-1491-8F3E-0815-66A4391D5442}" dt="2026-10-05T15:58:42.956" v="83" actId="20577"/>
          <ac:spMkLst>
            <pc:docMk/>
            <pc:sldMk cId="0" sldId="269"/>
            <ac:spMk id="261" creationId="{00000000-0000-0000-0000-000000000000}"/>
          </ac:spMkLst>
        </pc:spChg>
        <pc:picChg chg="add mod">
          <ac:chgData name="Faiza Mumtaz" userId="S::z5657874@ad.unsw.edu.au::4934c3b7-3af5-449b-ae86-5201ecd9ca1a" providerId="AD" clId="Web-{5C31305B-1491-8F3E-0815-66A4391D5442}" dt="2026-10-05T15:59:13.176" v="85" actId="14100"/>
          <ac:picMkLst>
            <pc:docMk/>
            <pc:sldMk cId="0" sldId="269"/>
            <ac:picMk id="2" creationId="{440CCE43-BB3F-4E81-6C7A-6DF8B4089C7D}"/>
          </ac:picMkLst>
        </pc:picChg>
      </pc:sldChg>
    </pc:docChg>
  </pc:docChgLst>
  <pc:docChgLst>
    <pc:chgData name="Faiza Mumtaz" userId="S::z5657874@ad.unsw.edu.au::4934c3b7-3af5-449b-ae86-5201ecd9ca1a" providerId="AD" clId="Web-{CA6BE8BE-C693-E44C-FEAA-4128BD9AC8B7}"/>
    <pc:docChg chg="addSld delSld modSld">
      <pc:chgData name="Faiza Mumtaz" userId="S::z5657874@ad.unsw.edu.au::4934c3b7-3af5-449b-ae86-5201ecd9ca1a" providerId="AD" clId="Web-{CA6BE8BE-C693-E44C-FEAA-4128BD9AC8B7}" dt="2026-10-10T08:22:52.881" v="14"/>
      <pc:docMkLst>
        <pc:docMk/>
      </pc:docMkLst>
      <pc:sldChg chg="modSp">
        <pc:chgData name="Faiza Mumtaz" userId="S::z5657874@ad.unsw.edu.au::4934c3b7-3af5-449b-ae86-5201ecd9ca1a" providerId="AD" clId="Web-{CA6BE8BE-C693-E44C-FEAA-4128BD9AC8B7}" dt="2026-10-10T07:47:54.874" v="8" actId="1076"/>
        <pc:sldMkLst>
          <pc:docMk/>
          <pc:sldMk cId="0" sldId="269"/>
        </pc:sldMkLst>
        <pc:grpChg chg="mod">
          <ac:chgData name="Faiza Mumtaz" userId="S::z5657874@ad.unsw.edu.au::4934c3b7-3af5-449b-ae86-5201ecd9ca1a" providerId="AD" clId="Web-{CA6BE8BE-C693-E44C-FEAA-4128BD9AC8B7}" dt="2026-10-10T07:47:54.874" v="8" actId="1076"/>
          <ac:grpSpMkLst>
            <pc:docMk/>
            <pc:sldMk cId="0" sldId="269"/>
            <ac:grpSpMk id="11" creationId="{A68538EB-AC62-698B-7AD3-CFF8C25ED3E8}"/>
          </ac:grpSpMkLst>
        </pc:grpChg>
      </pc:sldChg>
      <pc:sldChg chg="modSp">
        <pc:chgData name="Faiza Mumtaz" userId="S::z5657874@ad.unsw.edu.au::4934c3b7-3af5-449b-ae86-5201ecd9ca1a" providerId="AD" clId="Web-{CA6BE8BE-C693-E44C-FEAA-4128BD9AC8B7}" dt="2026-10-10T07:52:12.868" v="12" actId="20577"/>
        <pc:sldMkLst>
          <pc:docMk/>
          <pc:sldMk cId="2268933597" sldId="282"/>
        </pc:sldMkLst>
        <pc:spChg chg="mod">
          <ac:chgData name="Faiza Mumtaz" userId="S::z5657874@ad.unsw.edu.au::4934c3b7-3af5-449b-ae86-5201ecd9ca1a" providerId="AD" clId="Web-{CA6BE8BE-C693-E44C-FEAA-4128BD9AC8B7}" dt="2026-10-10T07:51:59.383" v="11" actId="20577"/>
          <ac:spMkLst>
            <pc:docMk/>
            <pc:sldMk cId="2268933597" sldId="282"/>
            <ac:spMk id="2" creationId="{CA7F3946-7007-9CC3-1C09-36C3B93AEB08}"/>
          </ac:spMkLst>
        </pc:spChg>
        <pc:spChg chg="mod">
          <ac:chgData name="Faiza Mumtaz" userId="S::z5657874@ad.unsw.edu.au::4934c3b7-3af5-449b-ae86-5201ecd9ca1a" providerId="AD" clId="Web-{CA6BE8BE-C693-E44C-FEAA-4128BD9AC8B7}" dt="2026-10-10T07:52:12.868" v="12" actId="20577"/>
          <ac:spMkLst>
            <pc:docMk/>
            <pc:sldMk cId="2268933597" sldId="282"/>
            <ac:spMk id="3" creationId="{9ED0E298-4528-3A49-1619-1F37E6A58AFE}"/>
          </ac:spMkLst>
        </pc:spChg>
      </pc:sldChg>
      <pc:sldChg chg="del">
        <pc:chgData name="Faiza Mumtaz" userId="S::z5657874@ad.unsw.edu.au::4934c3b7-3af5-449b-ae86-5201ecd9ca1a" providerId="AD" clId="Web-{CA6BE8BE-C693-E44C-FEAA-4128BD9AC8B7}" dt="2026-10-10T07:02:54.524" v="0"/>
        <pc:sldMkLst>
          <pc:docMk/>
          <pc:sldMk cId="2828611653" sldId="286"/>
        </pc:sldMkLst>
      </pc:sldChg>
      <pc:sldChg chg="del">
        <pc:chgData name="Faiza Mumtaz" userId="S::z5657874@ad.unsw.edu.au::4934c3b7-3af5-449b-ae86-5201ecd9ca1a" providerId="AD" clId="Web-{CA6BE8BE-C693-E44C-FEAA-4128BD9AC8B7}" dt="2026-10-10T07:03:00.212" v="1"/>
        <pc:sldMkLst>
          <pc:docMk/>
          <pc:sldMk cId="1904571215" sldId="287"/>
        </pc:sldMkLst>
      </pc:sldChg>
      <pc:sldChg chg="del">
        <pc:chgData name="Faiza Mumtaz" userId="S::z5657874@ad.unsw.edu.au::4934c3b7-3af5-449b-ae86-5201ecd9ca1a" providerId="AD" clId="Web-{CA6BE8BE-C693-E44C-FEAA-4128BD9AC8B7}" dt="2026-10-10T07:44:55.477" v="7"/>
        <pc:sldMkLst>
          <pc:docMk/>
          <pc:sldMk cId="4245755829" sldId="293"/>
        </pc:sldMkLst>
      </pc:sldChg>
      <pc:sldChg chg="del">
        <pc:chgData name="Faiza Mumtaz" userId="S::z5657874@ad.unsw.edu.au::4934c3b7-3af5-449b-ae86-5201ecd9ca1a" providerId="AD" clId="Web-{CA6BE8BE-C693-E44C-FEAA-4128BD9AC8B7}" dt="2026-10-10T07:44:50.540" v="6"/>
        <pc:sldMkLst>
          <pc:docMk/>
          <pc:sldMk cId="1758004884" sldId="294"/>
        </pc:sldMkLst>
      </pc:sldChg>
      <pc:sldChg chg="delSp del">
        <pc:chgData name="Faiza Mumtaz" userId="S::z5657874@ad.unsw.edu.au::4934c3b7-3af5-449b-ae86-5201ecd9ca1a" providerId="AD" clId="Web-{CA6BE8BE-C693-E44C-FEAA-4128BD9AC8B7}" dt="2026-10-10T08:22:52.881" v="14"/>
        <pc:sldMkLst>
          <pc:docMk/>
          <pc:sldMk cId="195001738" sldId="301"/>
        </pc:sldMkLst>
        <pc:grpChg chg="del">
          <ac:chgData name="Faiza Mumtaz" userId="S::z5657874@ad.unsw.edu.au::4934c3b7-3af5-449b-ae86-5201ecd9ca1a" providerId="AD" clId="Web-{CA6BE8BE-C693-E44C-FEAA-4128BD9AC8B7}" dt="2026-10-10T08:22:42.835" v="13"/>
          <ac:grpSpMkLst>
            <pc:docMk/>
            <pc:sldMk cId="195001738" sldId="301"/>
            <ac:grpSpMk id="14" creationId="{213C1AAA-2243-D9FD-8F1D-99B4BB0C69B1}"/>
          </ac:grpSpMkLst>
        </pc:grpChg>
      </pc:sldChg>
      <pc:sldChg chg="modSp add replId">
        <pc:chgData name="Faiza Mumtaz" userId="S::z5657874@ad.unsw.edu.au::4934c3b7-3af5-449b-ae86-5201ecd9ca1a" providerId="AD" clId="Web-{CA6BE8BE-C693-E44C-FEAA-4128BD9AC8B7}" dt="2026-10-10T07:04:14.743" v="4" actId="1076"/>
        <pc:sldMkLst>
          <pc:docMk/>
          <pc:sldMk cId="1385424565" sldId="312"/>
        </pc:sldMkLst>
        <pc:grpChg chg="mod">
          <ac:chgData name="Faiza Mumtaz" userId="S::z5657874@ad.unsw.edu.au::4934c3b7-3af5-449b-ae86-5201ecd9ca1a" providerId="AD" clId="Web-{CA6BE8BE-C693-E44C-FEAA-4128BD9AC8B7}" dt="2026-10-10T07:04:14.743" v="4" actId="1076"/>
          <ac:grpSpMkLst>
            <pc:docMk/>
            <pc:sldMk cId="1385424565" sldId="312"/>
            <ac:grpSpMk id="12" creationId="{7F1338A4-2BC1-1947-D2EA-60E962303330}"/>
          </ac:grpSpMkLst>
        </pc:grpChg>
      </pc:sldChg>
      <pc:sldChg chg="modSp add replId">
        <pc:chgData name="Faiza Mumtaz" userId="S::z5657874@ad.unsw.edu.au::4934c3b7-3af5-449b-ae86-5201ecd9ca1a" providerId="AD" clId="Web-{CA6BE8BE-C693-E44C-FEAA-4128BD9AC8B7}" dt="2026-10-10T07:04:29.414" v="5" actId="1076"/>
        <pc:sldMkLst>
          <pc:docMk/>
          <pc:sldMk cId="320923046" sldId="313"/>
        </pc:sldMkLst>
        <pc:grpChg chg="mod">
          <ac:chgData name="Faiza Mumtaz" userId="S::z5657874@ad.unsw.edu.au::4934c3b7-3af5-449b-ae86-5201ecd9ca1a" providerId="AD" clId="Web-{CA6BE8BE-C693-E44C-FEAA-4128BD9AC8B7}" dt="2026-10-10T07:04:29.414" v="5" actId="1076"/>
          <ac:grpSpMkLst>
            <pc:docMk/>
            <pc:sldMk cId="320923046" sldId="313"/>
            <ac:grpSpMk id="12" creationId="{77D34626-2898-1448-4498-210C638AF0F0}"/>
          </ac:grpSpMkLst>
        </pc:grpChg>
      </pc:sldChg>
    </pc:docChg>
  </pc:docChgLst>
  <pc:docChgLst>
    <pc:chgData name="Xavier Sun" userId="8eeec51a-1335-44a7-8028-1ba0b96c2012" providerId="ADAL" clId="{E3C48C2B-B86A-5EEB-9356-5B80AAD41A8C}"/>
    <pc:docChg chg="undo custSel addSld modSld sldOrd">
      <pc:chgData name="Xavier Sun" userId="8eeec51a-1335-44a7-8028-1ba0b96c2012" providerId="ADAL" clId="{E3C48C2B-B86A-5EEB-9356-5B80AAD41A8C}" dt="2026-10-10T09:56:51.088" v="4037"/>
      <pc:docMkLst>
        <pc:docMk/>
      </pc:docMkLst>
      <pc:sldChg chg="addSp modSp mod">
        <pc:chgData name="Xavier Sun" userId="8eeec51a-1335-44a7-8028-1ba0b96c2012" providerId="ADAL" clId="{E3C48C2B-B86A-5EEB-9356-5B80AAD41A8C}" dt="2026-10-10T05:09:49.508" v="3464" actId="1076"/>
        <pc:sldMkLst>
          <pc:docMk/>
          <pc:sldMk cId="0" sldId="256"/>
        </pc:sldMkLst>
        <pc:spChg chg="mod">
          <ac:chgData name="Xavier Sun" userId="8eeec51a-1335-44a7-8028-1ba0b96c2012" providerId="ADAL" clId="{E3C48C2B-B86A-5EEB-9356-5B80AAD41A8C}" dt="2026-10-03T06:03:47.460" v="13" actId="1036"/>
          <ac:spMkLst>
            <pc:docMk/>
            <pc:sldMk cId="0" sldId="256"/>
            <ac:spMk id="171" creationId="{00000000-0000-0000-0000-000000000000}"/>
          </ac:spMkLst>
        </pc:spChg>
        <pc:spChg chg="mod">
          <ac:chgData name="Xavier Sun" userId="8eeec51a-1335-44a7-8028-1ba0b96c2012" providerId="ADAL" clId="{E3C48C2B-B86A-5EEB-9356-5B80AAD41A8C}" dt="2026-10-03T06:04:26.055" v="30" actId="12"/>
          <ac:spMkLst>
            <pc:docMk/>
            <pc:sldMk cId="0" sldId="256"/>
            <ac:spMk id="173" creationId="{00000000-0000-0000-0000-000000000000}"/>
          </ac:spMkLst>
        </pc:spChg>
        <pc:picChg chg="add mod">
          <ac:chgData name="Xavier Sun" userId="8eeec51a-1335-44a7-8028-1ba0b96c2012" providerId="ADAL" clId="{E3C48C2B-B86A-5EEB-9356-5B80AAD41A8C}" dt="2026-10-06T07:56:04.633" v="1651" actId="1037"/>
          <ac:picMkLst>
            <pc:docMk/>
            <pc:sldMk cId="0" sldId="256"/>
            <ac:picMk id="2" creationId="{84BD2891-076E-61B6-51E2-84CE5B5A2D6C}"/>
          </ac:picMkLst>
        </pc:picChg>
        <pc:picChg chg="mod">
          <ac:chgData name="Xavier Sun" userId="8eeec51a-1335-44a7-8028-1ba0b96c2012" providerId="ADAL" clId="{E3C48C2B-B86A-5EEB-9356-5B80AAD41A8C}" dt="2026-10-10T05:09:49.508" v="3464" actId="1076"/>
          <ac:picMkLst>
            <pc:docMk/>
            <pc:sldMk cId="0" sldId="256"/>
            <ac:picMk id="174" creationId="{00000000-0000-0000-0000-000000000000}"/>
          </ac:picMkLst>
        </pc:picChg>
      </pc:sldChg>
      <pc:sldChg chg="addSp delSp modSp mod modNotesTx">
        <pc:chgData name="Xavier Sun" userId="8eeec51a-1335-44a7-8028-1ba0b96c2012" providerId="ADAL" clId="{E3C48C2B-B86A-5EEB-9356-5B80AAD41A8C}" dt="2026-10-10T05:05:48.062" v="3415" actId="14100"/>
        <pc:sldMkLst>
          <pc:docMk/>
          <pc:sldMk cId="0" sldId="257"/>
        </pc:sldMkLst>
        <pc:spChg chg="mod">
          <ac:chgData name="Xavier Sun" userId="8eeec51a-1335-44a7-8028-1ba0b96c2012" providerId="ADAL" clId="{E3C48C2B-B86A-5EEB-9356-5B80AAD41A8C}" dt="2026-10-03T06:05:48.274" v="70" actId="20577"/>
          <ac:spMkLst>
            <pc:docMk/>
            <pc:sldMk cId="0" sldId="257"/>
            <ac:spMk id="178" creationId="{00000000-0000-0000-0000-000000000000}"/>
          </ac:spMkLst>
        </pc:spChg>
        <pc:picChg chg="add mod">
          <ac:chgData name="Xavier Sun" userId="8eeec51a-1335-44a7-8028-1ba0b96c2012" providerId="ADAL" clId="{E3C48C2B-B86A-5EEB-9356-5B80AAD41A8C}" dt="2026-10-10T05:05:48.062" v="3415" actId="14100"/>
          <ac:picMkLst>
            <pc:docMk/>
            <pc:sldMk cId="0" sldId="257"/>
            <ac:picMk id="2" creationId="{71F6831E-7DC7-4D0A-4DE6-2FB8FFF3F55D}"/>
          </ac:picMkLst>
        </pc:picChg>
        <pc:picChg chg="add del mod">
          <ac:chgData name="Xavier Sun" userId="8eeec51a-1335-44a7-8028-1ba0b96c2012" providerId="ADAL" clId="{E3C48C2B-B86A-5EEB-9356-5B80AAD41A8C}" dt="2026-10-10T05:05:45.317" v="3413" actId="478"/>
          <ac:picMkLst>
            <pc:docMk/>
            <pc:sldMk cId="0" sldId="257"/>
            <ac:picMk id="3" creationId="{557DB15B-EC2B-41D8-98D9-6882CFF82BB2}"/>
          </ac:picMkLst>
        </pc:picChg>
        <pc:picChg chg="mod">
          <ac:chgData name="Xavier Sun" userId="8eeec51a-1335-44a7-8028-1ba0b96c2012" providerId="ADAL" clId="{E3C48C2B-B86A-5EEB-9356-5B80AAD41A8C}" dt="2026-10-03T06:06:22.797" v="73" actId="1076"/>
          <ac:picMkLst>
            <pc:docMk/>
            <pc:sldMk cId="0" sldId="257"/>
            <ac:picMk id="176" creationId="{00000000-0000-0000-0000-000000000000}"/>
          </ac:picMkLst>
        </pc:picChg>
      </pc:sldChg>
      <pc:sldChg chg="addSp modSp mod">
        <pc:chgData name="Xavier Sun" userId="8eeec51a-1335-44a7-8028-1ba0b96c2012" providerId="ADAL" clId="{E3C48C2B-B86A-5EEB-9356-5B80AAD41A8C}" dt="2026-10-10T05:05:28.048" v="3406" actId="1076"/>
        <pc:sldMkLst>
          <pc:docMk/>
          <pc:sldMk cId="0" sldId="258"/>
        </pc:sldMkLst>
        <pc:picChg chg="add mod">
          <ac:chgData name="Xavier Sun" userId="8eeec51a-1335-44a7-8028-1ba0b96c2012" providerId="ADAL" clId="{E3C48C2B-B86A-5EEB-9356-5B80AAD41A8C}" dt="2026-10-10T05:05:28.048" v="3406" actId="1076"/>
          <ac:picMkLst>
            <pc:docMk/>
            <pc:sldMk cId="0" sldId="258"/>
            <ac:picMk id="3" creationId="{03B2F744-EB09-ED93-5827-C962FAD0492C}"/>
          </ac:picMkLst>
        </pc:picChg>
      </pc:sldChg>
      <pc:sldChg chg="addSp delSp modSp mod">
        <pc:chgData name="Xavier Sun" userId="8eeec51a-1335-44a7-8028-1ba0b96c2012" providerId="ADAL" clId="{E3C48C2B-B86A-5EEB-9356-5B80AAD41A8C}" dt="2026-10-10T02:42:21.457" v="2796" actId="14100"/>
        <pc:sldMkLst>
          <pc:docMk/>
          <pc:sldMk cId="0" sldId="259"/>
        </pc:sldMkLst>
        <pc:spChg chg="mod">
          <ac:chgData name="Xavier Sun" userId="8eeec51a-1335-44a7-8028-1ba0b96c2012" providerId="ADAL" clId="{E3C48C2B-B86A-5EEB-9356-5B80AAD41A8C}" dt="2026-10-10T02:42:21.457" v="2796" actId="14100"/>
          <ac:spMkLst>
            <pc:docMk/>
            <pc:sldMk cId="0" sldId="259"/>
            <ac:spMk id="183" creationId="{00000000-0000-0000-0000-000000000000}"/>
          </ac:spMkLst>
        </pc:spChg>
        <pc:spChg chg="mod">
          <ac:chgData name="Xavier Sun" userId="8eeec51a-1335-44a7-8028-1ba0b96c2012" providerId="ADAL" clId="{E3C48C2B-B86A-5EEB-9356-5B80AAD41A8C}" dt="2026-10-06T08:14:39.183" v="1786" actId="1076"/>
          <ac:spMkLst>
            <pc:docMk/>
            <pc:sldMk cId="0" sldId="259"/>
            <ac:spMk id="188" creationId="{00000000-0000-0000-0000-000000000000}"/>
          </ac:spMkLst>
        </pc:spChg>
        <pc:spChg chg="mod">
          <ac:chgData name="Xavier Sun" userId="8eeec51a-1335-44a7-8028-1ba0b96c2012" providerId="ADAL" clId="{E3C48C2B-B86A-5EEB-9356-5B80AAD41A8C}" dt="2026-10-08T11:07:16.170" v="2066" actId="20577"/>
          <ac:spMkLst>
            <pc:docMk/>
            <pc:sldMk cId="0" sldId="259"/>
            <ac:spMk id="189" creationId="{00000000-0000-0000-0000-000000000000}"/>
          </ac:spMkLst>
        </pc:spChg>
        <pc:picChg chg="mod modCrop">
          <ac:chgData name="Xavier Sun" userId="8eeec51a-1335-44a7-8028-1ba0b96c2012" providerId="ADAL" clId="{E3C48C2B-B86A-5EEB-9356-5B80AAD41A8C}" dt="2026-10-08T08:31:20.206" v="2040" actId="1076"/>
          <ac:picMkLst>
            <pc:docMk/>
            <pc:sldMk cId="0" sldId="259"/>
            <ac:picMk id="2" creationId="{C5FC1953-0910-8AE1-67AF-B2502803452E}"/>
          </ac:picMkLst>
        </pc:picChg>
        <pc:picChg chg="add mod">
          <ac:chgData name="Xavier Sun" userId="8eeec51a-1335-44a7-8028-1ba0b96c2012" providerId="ADAL" clId="{E3C48C2B-B86A-5EEB-9356-5B80AAD41A8C}" dt="2026-10-10T02:42:06.203" v="2792" actId="1037"/>
          <ac:picMkLst>
            <pc:docMk/>
            <pc:sldMk cId="0" sldId="259"/>
            <ac:picMk id="3" creationId="{BD2DC0F1-E1BF-5C96-2F06-826082D09DA4}"/>
          </ac:picMkLst>
        </pc:picChg>
        <pc:picChg chg="add mod modCrop">
          <ac:chgData name="Xavier Sun" userId="8eeec51a-1335-44a7-8028-1ba0b96c2012" providerId="ADAL" clId="{E3C48C2B-B86A-5EEB-9356-5B80AAD41A8C}" dt="2026-10-08T08:30:02.128" v="2029" actId="1076"/>
          <ac:picMkLst>
            <pc:docMk/>
            <pc:sldMk cId="0" sldId="259"/>
            <ac:picMk id="7" creationId="{7CE4DFA1-4AE1-416A-FA11-0404559DD4A7}"/>
          </ac:picMkLst>
        </pc:picChg>
        <pc:picChg chg="mod modCrop">
          <ac:chgData name="Xavier Sun" userId="8eeec51a-1335-44a7-8028-1ba0b96c2012" providerId="ADAL" clId="{E3C48C2B-B86A-5EEB-9356-5B80AAD41A8C}" dt="2026-10-08T08:31:47.222" v="2047" actId="1076"/>
          <ac:picMkLst>
            <pc:docMk/>
            <pc:sldMk cId="0" sldId="259"/>
            <ac:picMk id="197" creationId="{00000000-0000-0000-0000-000000000000}"/>
          </ac:picMkLst>
        </pc:picChg>
      </pc:sldChg>
      <pc:sldChg chg="addSp delSp modSp mod">
        <pc:chgData name="Xavier Sun" userId="8eeec51a-1335-44a7-8028-1ba0b96c2012" providerId="ADAL" clId="{E3C48C2B-B86A-5EEB-9356-5B80AAD41A8C}" dt="2026-10-10T05:05:51.122" v="3417"/>
        <pc:sldMkLst>
          <pc:docMk/>
          <pc:sldMk cId="0" sldId="260"/>
        </pc:sldMkLst>
        <pc:spChg chg="mod">
          <ac:chgData name="Xavier Sun" userId="8eeec51a-1335-44a7-8028-1ba0b96c2012" providerId="ADAL" clId="{E3C48C2B-B86A-5EEB-9356-5B80AAD41A8C}" dt="2026-10-06T08:10:23.335" v="1726" actId="20577"/>
          <ac:spMkLst>
            <pc:docMk/>
            <pc:sldMk cId="0" sldId="260"/>
            <ac:spMk id="203" creationId="{00000000-0000-0000-0000-000000000000}"/>
          </ac:spMkLst>
        </pc:spChg>
        <pc:picChg chg="add mod">
          <ac:chgData name="Xavier Sun" userId="8eeec51a-1335-44a7-8028-1ba0b96c2012" providerId="ADAL" clId="{E3C48C2B-B86A-5EEB-9356-5B80AAD41A8C}" dt="2026-10-10T05:05:51.122" v="3417"/>
          <ac:picMkLst>
            <pc:docMk/>
            <pc:sldMk cId="0" sldId="260"/>
            <ac:picMk id="2" creationId="{9326FD14-7142-FA2B-F3F9-AD1CF342BAF4}"/>
          </ac:picMkLst>
        </pc:picChg>
        <pc:picChg chg="add del mod">
          <ac:chgData name="Xavier Sun" userId="8eeec51a-1335-44a7-8028-1ba0b96c2012" providerId="ADAL" clId="{E3C48C2B-B86A-5EEB-9356-5B80AAD41A8C}" dt="2026-10-10T05:05:50.873" v="3416" actId="478"/>
          <ac:picMkLst>
            <pc:docMk/>
            <pc:sldMk cId="0" sldId="260"/>
            <ac:picMk id="3" creationId="{129BB970-505F-096C-6572-18CD0EEA79C4}"/>
          </ac:picMkLst>
        </pc:picChg>
      </pc:sldChg>
      <pc:sldChg chg="addSp modSp mod">
        <pc:chgData name="Xavier Sun" userId="8eeec51a-1335-44a7-8028-1ba0b96c2012" providerId="ADAL" clId="{E3C48C2B-B86A-5EEB-9356-5B80AAD41A8C}" dt="2026-10-06T08:12:40.714" v="1762" actId="1076"/>
        <pc:sldMkLst>
          <pc:docMk/>
          <pc:sldMk cId="0" sldId="261"/>
        </pc:sldMkLst>
        <pc:spChg chg="mod">
          <ac:chgData name="Xavier Sun" userId="8eeec51a-1335-44a7-8028-1ba0b96c2012" providerId="ADAL" clId="{E3C48C2B-B86A-5EEB-9356-5B80AAD41A8C}" dt="2026-10-06T08:12:40.714" v="1762" actId="1076"/>
          <ac:spMkLst>
            <pc:docMk/>
            <pc:sldMk cId="0" sldId="261"/>
            <ac:spMk id="205" creationId="{00000000-0000-0000-0000-000000000000}"/>
          </ac:spMkLst>
        </pc:spChg>
        <pc:spChg chg="mod">
          <ac:chgData name="Xavier Sun" userId="8eeec51a-1335-44a7-8028-1ba0b96c2012" providerId="ADAL" clId="{E3C48C2B-B86A-5EEB-9356-5B80AAD41A8C}" dt="2026-10-06T07:44:26.305" v="1629"/>
          <ac:spMkLst>
            <pc:docMk/>
            <pc:sldMk cId="0" sldId="261"/>
            <ac:spMk id="207" creationId="{00000000-0000-0000-0000-000000000000}"/>
          </ac:spMkLst>
        </pc:spChg>
        <pc:picChg chg="add mod">
          <ac:chgData name="Xavier Sun" userId="8eeec51a-1335-44a7-8028-1ba0b96c2012" providerId="ADAL" clId="{E3C48C2B-B86A-5EEB-9356-5B80AAD41A8C}" dt="2026-10-06T08:12:29.304" v="1760"/>
          <ac:picMkLst>
            <pc:docMk/>
            <pc:sldMk cId="0" sldId="261"/>
            <ac:picMk id="6" creationId="{E6B07BDB-F4A1-CC00-03B3-E73C380050BA}"/>
          </ac:picMkLst>
        </pc:picChg>
      </pc:sldChg>
      <pc:sldChg chg="addSp modSp mod">
        <pc:chgData name="Xavier Sun" userId="8eeec51a-1335-44a7-8028-1ba0b96c2012" providerId="ADAL" clId="{E3C48C2B-B86A-5EEB-9356-5B80AAD41A8C}" dt="2026-10-06T07:54:53.284" v="1631" actId="1076"/>
        <pc:sldMkLst>
          <pc:docMk/>
          <pc:sldMk cId="0" sldId="262"/>
        </pc:sldMkLst>
        <pc:picChg chg="add mod">
          <ac:chgData name="Xavier Sun" userId="8eeec51a-1335-44a7-8028-1ba0b96c2012" providerId="ADAL" clId="{E3C48C2B-B86A-5EEB-9356-5B80AAD41A8C}" dt="2026-10-06T07:54:53.284" v="1631" actId="1076"/>
          <ac:picMkLst>
            <pc:docMk/>
            <pc:sldMk cId="0" sldId="262"/>
            <ac:picMk id="4" creationId="{A6E038FE-0179-3C88-B796-92F3545C639E}"/>
          </ac:picMkLst>
        </pc:picChg>
      </pc:sldChg>
      <pc:sldChg chg="addSp delSp modSp mod">
        <pc:chgData name="Xavier Sun" userId="8eeec51a-1335-44a7-8028-1ba0b96c2012" providerId="ADAL" clId="{E3C48C2B-B86A-5EEB-9356-5B80AAD41A8C}" dt="2026-10-10T05:06:19.398" v="3423"/>
        <pc:sldMkLst>
          <pc:docMk/>
          <pc:sldMk cId="0" sldId="263"/>
        </pc:sldMkLst>
        <pc:spChg chg="del">
          <ac:chgData name="Xavier Sun" userId="8eeec51a-1335-44a7-8028-1ba0b96c2012" providerId="ADAL" clId="{E3C48C2B-B86A-5EEB-9356-5B80AAD41A8C}" dt="2026-10-10T05:06:11.309" v="3420" actId="478"/>
          <ac:spMkLst>
            <pc:docMk/>
            <pc:sldMk cId="0" sldId="263"/>
            <ac:spMk id="3" creationId="{AA8EA8C8-9359-9C50-C386-0B9E144CC38B}"/>
          </ac:spMkLst>
        </pc:spChg>
        <pc:spChg chg="add del mod">
          <ac:chgData name="Xavier Sun" userId="8eeec51a-1335-44a7-8028-1ba0b96c2012" providerId="ADAL" clId="{E3C48C2B-B86A-5EEB-9356-5B80AAD41A8C}" dt="2026-10-10T05:06:19.398" v="3423"/>
          <ac:spMkLst>
            <pc:docMk/>
            <pc:sldMk cId="0" sldId="263"/>
            <ac:spMk id="5" creationId="{0FD5705A-5A92-99D5-E4D1-82F04C1608A4}"/>
          </ac:spMkLst>
        </pc:spChg>
        <pc:spChg chg="mod">
          <ac:chgData name="Xavier Sun" userId="8eeec51a-1335-44a7-8028-1ba0b96c2012" providerId="ADAL" clId="{E3C48C2B-B86A-5EEB-9356-5B80AAD41A8C}" dt="2026-10-06T08:10:17.369" v="1721" actId="20577"/>
          <ac:spMkLst>
            <pc:docMk/>
            <pc:sldMk cId="0" sldId="263"/>
            <ac:spMk id="214" creationId="{00000000-0000-0000-0000-000000000000}"/>
          </ac:spMkLst>
        </pc:spChg>
        <pc:picChg chg="add mod">
          <ac:chgData name="Xavier Sun" userId="8eeec51a-1335-44a7-8028-1ba0b96c2012" providerId="ADAL" clId="{E3C48C2B-B86A-5EEB-9356-5B80AAD41A8C}" dt="2026-10-10T05:06:02.815" v="3419"/>
          <ac:picMkLst>
            <pc:docMk/>
            <pc:sldMk cId="0" sldId="263"/>
            <ac:picMk id="2" creationId="{5106A199-530A-A37F-3EF1-7D5694AED779}"/>
          </ac:picMkLst>
        </pc:picChg>
        <pc:picChg chg="add del mod">
          <ac:chgData name="Xavier Sun" userId="8eeec51a-1335-44a7-8028-1ba0b96c2012" providerId="ADAL" clId="{E3C48C2B-B86A-5EEB-9356-5B80AAD41A8C}" dt="2026-10-10T05:06:02.577" v="3418" actId="478"/>
          <ac:picMkLst>
            <pc:docMk/>
            <pc:sldMk cId="0" sldId="263"/>
            <ac:picMk id="4" creationId="{476D48D8-2A3F-48D6-4EAA-187EA35DFB9E}"/>
          </ac:picMkLst>
        </pc:picChg>
      </pc:sldChg>
      <pc:sldChg chg="addSp modSp mod">
        <pc:chgData name="Xavier Sun" userId="8eeec51a-1335-44a7-8028-1ba0b96c2012" providerId="ADAL" clId="{E3C48C2B-B86A-5EEB-9356-5B80AAD41A8C}" dt="2026-10-10T03:26:41.306" v="3090" actId="1076"/>
        <pc:sldMkLst>
          <pc:docMk/>
          <pc:sldMk cId="0" sldId="264"/>
        </pc:sldMkLst>
        <pc:spChg chg="mod">
          <ac:chgData name="Xavier Sun" userId="8eeec51a-1335-44a7-8028-1ba0b96c2012" providerId="ADAL" clId="{E3C48C2B-B86A-5EEB-9356-5B80AAD41A8C}" dt="2026-10-10T03:26:38.912" v="3089" actId="14100"/>
          <ac:spMkLst>
            <pc:docMk/>
            <pc:sldMk cId="0" sldId="264"/>
            <ac:spMk id="9" creationId="{B8755BA1-B402-119F-C232-9E860907AEA5}"/>
          </ac:spMkLst>
        </pc:spChg>
        <pc:spChg chg="mod">
          <ac:chgData name="Xavier Sun" userId="8eeec51a-1335-44a7-8028-1ba0b96c2012" providerId="ADAL" clId="{E3C48C2B-B86A-5EEB-9356-5B80AAD41A8C}" dt="2026-10-10T03:26:41.306" v="3090" actId="1076"/>
          <ac:spMkLst>
            <pc:docMk/>
            <pc:sldMk cId="0" sldId="264"/>
            <ac:spMk id="24" creationId="{B77ABBDA-F67E-07AA-FEF8-8350FD49C706}"/>
          </ac:spMkLst>
        </pc:spChg>
        <pc:spChg chg="mod">
          <ac:chgData name="Xavier Sun" userId="8eeec51a-1335-44a7-8028-1ba0b96c2012" providerId="ADAL" clId="{E3C48C2B-B86A-5EEB-9356-5B80AAD41A8C}" dt="2026-10-10T02:42:57.374" v="2798" actId="27636"/>
          <ac:spMkLst>
            <pc:docMk/>
            <pc:sldMk cId="0" sldId="264"/>
            <ac:spMk id="26" creationId="{660C5B3A-DAD9-4B60-6C7E-053852C38335}"/>
          </ac:spMkLst>
        </pc:spChg>
        <pc:picChg chg="add mod">
          <ac:chgData name="Xavier Sun" userId="8eeec51a-1335-44a7-8028-1ba0b96c2012" providerId="ADAL" clId="{E3C48C2B-B86A-5EEB-9356-5B80AAD41A8C}" dt="2026-10-06T08:12:50.992" v="1765" actId="14100"/>
          <ac:picMkLst>
            <pc:docMk/>
            <pc:sldMk cId="0" sldId="264"/>
            <ac:picMk id="2" creationId="{6681C2FE-82B7-519D-0643-D3DE76D8696D}"/>
          </ac:picMkLst>
        </pc:picChg>
      </pc:sldChg>
      <pc:sldChg chg="addSp modSp">
        <pc:chgData name="Xavier Sun" userId="8eeec51a-1335-44a7-8028-1ba0b96c2012" providerId="ADAL" clId="{E3C48C2B-B86A-5EEB-9356-5B80AAD41A8C}" dt="2026-10-06T08:12:55.222" v="1766"/>
        <pc:sldMkLst>
          <pc:docMk/>
          <pc:sldMk cId="0" sldId="265"/>
        </pc:sldMkLst>
      </pc:sldChg>
      <pc:sldChg chg="addSp delSp modSp mod">
        <pc:chgData name="Xavier Sun" userId="8eeec51a-1335-44a7-8028-1ba0b96c2012" providerId="ADAL" clId="{E3C48C2B-B86A-5EEB-9356-5B80AAD41A8C}" dt="2026-10-10T05:06:26.251" v="3426"/>
        <pc:sldMkLst>
          <pc:docMk/>
          <pc:sldMk cId="0" sldId="266"/>
        </pc:sldMkLst>
        <pc:picChg chg="add del mod">
          <ac:chgData name="Xavier Sun" userId="8eeec51a-1335-44a7-8028-1ba0b96c2012" providerId="ADAL" clId="{E3C48C2B-B86A-5EEB-9356-5B80AAD41A8C}" dt="2026-10-10T05:06:25.985" v="3425" actId="478"/>
          <ac:picMkLst>
            <pc:docMk/>
            <pc:sldMk cId="0" sldId="266"/>
            <ac:picMk id="2" creationId="{23E0565D-05B6-8963-B3AB-4106E49FF432}"/>
          </ac:picMkLst>
        </pc:picChg>
        <pc:picChg chg="add mod">
          <ac:chgData name="Xavier Sun" userId="8eeec51a-1335-44a7-8028-1ba0b96c2012" providerId="ADAL" clId="{E3C48C2B-B86A-5EEB-9356-5B80AAD41A8C}" dt="2026-10-10T05:06:26.251" v="3426"/>
          <ac:picMkLst>
            <pc:docMk/>
            <pc:sldMk cId="0" sldId="266"/>
            <ac:picMk id="3" creationId="{2FADFDC7-7864-3909-9D63-FD0ADB5DAC82}"/>
          </ac:picMkLst>
        </pc:picChg>
      </pc:sldChg>
      <pc:sldChg chg="addSp delSp modSp mod">
        <pc:chgData name="Xavier Sun" userId="8eeec51a-1335-44a7-8028-1ba0b96c2012" providerId="ADAL" clId="{E3C48C2B-B86A-5EEB-9356-5B80AAD41A8C}" dt="2026-10-08T12:07:40.878" v="2787" actId="1076"/>
        <pc:sldMkLst>
          <pc:docMk/>
          <pc:sldMk cId="0" sldId="269"/>
        </pc:sldMkLst>
        <pc:spChg chg="add mod">
          <ac:chgData name="Xavier Sun" userId="8eeec51a-1335-44a7-8028-1ba0b96c2012" providerId="ADAL" clId="{E3C48C2B-B86A-5EEB-9356-5B80AAD41A8C}" dt="2026-10-08T11:59:15.647" v="2759" actId="1076"/>
          <ac:spMkLst>
            <pc:docMk/>
            <pc:sldMk cId="0" sldId="269"/>
            <ac:spMk id="4" creationId="{8376A24C-4EB0-668C-B7EF-33D367747CE3}"/>
          </ac:spMkLst>
        </pc:spChg>
        <pc:spChg chg="add mod">
          <ac:chgData name="Xavier Sun" userId="8eeec51a-1335-44a7-8028-1ba0b96c2012" providerId="ADAL" clId="{E3C48C2B-B86A-5EEB-9356-5B80AAD41A8C}" dt="2026-10-08T11:59:44.446" v="2767" actId="1076"/>
          <ac:spMkLst>
            <pc:docMk/>
            <pc:sldMk cId="0" sldId="269"/>
            <ac:spMk id="5" creationId="{01B73286-4297-4B41-B231-B19E66751166}"/>
          </ac:spMkLst>
        </pc:spChg>
        <pc:spChg chg="add mod">
          <ac:chgData name="Xavier Sun" userId="8eeec51a-1335-44a7-8028-1ba0b96c2012" providerId="ADAL" clId="{E3C48C2B-B86A-5EEB-9356-5B80AAD41A8C}" dt="2026-10-08T11:59:49.803" v="2768" actId="1076"/>
          <ac:spMkLst>
            <pc:docMk/>
            <pc:sldMk cId="0" sldId="269"/>
            <ac:spMk id="7" creationId="{B311A9B5-3953-D89F-E92A-B61E2D6400D2}"/>
          </ac:spMkLst>
        </pc:spChg>
        <pc:spChg chg="mod">
          <ac:chgData name="Xavier Sun" userId="8eeec51a-1335-44a7-8028-1ba0b96c2012" providerId="ADAL" clId="{E3C48C2B-B86A-5EEB-9356-5B80AAD41A8C}" dt="2026-10-08T11:51:34.113" v="2533" actId="1076"/>
          <ac:spMkLst>
            <pc:docMk/>
            <pc:sldMk cId="0" sldId="269"/>
            <ac:spMk id="9" creationId="{483AAA81-52A8-615A-B982-43335F75B5FA}"/>
          </ac:spMkLst>
        </pc:spChg>
        <pc:spChg chg="mod">
          <ac:chgData name="Xavier Sun" userId="8eeec51a-1335-44a7-8028-1ba0b96c2012" providerId="ADAL" clId="{E3C48C2B-B86A-5EEB-9356-5B80AAD41A8C}" dt="2026-10-08T12:07:36.513" v="2786" actId="1076"/>
          <ac:spMkLst>
            <pc:docMk/>
            <pc:sldMk cId="0" sldId="269"/>
            <ac:spMk id="260" creationId="{00000000-0000-0000-0000-000000000000}"/>
          </ac:spMkLst>
        </pc:spChg>
        <pc:spChg chg="mod">
          <ac:chgData name="Xavier Sun" userId="8eeec51a-1335-44a7-8028-1ba0b96c2012" providerId="ADAL" clId="{E3C48C2B-B86A-5EEB-9356-5B80AAD41A8C}" dt="2026-10-08T12:07:40.878" v="2787" actId="1076"/>
          <ac:spMkLst>
            <pc:docMk/>
            <pc:sldMk cId="0" sldId="269"/>
            <ac:spMk id="261" creationId="{00000000-0000-0000-0000-000000000000}"/>
          </ac:spMkLst>
        </pc:spChg>
        <pc:picChg chg="mod">
          <ac:chgData name="Xavier Sun" userId="8eeec51a-1335-44a7-8028-1ba0b96c2012" providerId="ADAL" clId="{E3C48C2B-B86A-5EEB-9356-5B80AAD41A8C}" dt="2026-10-08T11:51:22.580" v="2530" actId="1076"/>
          <ac:picMkLst>
            <pc:docMk/>
            <pc:sldMk cId="0" sldId="269"/>
            <ac:picMk id="2" creationId="{440CCE43-BB3F-4E81-6C7A-6DF8B4089C7D}"/>
          </ac:picMkLst>
        </pc:picChg>
        <pc:picChg chg="add mod">
          <ac:chgData name="Xavier Sun" userId="8eeec51a-1335-44a7-8028-1ba0b96c2012" providerId="ADAL" clId="{E3C48C2B-B86A-5EEB-9356-5B80AAD41A8C}" dt="2026-10-08T11:57:33.882" v="2698" actId="166"/>
          <ac:picMkLst>
            <pc:docMk/>
            <pc:sldMk cId="0" sldId="269"/>
            <ac:picMk id="3" creationId="{BA8348B9-9313-2A2C-03EE-F046C78590B3}"/>
          </ac:picMkLst>
        </pc:picChg>
      </pc:sldChg>
      <pc:sldChg chg="addSp delSp modSp mod modTransition modAnim modNotesTx">
        <pc:chgData name="Xavier Sun" userId="8eeec51a-1335-44a7-8028-1ba0b96c2012" providerId="ADAL" clId="{E3C48C2B-B86A-5EEB-9356-5B80AAD41A8C}" dt="2026-10-10T09:56:45.787" v="4035"/>
        <pc:sldMkLst>
          <pc:docMk/>
          <pc:sldMk cId="0" sldId="270"/>
        </pc:sldMkLst>
        <pc:spChg chg="mod">
          <ac:chgData name="Xavier Sun" userId="8eeec51a-1335-44a7-8028-1ba0b96c2012" providerId="ADAL" clId="{E3C48C2B-B86A-5EEB-9356-5B80AAD41A8C}" dt="2026-10-03T07:32:10.795" v="1628" actId="1076"/>
          <ac:spMkLst>
            <pc:docMk/>
            <pc:sldMk cId="0" sldId="270"/>
            <ac:spMk id="265" creationId="{00000000-0000-0000-0000-000000000000}"/>
          </ac:spMkLst>
        </pc:spChg>
        <pc:picChg chg="add del mod">
          <ac:chgData name="Xavier Sun" userId="8eeec51a-1335-44a7-8028-1ba0b96c2012" providerId="ADAL" clId="{E3C48C2B-B86A-5EEB-9356-5B80AAD41A8C}" dt="2026-10-10T09:56:45.384" v="4034" actId="478"/>
          <ac:picMkLst>
            <pc:docMk/>
            <pc:sldMk cId="0" sldId="270"/>
            <ac:picMk id="2" creationId="{2FFD771D-C08F-C036-2089-BCB32CF9FDBA}"/>
          </ac:picMkLst>
        </pc:picChg>
        <pc:picChg chg="add del mod">
          <ac:chgData name="Xavier Sun" userId="8eeec51a-1335-44a7-8028-1ba0b96c2012" providerId="ADAL" clId="{E3C48C2B-B86A-5EEB-9356-5B80AAD41A8C}" dt="2026-10-10T05:06:34.519" v="3427" actId="478"/>
          <ac:picMkLst>
            <pc:docMk/>
            <pc:sldMk cId="0" sldId="270"/>
            <ac:picMk id="2" creationId="{4DD25BE1-7634-D372-61ED-6B16B1585A16}"/>
          </ac:picMkLst>
        </pc:picChg>
        <pc:picChg chg="add del mod">
          <ac:chgData name="Xavier Sun" userId="8eeec51a-1335-44a7-8028-1ba0b96c2012" providerId="ADAL" clId="{E3C48C2B-B86A-5EEB-9356-5B80AAD41A8C}" dt="2026-10-10T09:54:36.751" v="4007"/>
          <ac:picMkLst>
            <pc:docMk/>
            <pc:sldMk cId="0" sldId="270"/>
            <ac:picMk id="3" creationId="{519FC950-27F8-ACCE-6FC6-B403FDF79E79}"/>
          </ac:picMkLst>
        </pc:picChg>
        <pc:picChg chg="add mod">
          <ac:chgData name="Xavier Sun" userId="8eeec51a-1335-44a7-8028-1ba0b96c2012" providerId="ADAL" clId="{E3C48C2B-B86A-5EEB-9356-5B80AAD41A8C}" dt="2026-10-10T09:56:45.787" v="4035"/>
          <ac:picMkLst>
            <pc:docMk/>
            <pc:sldMk cId="0" sldId="270"/>
            <ac:picMk id="4" creationId="{B315A0DD-25A8-FFF7-886A-FD8FA5146BF0}"/>
          </ac:picMkLst>
        </pc:picChg>
      </pc:sldChg>
      <pc:sldChg chg="addSp delSp modSp mod modTransition modAnim modNotesTx">
        <pc:chgData name="Xavier Sun" userId="8eeec51a-1335-44a7-8028-1ba0b96c2012" providerId="ADAL" clId="{E3C48C2B-B86A-5EEB-9356-5B80AAD41A8C}" dt="2026-10-10T09:55:58.442" v="4022"/>
        <pc:sldMkLst>
          <pc:docMk/>
          <pc:sldMk cId="0" sldId="271"/>
        </pc:sldMkLst>
        <pc:spChg chg="add mod">
          <ac:chgData name="Xavier Sun" userId="8eeec51a-1335-44a7-8028-1ba0b96c2012" providerId="ADAL" clId="{E3C48C2B-B86A-5EEB-9356-5B80AAD41A8C}" dt="2026-10-03T06:34:39.630" v="496" actId="1035"/>
          <ac:spMkLst>
            <pc:docMk/>
            <pc:sldMk cId="0" sldId="271"/>
            <ac:spMk id="2" creationId="{ED6A8B81-5C98-77F7-BF41-A138742B1610}"/>
          </ac:spMkLst>
        </pc:spChg>
        <pc:spChg chg="add mod">
          <ac:chgData name="Xavier Sun" userId="8eeec51a-1335-44a7-8028-1ba0b96c2012" providerId="ADAL" clId="{E3C48C2B-B86A-5EEB-9356-5B80AAD41A8C}" dt="2026-10-03T06:34:39.630" v="496" actId="1035"/>
          <ac:spMkLst>
            <pc:docMk/>
            <pc:sldMk cId="0" sldId="271"/>
            <ac:spMk id="4" creationId="{32ABB54D-F933-A072-1B79-38184ECB6A45}"/>
          </ac:spMkLst>
        </pc:spChg>
        <pc:spChg chg="add mod">
          <ac:chgData name="Xavier Sun" userId="8eeec51a-1335-44a7-8028-1ba0b96c2012" providerId="ADAL" clId="{E3C48C2B-B86A-5EEB-9356-5B80AAD41A8C}" dt="2026-10-03T06:34:39.630" v="496" actId="1035"/>
          <ac:spMkLst>
            <pc:docMk/>
            <pc:sldMk cId="0" sldId="271"/>
            <ac:spMk id="5" creationId="{2653123F-9E0E-1924-6E9F-BA7DA06A121D}"/>
          </ac:spMkLst>
        </pc:spChg>
        <pc:spChg chg="add mod">
          <ac:chgData name="Xavier Sun" userId="8eeec51a-1335-44a7-8028-1ba0b96c2012" providerId="ADAL" clId="{E3C48C2B-B86A-5EEB-9356-5B80AAD41A8C}" dt="2026-10-08T07:50:19.053" v="1872" actId="1076"/>
          <ac:spMkLst>
            <pc:docMk/>
            <pc:sldMk cId="0" sldId="271"/>
            <ac:spMk id="6" creationId="{A67E9071-5D40-8B3E-145D-105B050D7C4A}"/>
          </ac:spMkLst>
        </pc:spChg>
        <pc:spChg chg="add mod">
          <ac:chgData name="Xavier Sun" userId="8eeec51a-1335-44a7-8028-1ba0b96c2012" providerId="ADAL" clId="{E3C48C2B-B86A-5EEB-9356-5B80AAD41A8C}" dt="2026-10-10T02:44:39.576" v="2813" actId="1035"/>
          <ac:spMkLst>
            <pc:docMk/>
            <pc:sldMk cId="0" sldId="271"/>
            <ac:spMk id="7" creationId="{AA63ADDB-FEDE-9533-2844-D971ABBF17BA}"/>
          </ac:spMkLst>
        </pc:spChg>
        <pc:spChg chg="add mod">
          <ac:chgData name="Xavier Sun" userId="8eeec51a-1335-44a7-8028-1ba0b96c2012" providerId="ADAL" clId="{E3C48C2B-B86A-5EEB-9356-5B80AAD41A8C}" dt="2026-10-08T07:58:44.008" v="1902" actId="14100"/>
          <ac:spMkLst>
            <pc:docMk/>
            <pc:sldMk cId="0" sldId="271"/>
            <ac:spMk id="9" creationId="{C9C5AA56-01D3-F1BD-3560-3BC110FFB922}"/>
          </ac:spMkLst>
        </pc:spChg>
        <pc:spChg chg="mod">
          <ac:chgData name="Xavier Sun" userId="8eeec51a-1335-44a7-8028-1ba0b96c2012" providerId="ADAL" clId="{E3C48C2B-B86A-5EEB-9356-5B80AAD41A8C}" dt="2026-10-10T02:44:28.354" v="2806"/>
          <ac:spMkLst>
            <pc:docMk/>
            <pc:sldMk cId="0" sldId="271"/>
            <ac:spMk id="10" creationId="{DFFB7A8E-E9D1-51D5-CE1E-348C131C5B30}"/>
          </ac:spMkLst>
        </pc:spChg>
        <pc:grpChg chg="add mod">
          <ac:chgData name="Xavier Sun" userId="8eeec51a-1335-44a7-8028-1ba0b96c2012" providerId="ADAL" clId="{E3C48C2B-B86A-5EEB-9356-5B80AAD41A8C}" dt="2026-10-10T02:45:02.612" v="2817" actId="14100"/>
          <ac:grpSpMkLst>
            <pc:docMk/>
            <pc:sldMk cId="0" sldId="271"/>
            <ac:grpSpMk id="8" creationId="{70B69E70-084C-CAD4-940A-E4FBD0CF6556}"/>
          </ac:grpSpMkLst>
        </pc:grpChg>
        <pc:picChg chg="add del mod">
          <ac:chgData name="Xavier Sun" userId="8eeec51a-1335-44a7-8028-1ba0b96c2012" providerId="ADAL" clId="{E3C48C2B-B86A-5EEB-9356-5B80AAD41A8C}" dt="2026-10-10T05:07:57.475" v="3448" actId="478"/>
          <ac:picMkLst>
            <pc:docMk/>
            <pc:sldMk cId="0" sldId="271"/>
            <ac:picMk id="3" creationId="{19303DC2-07D1-F618-D06E-B214CADC42E6}"/>
          </ac:picMkLst>
        </pc:picChg>
        <pc:picChg chg="add mod">
          <ac:chgData name="Xavier Sun" userId="8eeec51a-1335-44a7-8028-1ba0b96c2012" providerId="ADAL" clId="{E3C48C2B-B86A-5EEB-9356-5B80AAD41A8C}" dt="2026-10-10T09:55:58.442" v="4022"/>
          <ac:picMkLst>
            <pc:docMk/>
            <pc:sldMk cId="0" sldId="271"/>
            <ac:picMk id="3" creationId="{BE401F91-A76C-E33A-11FF-BFC91C85BCBE}"/>
          </ac:picMkLst>
        </pc:picChg>
        <pc:picChg chg="mod">
          <ac:chgData name="Xavier Sun" userId="8eeec51a-1335-44a7-8028-1ba0b96c2012" providerId="ADAL" clId="{E3C48C2B-B86A-5EEB-9356-5B80AAD41A8C}" dt="2026-10-10T02:44:28.354" v="2806"/>
          <ac:picMkLst>
            <pc:docMk/>
            <pc:sldMk cId="0" sldId="271"/>
            <ac:picMk id="11" creationId="{CD790179-456A-57CA-0F90-2E39C18513FD}"/>
          </ac:picMkLst>
        </pc:picChg>
        <pc:picChg chg="add del mod">
          <ac:chgData name="Xavier Sun" userId="8eeec51a-1335-44a7-8028-1ba0b96c2012" providerId="ADAL" clId="{E3C48C2B-B86A-5EEB-9356-5B80AAD41A8C}" dt="2026-10-10T09:54:26.886" v="4006"/>
          <ac:picMkLst>
            <pc:docMk/>
            <pc:sldMk cId="0" sldId="271"/>
            <ac:picMk id="12" creationId="{F6BED27F-020A-16E7-177C-D3D9B5945B90}"/>
          </ac:picMkLst>
        </pc:picChg>
        <pc:picChg chg="mod">
          <ac:chgData name="Xavier Sun" userId="8eeec51a-1335-44a7-8028-1ba0b96c2012" providerId="ADAL" clId="{E3C48C2B-B86A-5EEB-9356-5B80AAD41A8C}" dt="2026-10-03T06:34:39.630" v="496" actId="1035"/>
          <ac:picMkLst>
            <pc:docMk/>
            <pc:sldMk cId="0" sldId="271"/>
            <ac:picMk id="270" creationId="{00000000-0000-0000-0000-000000000000}"/>
          </ac:picMkLst>
        </pc:picChg>
      </pc:sldChg>
      <pc:sldChg chg="addSp delSp modSp mod modTransition modAnim modNotesTx">
        <pc:chgData name="Xavier Sun" userId="8eeec51a-1335-44a7-8028-1ba0b96c2012" providerId="ADAL" clId="{E3C48C2B-B86A-5EEB-9356-5B80AAD41A8C}" dt="2026-10-10T09:56:51.088" v="4037"/>
        <pc:sldMkLst>
          <pc:docMk/>
          <pc:sldMk cId="0" sldId="272"/>
        </pc:sldMkLst>
        <pc:spChg chg="add del mod">
          <ac:chgData name="Xavier Sun" userId="8eeec51a-1335-44a7-8028-1ba0b96c2012" providerId="ADAL" clId="{E3C48C2B-B86A-5EEB-9356-5B80AAD41A8C}" dt="2026-10-10T02:59:23.432" v="3042" actId="478"/>
          <ac:spMkLst>
            <pc:docMk/>
            <pc:sldMk cId="0" sldId="272"/>
            <ac:spMk id="2" creationId="{46E436BE-D45B-0DF1-1656-1D89A9CCB93B}"/>
          </ac:spMkLst>
        </pc:spChg>
        <pc:spChg chg="add del mod">
          <ac:chgData name="Xavier Sun" userId="8eeec51a-1335-44a7-8028-1ba0b96c2012" providerId="ADAL" clId="{E3C48C2B-B86A-5EEB-9356-5B80AAD41A8C}" dt="2026-10-10T02:58:24.971" v="2936" actId="478"/>
          <ac:spMkLst>
            <pc:docMk/>
            <pc:sldMk cId="0" sldId="272"/>
            <ac:spMk id="4" creationId="{2E3420B9-E429-6B49-7D46-7FF7D2BD28A8}"/>
          </ac:spMkLst>
        </pc:spChg>
        <pc:spChg chg="add del mod">
          <ac:chgData name="Xavier Sun" userId="8eeec51a-1335-44a7-8028-1ba0b96c2012" providerId="ADAL" clId="{E3C48C2B-B86A-5EEB-9356-5B80AAD41A8C}" dt="2026-10-10T02:59:26.510" v="3045" actId="478"/>
          <ac:spMkLst>
            <pc:docMk/>
            <pc:sldMk cId="0" sldId="272"/>
            <ac:spMk id="5" creationId="{C59B9D71-0D91-B96E-A47C-314E0850E0B0}"/>
          </ac:spMkLst>
        </pc:spChg>
        <pc:spChg chg="add del mod">
          <ac:chgData name="Xavier Sun" userId="8eeec51a-1335-44a7-8028-1ba0b96c2012" providerId="ADAL" clId="{E3C48C2B-B86A-5EEB-9356-5B80AAD41A8C}" dt="2026-10-10T02:58:37.504" v="2940" actId="478"/>
          <ac:spMkLst>
            <pc:docMk/>
            <pc:sldMk cId="0" sldId="272"/>
            <ac:spMk id="6" creationId="{4800C1C6-7321-47E1-845C-2514B1117F90}"/>
          </ac:spMkLst>
        </pc:spChg>
        <pc:spChg chg="mod">
          <ac:chgData name="Xavier Sun" userId="8eeec51a-1335-44a7-8028-1ba0b96c2012" providerId="ADAL" clId="{E3C48C2B-B86A-5EEB-9356-5B80AAD41A8C}" dt="2026-10-10T02:45:52.373" v="2838"/>
          <ac:spMkLst>
            <pc:docMk/>
            <pc:sldMk cId="0" sldId="272"/>
            <ac:spMk id="8" creationId="{F4C1C837-829C-5EF8-4A44-1AD000D19C3E}"/>
          </ac:spMkLst>
        </pc:spChg>
        <pc:spChg chg="add mod">
          <ac:chgData name="Xavier Sun" userId="8eeec51a-1335-44a7-8028-1ba0b96c2012" providerId="ADAL" clId="{E3C48C2B-B86A-5EEB-9356-5B80AAD41A8C}" dt="2026-10-10T05:08:39.500" v="3459" actId="1076"/>
          <ac:spMkLst>
            <pc:docMk/>
            <pc:sldMk cId="0" sldId="272"/>
            <ac:spMk id="11" creationId="{729714F5-BFEC-CF80-128B-E4684EB55ACD}"/>
          </ac:spMkLst>
        </pc:spChg>
        <pc:spChg chg="add del mod">
          <ac:chgData name="Xavier Sun" userId="8eeec51a-1335-44a7-8028-1ba0b96c2012" providerId="ADAL" clId="{E3C48C2B-B86A-5EEB-9356-5B80AAD41A8C}" dt="2026-10-10T05:04:37.701" v="3393"/>
          <ac:spMkLst>
            <pc:docMk/>
            <pc:sldMk cId="0" sldId="272"/>
            <ac:spMk id="12" creationId="{C732125E-4788-7078-6E5D-FDE25A2578EA}"/>
          </ac:spMkLst>
        </pc:spChg>
        <pc:spChg chg="add del mod">
          <ac:chgData name="Xavier Sun" userId="8eeec51a-1335-44a7-8028-1ba0b96c2012" providerId="ADAL" clId="{E3C48C2B-B86A-5EEB-9356-5B80AAD41A8C}" dt="2026-10-10T05:06:46.759" v="3433"/>
          <ac:spMkLst>
            <pc:docMk/>
            <pc:sldMk cId="0" sldId="272"/>
            <ac:spMk id="14" creationId="{0B481EAE-2C52-FE72-0FCC-9D4697668564}"/>
          </ac:spMkLst>
        </pc:spChg>
        <pc:spChg chg="mod">
          <ac:chgData name="Xavier Sun" userId="8eeec51a-1335-44a7-8028-1ba0b96c2012" providerId="ADAL" clId="{E3C48C2B-B86A-5EEB-9356-5B80AAD41A8C}" dt="2026-10-10T09:07:37.131" v="3933" actId="1076"/>
          <ac:spMkLst>
            <pc:docMk/>
            <pc:sldMk cId="0" sldId="272"/>
            <ac:spMk id="272" creationId="{00000000-0000-0000-0000-000000000000}"/>
          </ac:spMkLst>
        </pc:spChg>
        <pc:spChg chg="del">
          <ac:chgData name="Xavier Sun" userId="8eeec51a-1335-44a7-8028-1ba0b96c2012" providerId="ADAL" clId="{E3C48C2B-B86A-5EEB-9356-5B80AAD41A8C}" dt="2026-10-10T02:58:33.688" v="2939" actId="478"/>
          <ac:spMkLst>
            <pc:docMk/>
            <pc:sldMk cId="0" sldId="272"/>
            <ac:spMk id="273" creationId="{00000000-0000-0000-0000-000000000000}"/>
          </ac:spMkLst>
        </pc:spChg>
        <pc:spChg chg="del mod">
          <ac:chgData name="Xavier Sun" userId="8eeec51a-1335-44a7-8028-1ba0b96c2012" providerId="ADAL" clId="{E3C48C2B-B86A-5EEB-9356-5B80AAD41A8C}" dt="2026-10-10T02:59:22.456" v="3041" actId="478"/>
          <ac:spMkLst>
            <pc:docMk/>
            <pc:sldMk cId="0" sldId="272"/>
            <ac:spMk id="274" creationId="{00000000-0000-0000-0000-000000000000}"/>
          </ac:spMkLst>
        </pc:spChg>
        <pc:grpChg chg="add del mod">
          <ac:chgData name="Xavier Sun" userId="8eeec51a-1335-44a7-8028-1ba0b96c2012" providerId="ADAL" clId="{E3C48C2B-B86A-5EEB-9356-5B80AAD41A8C}" dt="2026-10-10T02:58:26.703" v="2937" actId="478"/>
          <ac:grpSpMkLst>
            <pc:docMk/>
            <pc:sldMk cId="0" sldId="272"/>
            <ac:grpSpMk id="7" creationId="{E3A69168-C755-D05E-5BCE-9A903139F063}"/>
          </ac:grpSpMkLst>
        </pc:grpChg>
        <pc:graphicFrameChg chg="del mod modGraphic">
          <ac:chgData name="Xavier Sun" userId="8eeec51a-1335-44a7-8028-1ba0b96c2012" providerId="ADAL" clId="{E3C48C2B-B86A-5EEB-9356-5B80AAD41A8C}" dt="2026-10-10T02:58:23.284" v="2935" actId="478"/>
          <ac:graphicFrameMkLst>
            <pc:docMk/>
            <pc:sldMk cId="0" sldId="272"/>
            <ac:graphicFrameMk id="275" creationId="{00000000-0000-0000-0000-000000000000}"/>
          </ac:graphicFrameMkLst>
        </pc:graphicFrameChg>
        <pc:picChg chg="add del mod">
          <ac:chgData name="Xavier Sun" userId="8eeec51a-1335-44a7-8028-1ba0b96c2012" providerId="ADAL" clId="{E3C48C2B-B86A-5EEB-9356-5B80AAD41A8C}" dt="2026-10-10T09:56:50.651" v="4036" actId="478"/>
          <ac:picMkLst>
            <pc:docMk/>
            <pc:sldMk cId="0" sldId="272"/>
            <ac:picMk id="2" creationId="{65057EDF-92BA-8694-A7BE-269E0727EE34}"/>
          </ac:picMkLst>
        </pc:picChg>
        <pc:picChg chg="add del mod">
          <ac:chgData name="Xavier Sun" userId="8eeec51a-1335-44a7-8028-1ba0b96c2012" providerId="ADAL" clId="{E3C48C2B-B86A-5EEB-9356-5B80AAD41A8C}" dt="2026-10-10T05:08:19.836" v="3450" actId="478"/>
          <ac:picMkLst>
            <pc:docMk/>
            <pc:sldMk cId="0" sldId="272"/>
            <ac:picMk id="3" creationId="{1ACDA730-09A2-93BF-9435-FBC34B784896}"/>
          </ac:picMkLst>
        </pc:picChg>
        <pc:picChg chg="add mod">
          <ac:chgData name="Xavier Sun" userId="8eeec51a-1335-44a7-8028-1ba0b96c2012" providerId="ADAL" clId="{E3C48C2B-B86A-5EEB-9356-5B80AAD41A8C}" dt="2026-10-10T09:56:51.088" v="4037"/>
          <ac:picMkLst>
            <pc:docMk/>
            <pc:sldMk cId="0" sldId="272"/>
            <ac:picMk id="3" creationId="{2A2DF2BD-A4EC-F14A-1BE6-E4F2277DE6BD}"/>
          </ac:picMkLst>
        </pc:picChg>
        <pc:picChg chg="mod">
          <ac:chgData name="Xavier Sun" userId="8eeec51a-1335-44a7-8028-1ba0b96c2012" providerId="ADAL" clId="{E3C48C2B-B86A-5EEB-9356-5B80AAD41A8C}" dt="2026-10-10T02:45:52.373" v="2838"/>
          <ac:picMkLst>
            <pc:docMk/>
            <pc:sldMk cId="0" sldId="272"/>
            <ac:picMk id="9" creationId="{00A949C5-D532-BE9C-B2F8-82B6A8F8EDA4}"/>
          </ac:picMkLst>
        </pc:picChg>
        <pc:picChg chg="add del mod">
          <ac:chgData name="Xavier Sun" userId="8eeec51a-1335-44a7-8028-1ba0b96c2012" providerId="ADAL" clId="{E3C48C2B-B86A-5EEB-9356-5B80AAD41A8C}" dt="2026-10-10T09:55:16.871" v="4011"/>
          <ac:picMkLst>
            <pc:docMk/>
            <pc:sldMk cId="0" sldId="272"/>
            <ac:picMk id="13" creationId="{F995587B-1FE2-185C-F37F-17CB2F77B6B5}"/>
          </ac:picMkLst>
        </pc:picChg>
      </pc:sldChg>
      <pc:sldChg chg="addSp delSp modSp mod modTransition modAnim modNotesTx">
        <pc:chgData name="Xavier Sun" userId="8eeec51a-1335-44a7-8028-1ba0b96c2012" providerId="ADAL" clId="{E3C48C2B-B86A-5EEB-9356-5B80AAD41A8C}" dt="2026-10-10T09:56:20.293" v="4028"/>
        <pc:sldMkLst>
          <pc:docMk/>
          <pc:sldMk cId="0" sldId="273"/>
        </pc:sldMkLst>
        <pc:spChg chg="add mod">
          <ac:chgData name="Xavier Sun" userId="8eeec51a-1335-44a7-8028-1ba0b96c2012" providerId="ADAL" clId="{E3C48C2B-B86A-5EEB-9356-5B80AAD41A8C}" dt="2026-10-08T08:01:42.865" v="1974" actId="1035"/>
          <ac:spMkLst>
            <pc:docMk/>
            <pc:sldMk cId="0" sldId="273"/>
            <ac:spMk id="2" creationId="{272DECB1-CC03-BF2A-11C1-B0D80707C2EA}"/>
          </ac:spMkLst>
        </pc:spChg>
        <pc:spChg chg="add mod">
          <ac:chgData name="Xavier Sun" userId="8eeec51a-1335-44a7-8028-1ba0b96c2012" providerId="ADAL" clId="{E3C48C2B-B86A-5EEB-9356-5B80AAD41A8C}" dt="2026-10-08T08:02:00.870" v="1980" actId="1035"/>
          <ac:spMkLst>
            <pc:docMk/>
            <pc:sldMk cId="0" sldId="273"/>
            <ac:spMk id="3" creationId="{2EED4FFC-6501-BE06-262E-F1574DF7CE06}"/>
          </ac:spMkLst>
        </pc:spChg>
        <pc:spChg chg="add mod">
          <ac:chgData name="Xavier Sun" userId="8eeec51a-1335-44a7-8028-1ba0b96c2012" providerId="ADAL" clId="{E3C48C2B-B86A-5EEB-9356-5B80AAD41A8C}" dt="2026-10-08T08:02:02.993" v="1981" actId="1076"/>
          <ac:spMkLst>
            <pc:docMk/>
            <pc:sldMk cId="0" sldId="273"/>
            <ac:spMk id="4" creationId="{A9BC2DF1-E0A6-DA7C-1925-4AA632EDD5CD}"/>
          </ac:spMkLst>
        </pc:spChg>
        <pc:spChg chg="add mod">
          <ac:chgData name="Xavier Sun" userId="8eeec51a-1335-44a7-8028-1ba0b96c2012" providerId="ADAL" clId="{E3C48C2B-B86A-5EEB-9356-5B80AAD41A8C}" dt="2026-10-08T08:01:50.793" v="1976" actId="1076"/>
          <ac:spMkLst>
            <pc:docMk/>
            <pc:sldMk cId="0" sldId="273"/>
            <ac:spMk id="5" creationId="{C0D16C90-AB81-21CB-ADB1-B25D4E420804}"/>
          </ac:spMkLst>
        </pc:spChg>
        <pc:spChg chg="add mod">
          <ac:chgData name="Xavier Sun" userId="8eeec51a-1335-44a7-8028-1ba0b96c2012" providerId="ADAL" clId="{E3C48C2B-B86A-5EEB-9356-5B80AAD41A8C}" dt="2026-10-08T08:01:16.282" v="1965" actId="20577"/>
          <ac:spMkLst>
            <pc:docMk/>
            <pc:sldMk cId="0" sldId="273"/>
            <ac:spMk id="7" creationId="{A4EE6263-1A86-A08E-DCC2-2145801317D0}"/>
          </ac:spMkLst>
        </pc:spChg>
        <pc:spChg chg="add mod">
          <ac:chgData name="Xavier Sun" userId="8eeec51a-1335-44a7-8028-1ba0b96c2012" providerId="ADAL" clId="{E3C48C2B-B86A-5EEB-9356-5B80AAD41A8C}" dt="2026-10-10T02:47:16.452" v="2902" actId="1035"/>
          <ac:spMkLst>
            <pc:docMk/>
            <pc:sldMk cId="0" sldId="273"/>
            <ac:spMk id="8" creationId="{C299B605-FDD1-EC71-788E-8F694C2DCB29}"/>
          </ac:spMkLst>
        </pc:spChg>
        <pc:spChg chg="mod">
          <ac:chgData name="Xavier Sun" userId="8eeec51a-1335-44a7-8028-1ba0b96c2012" providerId="ADAL" clId="{E3C48C2B-B86A-5EEB-9356-5B80AAD41A8C}" dt="2026-10-10T02:46:59.741" v="2859"/>
          <ac:spMkLst>
            <pc:docMk/>
            <pc:sldMk cId="0" sldId="273"/>
            <ac:spMk id="10" creationId="{5DF79CF0-108C-9619-E795-E59064B504FC}"/>
          </ac:spMkLst>
        </pc:spChg>
        <pc:spChg chg="mod">
          <ac:chgData name="Xavier Sun" userId="8eeec51a-1335-44a7-8028-1ba0b96c2012" providerId="ADAL" clId="{E3C48C2B-B86A-5EEB-9356-5B80AAD41A8C}" dt="2026-10-03T06:52:44.632" v="991" actId="20577"/>
          <ac:spMkLst>
            <pc:docMk/>
            <pc:sldMk cId="0" sldId="273"/>
            <ac:spMk id="278" creationId="{00000000-0000-0000-0000-000000000000}"/>
          </ac:spMkLst>
        </pc:spChg>
        <pc:spChg chg="mod">
          <ac:chgData name="Xavier Sun" userId="8eeec51a-1335-44a7-8028-1ba0b96c2012" providerId="ADAL" clId="{E3C48C2B-B86A-5EEB-9356-5B80AAD41A8C}" dt="2026-10-08T08:01:26.491" v="1966" actId="1076"/>
          <ac:spMkLst>
            <pc:docMk/>
            <pc:sldMk cId="0" sldId="273"/>
            <ac:spMk id="279" creationId="{00000000-0000-0000-0000-000000000000}"/>
          </ac:spMkLst>
        </pc:spChg>
        <pc:grpChg chg="add mod">
          <ac:chgData name="Xavier Sun" userId="8eeec51a-1335-44a7-8028-1ba0b96c2012" providerId="ADAL" clId="{E3C48C2B-B86A-5EEB-9356-5B80AAD41A8C}" dt="2026-10-10T02:47:10.060" v="2899" actId="1038"/>
          <ac:grpSpMkLst>
            <pc:docMk/>
            <pc:sldMk cId="0" sldId="273"/>
            <ac:grpSpMk id="9" creationId="{01E0FC94-00EE-E914-8CB3-40FC44B10592}"/>
          </ac:grpSpMkLst>
        </pc:grpChg>
        <pc:picChg chg="add del mod">
          <ac:chgData name="Xavier Sun" userId="8eeec51a-1335-44a7-8028-1ba0b96c2012" providerId="ADAL" clId="{E3C48C2B-B86A-5EEB-9356-5B80AAD41A8C}" dt="2026-10-10T09:55:34.995" v="4015"/>
          <ac:picMkLst>
            <pc:docMk/>
            <pc:sldMk cId="0" sldId="273"/>
            <ac:picMk id="6" creationId="{8F98F907-3BF5-A235-BB24-3EA76A429699}"/>
          </ac:picMkLst>
        </pc:picChg>
        <pc:picChg chg="mod">
          <ac:chgData name="Xavier Sun" userId="8eeec51a-1335-44a7-8028-1ba0b96c2012" providerId="ADAL" clId="{E3C48C2B-B86A-5EEB-9356-5B80AAD41A8C}" dt="2026-10-10T02:46:59.741" v="2859"/>
          <ac:picMkLst>
            <pc:docMk/>
            <pc:sldMk cId="0" sldId="273"/>
            <ac:picMk id="11" creationId="{B239F619-CD3C-2FF7-59ED-2D0EAB3BAF90}"/>
          </ac:picMkLst>
        </pc:picChg>
        <pc:picChg chg="add mod">
          <ac:chgData name="Xavier Sun" userId="8eeec51a-1335-44a7-8028-1ba0b96c2012" providerId="ADAL" clId="{E3C48C2B-B86A-5EEB-9356-5B80AAD41A8C}" dt="2026-10-10T09:56:20.293" v="4028"/>
          <ac:picMkLst>
            <pc:docMk/>
            <pc:sldMk cId="0" sldId="273"/>
            <ac:picMk id="12" creationId="{7D5C51BE-E4B5-76BC-2BD5-92BF6E6CCEF1}"/>
          </ac:picMkLst>
        </pc:picChg>
        <pc:picChg chg="mod">
          <ac:chgData name="Xavier Sun" userId="8eeec51a-1335-44a7-8028-1ba0b96c2012" providerId="ADAL" clId="{E3C48C2B-B86A-5EEB-9356-5B80AAD41A8C}" dt="2026-10-08T08:01:36.889" v="1971" actId="1076"/>
          <ac:picMkLst>
            <pc:docMk/>
            <pc:sldMk cId="0" sldId="273"/>
            <ac:picMk id="280" creationId="{00000000-0000-0000-0000-000000000000}"/>
          </ac:picMkLst>
        </pc:picChg>
      </pc:sldChg>
      <pc:sldChg chg="addSp delSp modSp mod modTransition modAnim">
        <pc:chgData name="Xavier Sun" userId="8eeec51a-1335-44a7-8028-1ba0b96c2012" providerId="ADAL" clId="{E3C48C2B-B86A-5EEB-9356-5B80AAD41A8C}" dt="2026-10-10T09:55:51.036" v="4019"/>
        <pc:sldMkLst>
          <pc:docMk/>
          <pc:sldMk cId="0" sldId="274"/>
        </pc:sldMkLst>
        <pc:spChg chg="mod">
          <ac:chgData name="Xavier Sun" userId="8eeec51a-1335-44a7-8028-1ba0b96c2012" providerId="ADAL" clId="{E3C48C2B-B86A-5EEB-9356-5B80AAD41A8C}" dt="2026-10-06T08:10:07.535" v="1715" actId="20577"/>
          <ac:spMkLst>
            <pc:docMk/>
            <pc:sldMk cId="0" sldId="274"/>
            <ac:spMk id="283" creationId="{00000000-0000-0000-0000-000000000000}"/>
          </ac:spMkLst>
        </pc:spChg>
        <pc:picChg chg="add mod">
          <ac:chgData name="Xavier Sun" userId="8eeec51a-1335-44a7-8028-1ba0b96c2012" providerId="ADAL" clId="{E3C48C2B-B86A-5EEB-9356-5B80AAD41A8C}" dt="2026-10-10T09:55:51.036" v="4019"/>
          <ac:picMkLst>
            <pc:docMk/>
            <pc:sldMk cId="0" sldId="274"/>
            <ac:picMk id="2" creationId="{69348DB4-20F4-1920-F999-231132505FCC}"/>
          </ac:picMkLst>
        </pc:picChg>
        <pc:picChg chg="add del mod">
          <ac:chgData name="Xavier Sun" userId="8eeec51a-1335-44a7-8028-1ba0b96c2012" providerId="ADAL" clId="{E3C48C2B-B86A-5EEB-9356-5B80AAD41A8C}" dt="2026-10-10T05:06:56.093" v="3434" actId="478"/>
          <ac:picMkLst>
            <pc:docMk/>
            <pc:sldMk cId="0" sldId="274"/>
            <ac:picMk id="2" creationId="{8E553D4E-52AD-2B20-4245-F67F26D41E7E}"/>
          </ac:picMkLst>
        </pc:picChg>
        <pc:picChg chg="add del mod">
          <ac:chgData name="Xavier Sun" userId="8eeec51a-1335-44a7-8028-1ba0b96c2012" providerId="ADAL" clId="{E3C48C2B-B86A-5EEB-9356-5B80AAD41A8C}" dt="2026-10-10T09:55:43.826" v="4018"/>
          <ac:picMkLst>
            <pc:docMk/>
            <pc:sldMk cId="0" sldId="274"/>
            <ac:picMk id="3" creationId="{7762AF9D-8F3A-9FDB-6319-22E043A32940}"/>
          </ac:picMkLst>
        </pc:picChg>
      </pc:sldChg>
      <pc:sldChg chg="addSp delSp modSp mod">
        <pc:chgData name="Xavier Sun" userId="8eeec51a-1335-44a7-8028-1ba0b96c2012" providerId="ADAL" clId="{E3C48C2B-B86A-5EEB-9356-5B80AAD41A8C}" dt="2026-10-10T09:03:51.356" v="3466" actId="34307"/>
        <pc:sldMkLst>
          <pc:docMk/>
          <pc:sldMk cId="0" sldId="275"/>
        </pc:sldMkLst>
        <pc:spChg chg="mod">
          <ac:chgData name="Xavier Sun" userId="8eeec51a-1335-44a7-8028-1ba0b96c2012" providerId="ADAL" clId="{E3C48C2B-B86A-5EEB-9356-5B80AAD41A8C}" dt="2026-10-10T04:07:30.018" v="3189" actId="1076"/>
          <ac:spMkLst>
            <pc:docMk/>
            <pc:sldMk cId="0" sldId="275"/>
            <ac:spMk id="287" creationId="{00000000-0000-0000-0000-000000000000}"/>
          </ac:spMkLst>
        </pc:spChg>
        <pc:picChg chg="add mod">
          <ac:chgData name="Xavier Sun" userId="8eeec51a-1335-44a7-8028-1ba0b96c2012" providerId="ADAL" clId="{E3C48C2B-B86A-5EEB-9356-5B80AAD41A8C}" dt="2026-10-06T08:14:12.577" v="1782"/>
          <ac:picMkLst>
            <pc:docMk/>
            <pc:sldMk cId="0" sldId="275"/>
            <ac:picMk id="2" creationId="{0D77CD65-95C0-A5A0-B248-7A9B8DAC198E}"/>
          </ac:picMkLst>
        </pc:picChg>
        <pc:picChg chg="add del mod">
          <ac:chgData name="Xavier Sun" userId="8eeec51a-1335-44a7-8028-1ba0b96c2012" providerId="ADAL" clId="{E3C48C2B-B86A-5EEB-9356-5B80AAD41A8C}" dt="2026-10-10T09:03:51.356" v="3466" actId="34307"/>
          <ac:picMkLst>
            <pc:docMk/>
            <pc:sldMk cId="0" sldId="275"/>
            <ac:picMk id="3" creationId="{90A2EF1E-39DB-ECA7-F3FB-95CD3DE9B1EA}"/>
          </ac:picMkLst>
        </pc:picChg>
      </pc:sldChg>
      <pc:sldChg chg="addSp delSp modSp mod">
        <pc:chgData name="Xavier Sun" userId="8eeec51a-1335-44a7-8028-1ba0b96c2012" providerId="ADAL" clId="{E3C48C2B-B86A-5EEB-9356-5B80AAD41A8C}" dt="2026-10-10T05:07:15.706" v="3441" actId="14100"/>
        <pc:sldMkLst>
          <pc:docMk/>
          <pc:sldMk cId="0" sldId="276"/>
        </pc:sldMkLst>
        <pc:picChg chg="add del mod">
          <ac:chgData name="Xavier Sun" userId="8eeec51a-1335-44a7-8028-1ba0b96c2012" providerId="ADAL" clId="{E3C48C2B-B86A-5EEB-9356-5B80AAD41A8C}" dt="2026-10-10T05:07:06.948" v="3436" actId="478"/>
          <ac:picMkLst>
            <pc:docMk/>
            <pc:sldMk cId="0" sldId="276"/>
            <ac:picMk id="2" creationId="{6A67E965-ED2B-76AD-5B60-1A66DAFDCA8E}"/>
          </ac:picMkLst>
        </pc:picChg>
        <pc:picChg chg="add mod">
          <ac:chgData name="Xavier Sun" userId="8eeec51a-1335-44a7-8028-1ba0b96c2012" providerId="ADAL" clId="{E3C48C2B-B86A-5EEB-9356-5B80AAD41A8C}" dt="2026-10-10T05:07:15.706" v="3441" actId="14100"/>
          <ac:picMkLst>
            <pc:docMk/>
            <pc:sldMk cId="0" sldId="276"/>
            <ac:picMk id="3" creationId="{20B15923-8305-EA4E-40C9-90F0CCE786CC}"/>
          </ac:picMkLst>
        </pc:picChg>
      </pc:sldChg>
      <pc:sldChg chg="addSp delSp modSp mod">
        <pc:chgData name="Xavier Sun" userId="8eeec51a-1335-44a7-8028-1ba0b96c2012" providerId="ADAL" clId="{E3C48C2B-B86A-5EEB-9356-5B80AAD41A8C}" dt="2026-10-10T03:29:22.161" v="3096" actId="14100"/>
        <pc:sldMkLst>
          <pc:docMk/>
          <pc:sldMk cId="2315524598" sldId="279"/>
        </pc:sldMkLst>
        <pc:spChg chg="add mod">
          <ac:chgData name="Xavier Sun" userId="8eeec51a-1335-44a7-8028-1ba0b96c2012" providerId="ADAL" clId="{E3C48C2B-B86A-5EEB-9356-5B80AAD41A8C}" dt="2026-10-10T03:29:19.855" v="3095" actId="1076"/>
          <ac:spMkLst>
            <pc:docMk/>
            <pc:sldMk cId="2315524598" sldId="279"/>
            <ac:spMk id="3" creationId="{0F406A67-C74D-F7DC-517B-AF588FC21ED8}"/>
          </ac:spMkLst>
        </pc:spChg>
        <pc:spChg chg="mod">
          <ac:chgData name="Xavier Sun" userId="8eeec51a-1335-44a7-8028-1ba0b96c2012" providerId="ADAL" clId="{E3C48C2B-B86A-5EEB-9356-5B80AAD41A8C}" dt="2026-10-10T03:29:22.161" v="3096" actId="14100"/>
          <ac:spMkLst>
            <pc:docMk/>
            <pc:sldMk cId="2315524598" sldId="279"/>
            <ac:spMk id="9" creationId="{914DCC84-2E77-B5E1-9A82-479A334907D3}"/>
          </ac:spMkLst>
        </pc:spChg>
        <pc:spChg chg="del mod">
          <ac:chgData name="Xavier Sun" userId="8eeec51a-1335-44a7-8028-1ba0b96c2012" providerId="ADAL" clId="{E3C48C2B-B86A-5EEB-9356-5B80AAD41A8C}" dt="2026-10-10T03:29:17.344" v="3093" actId="478"/>
          <ac:spMkLst>
            <pc:docMk/>
            <pc:sldMk cId="2315524598" sldId="279"/>
            <ac:spMk id="24" creationId="{86F641E3-7E57-3CAA-E947-4669AE00FA63}"/>
          </ac:spMkLst>
        </pc:spChg>
        <pc:spChg chg="mod">
          <ac:chgData name="Xavier Sun" userId="8eeec51a-1335-44a7-8028-1ba0b96c2012" providerId="ADAL" clId="{E3C48C2B-B86A-5EEB-9356-5B80AAD41A8C}" dt="2026-10-10T02:42:57.395" v="2799" actId="27636"/>
          <ac:spMkLst>
            <pc:docMk/>
            <pc:sldMk cId="2315524598" sldId="279"/>
            <ac:spMk id="26" creationId="{57D245FE-01FB-8048-E726-EB3B44778F07}"/>
          </ac:spMkLst>
        </pc:spChg>
      </pc:sldChg>
      <pc:sldChg chg="addSp delSp modSp mod">
        <pc:chgData name="Xavier Sun" userId="8eeec51a-1335-44a7-8028-1ba0b96c2012" providerId="ADAL" clId="{E3C48C2B-B86A-5EEB-9356-5B80AAD41A8C}" dt="2026-10-10T03:29:30.526" v="3100" actId="14100"/>
        <pc:sldMkLst>
          <pc:docMk/>
          <pc:sldMk cId="267313898" sldId="280"/>
        </pc:sldMkLst>
        <pc:spChg chg="mod">
          <ac:chgData name="Xavier Sun" userId="8eeec51a-1335-44a7-8028-1ba0b96c2012" providerId="ADAL" clId="{E3C48C2B-B86A-5EEB-9356-5B80AAD41A8C}" dt="2026-10-10T03:29:30.526" v="3100" actId="14100"/>
          <ac:spMkLst>
            <pc:docMk/>
            <pc:sldMk cId="267313898" sldId="280"/>
            <ac:spMk id="9" creationId="{CF095567-BC8F-904D-D208-08487EF05730}"/>
          </ac:spMkLst>
        </pc:spChg>
        <pc:spChg chg="add mod">
          <ac:chgData name="Xavier Sun" userId="8eeec51a-1335-44a7-8028-1ba0b96c2012" providerId="ADAL" clId="{E3C48C2B-B86A-5EEB-9356-5B80AAD41A8C}" dt="2026-10-10T03:29:26.722" v="3099"/>
          <ac:spMkLst>
            <pc:docMk/>
            <pc:sldMk cId="267313898" sldId="280"/>
            <ac:spMk id="14" creationId="{3AEAA6AD-E13C-464E-6584-90D6D3921A74}"/>
          </ac:spMkLst>
        </pc:spChg>
        <pc:spChg chg="del mod">
          <ac:chgData name="Xavier Sun" userId="8eeec51a-1335-44a7-8028-1ba0b96c2012" providerId="ADAL" clId="{E3C48C2B-B86A-5EEB-9356-5B80AAD41A8C}" dt="2026-10-10T03:29:26.402" v="3098" actId="478"/>
          <ac:spMkLst>
            <pc:docMk/>
            <pc:sldMk cId="267313898" sldId="280"/>
            <ac:spMk id="24" creationId="{03B8E1C7-DF3D-5907-0288-9234C2FC7763}"/>
          </ac:spMkLst>
        </pc:spChg>
        <pc:spChg chg="mod">
          <ac:chgData name="Xavier Sun" userId="8eeec51a-1335-44a7-8028-1ba0b96c2012" providerId="ADAL" clId="{E3C48C2B-B86A-5EEB-9356-5B80AAD41A8C}" dt="2026-10-10T02:42:57.424" v="2800" actId="27636"/>
          <ac:spMkLst>
            <pc:docMk/>
            <pc:sldMk cId="267313898" sldId="280"/>
            <ac:spMk id="26" creationId="{793388A8-B11E-87C6-BC18-B908854B22C0}"/>
          </ac:spMkLst>
        </pc:spChg>
      </pc:sldChg>
      <pc:sldChg chg="addSp delSp modSp mod">
        <pc:chgData name="Xavier Sun" userId="8eeec51a-1335-44a7-8028-1ba0b96c2012" providerId="ADAL" clId="{E3C48C2B-B86A-5EEB-9356-5B80AAD41A8C}" dt="2026-10-10T03:30:02.252" v="3110" actId="1076"/>
        <pc:sldMkLst>
          <pc:docMk/>
          <pc:sldMk cId="1818932867" sldId="281"/>
        </pc:sldMkLst>
        <pc:spChg chg="mod">
          <ac:chgData name="Xavier Sun" userId="8eeec51a-1335-44a7-8028-1ba0b96c2012" providerId="ADAL" clId="{E3C48C2B-B86A-5EEB-9356-5B80AAD41A8C}" dt="2026-10-10T03:29:56.470" v="3109" actId="14100"/>
          <ac:spMkLst>
            <pc:docMk/>
            <pc:sldMk cId="1818932867" sldId="281"/>
            <ac:spMk id="6" creationId="{E63A8D9B-7AC4-74A8-E0C2-D4CE460ACDFA}"/>
          </ac:spMkLst>
        </pc:spChg>
        <pc:spChg chg="mod">
          <ac:chgData name="Xavier Sun" userId="8eeec51a-1335-44a7-8028-1ba0b96c2012" providerId="ADAL" clId="{E3C48C2B-B86A-5EEB-9356-5B80AAD41A8C}" dt="2026-10-10T03:29:49.855" v="3107" actId="14100"/>
          <ac:spMkLst>
            <pc:docMk/>
            <pc:sldMk cId="1818932867" sldId="281"/>
            <ac:spMk id="9" creationId="{D55DDE78-08A1-59C0-9BEC-5113E3DC61A9}"/>
          </ac:spMkLst>
        </pc:spChg>
        <pc:spChg chg="add mod">
          <ac:chgData name="Xavier Sun" userId="8eeec51a-1335-44a7-8028-1ba0b96c2012" providerId="ADAL" clId="{E3C48C2B-B86A-5EEB-9356-5B80AAD41A8C}" dt="2026-10-10T03:29:47.155" v="3106" actId="1076"/>
          <ac:spMkLst>
            <pc:docMk/>
            <pc:sldMk cId="1818932867" sldId="281"/>
            <ac:spMk id="14" creationId="{7D8BD1F1-C9CE-7C3F-8832-130FF6CA6346}"/>
          </ac:spMkLst>
        </pc:spChg>
        <pc:spChg chg="del mod">
          <ac:chgData name="Xavier Sun" userId="8eeec51a-1335-44a7-8028-1ba0b96c2012" providerId="ADAL" clId="{E3C48C2B-B86A-5EEB-9356-5B80AAD41A8C}" dt="2026-10-10T03:29:41.854" v="3103" actId="478"/>
          <ac:spMkLst>
            <pc:docMk/>
            <pc:sldMk cId="1818932867" sldId="281"/>
            <ac:spMk id="24" creationId="{94A11EC2-8240-2BA9-ACF9-C3808D71EF62}"/>
          </ac:spMkLst>
        </pc:spChg>
        <pc:spChg chg="mod">
          <ac:chgData name="Xavier Sun" userId="8eeec51a-1335-44a7-8028-1ba0b96c2012" providerId="ADAL" clId="{E3C48C2B-B86A-5EEB-9356-5B80AAD41A8C}" dt="2026-10-10T02:42:57.451" v="2801" actId="27636"/>
          <ac:spMkLst>
            <pc:docMk/>
            <pc:sldMk cId="1818932867" sldId="281"/>
            <ac:spMk id="26" creationId="{5092FFDF-6235-6CFD-5ED0-3171DDB19C1A}"/>
          </ac:spMkLst>
        </pc:spChg>
        <pc:grpChg chg="mod">
          <ac:chgData name="Xavier Sun" userId="8eeec51a-1335-44a7-8028-1ba0b96c2012" providerId="ADAL" clId="{E3C48C2B-B86A-5EEB-9356-5B80AAD41A8C}" dt="2026-10-10T03:30:02.252" v="3110" actId="1076"/>
          <ac:grpSpMkLst>
            <pc:docMk/>
            <pc:sldMk cId="1818932867" sldId="281"/>
            <ac:grpSpMk id="3" creationId="{4EDC097D-7D1E-FB7A-D449-E13F82CC6B82}"/>
          </ac:grpSpMkLst>
        </pc:grpChg>
      </pc:sldChg>
      <pc:sldChg chg="addSp delSp modSp mod ord">
        <pc:chgData name="Xavier Sun" userId="8eeec51a-1335-44a7-8028-1ba0b96c2012" providerId="ADAL" clId="{E3C48C2B-B86A-5EEB-9356-5B80AAD41A8C}" dt="2026-10-10T03:36:47.889" v="3115" actId="1076"/>
        <pc:sldMkLst>
          <pc:docMk/>
          <pc:sldMk cId="2268933597" sldId="282"/>
        </pc:sldMkLst>
        <pc:spChg chg="mod">
          <ac:chgData name="Xavier Sun" userId="8eeec51a-1335-44a7-8028-1ba0b96c2012" providerId="ADAL" clId="{E3C48C2B-B86A-5EEB-9356-5B80AAD41A8C}" dt="2026-10-10T03:36:47.889" v="3115" actId="1076"/>
          <ac:spMkLst>
            <pc:docMk/>
            <pc:sldMk cId="2268933597" sldId="282"/>
            <ac:spMk id="2" creationId="{CA7F3946-7007-9CC3-1C09-36C3B93AEB08}"/>
          </ac:spMkLst>
        </pc:spChg>
        <pc:spChg chg="add mod">
          <ac:chgData name="Xavier Sun" userId="8eeec51a-1335-44a7-8028-1ba0b96c2012" providerId="ADAL" clId="{E3C48C2B-B86A-5EEB-9356-5B80AAD41A8C}" dt="2026-10-08T11:17:33.457" v="2092" actId="14100"/>
          <ac:spMkLst>
            <pc:docMk/>
            <pc:sldMk cId="2268933597" sldId="282"/>
            <ac:spMk id="5" creationId="{C5F755BF-B204-81FE-1345-EE9F61374D79}"/>
          </ac:spMkLst>
        </pc:spChg>
        <pc:spChg chg="add mod">
          <ac:chgData name="Xavier Sun" userId="8eeec51a-1335-44a7-8028-1ba0b96c2012" providerId="ADAL" clId="{E3C48C2B-B86A-5EEB-9356-5B80AAD41A8C}" dt="2026-10-08T11:20:34.359" v="2157" actId="1076"/>
          <ac:spMkLst>
            <pc:docMk/>
            <pc:sldMk cId="2268933597" sldId="282"/>
            <ac:spMk id="6" creationId="{3DE6F95B-F378-4DE8-3A61-BDB100A35364}"/>
          </ac:spMkLst>
        </pc:spChg>
        <pc:spChg chg="add mod">
          <ac:chgData name="Xavier Sun" userId="8eeec51a-1335-44a7-8028-1ba0b96c2012" providerId="ADAL" clId="{E3C48C2B-B86A-5EEB-9356-5B80AAD41A8C}" dt="2026-10-08T11:20:31.613" v="2156" actId="1076"/>
          <ac:spMkLst>
            <pc:docMk/>
            <pc:sldMk cId="2268933597" sldId="282"/>
            <ac:spMk id="7" creationId="{0B0E24C6-E38E-BA3C-EAB6-940602DDAE05}"/>
          </ac:spMkLst>
        </pc:spChg>
        <pc:spChg chg="mod">
          <ac:chgData name="Xavier Sun" userId="8eeec51a-1335-44a7-8028-1ba0b96c2012" providerId="ADAL" clId="{E3C48C2B-B86A-5EEB-9356-5B80AAD41A8C}" dt="2026-10-08T12:01:02.587" v="2775" actId="1076"/>
          <ac:spMkLst>
            <pc:docMk/>
            <pc:sldMk cId="2268933597" sldId="282"/>
            <ac:spMk id="12" creationId="{3CEAEB02-D873-1481-1D45-55B53E45E6C0}"/>
          </ac:spMkLst>
        </pc:spChg>
        <pc:spChg chg="mod">
          <ac:chgData name="Xavier Sun" userId="8eeec51a-1335-44a7-8028-1ba0b96c2012" providerId="ADAL" clId="{E3C48C2B-B86A-5EEB-9356-5B80AAD41A8C}" dt="2026-10-08T12:01:05.092" v="2776" actId="1076"/>
          <ac:spMkLst>
            <pc:docMk/>
            <pc:sldMk cId="2268933597" sldId="282"/>
            <ac:spMk id="13" creationId="{99863A6F-1323-C4CC-629F-F9F4CD77F521}"/>
          </ac:spMkLst>
        </pc:spChg>
        <pc:spChg chg="mod">
          <ac:chgData name="Xavier Sun" userId="8eeec51a-1335-44a7-8028-1ba0b96c2012" providerId="ADAL" clId="{E3C48C2B-B86A-5EEB-9356-5B80AAD41A8C}" dt="2026-10-08T12:01:08.079" v="2777" actId="1076"/>
          <ac:spMkLst>
            <pc:docMk/>
            <pc:sldMk cId="2268933597" sldId="282"/>
            <ac:spMk id="14" creationId="{D051B524-2DF3-A783-3E0C-E9FC8FD492EE}"/>
          </ac:spMkLst>
        </pc:spChg>
        <pc:picChg chg="add mod">
          <ac:chgData name="Xavier Sun" userId="8eeec51a-1335-44a7-8028-1ba0b96c2012" providerId="ADAL" clId="{E3C48C2B-B86A-5EEB-9356-5B80AAD41A8C}" dt="2026-10-08T12:03:08.052" v="2780"/>
          <ac:picMkLst>
            <pc:docMk/>
            <pc:sldMk cId="2268933597" sldId="282"/>
            <ac:picMk id="9" creationId="{B053CE99-8C6D-0E3D-898D-9D96F02EC967}"/>
          </ac:picMkLst>
        </pc:picChg>
      </pc:sldChg>
      <pc:sldChg chg="modSp mod">
        <pc:chgData name="Xavier Sun" userId="8eeec51a-1335-44a7-8028-1ba0b96c2012" providerId="ADAL" clId="{E3C48C2B-B86A-5EEB-9356-5B80AAD41A8C}" dt="2026-10-10T03:34:50.783" v="3114" actId="255"/>
        <pc:sldMkLst>
          <pc:docMk/>
          <pc:sldMk cId="3228747977" sldId="285"/>
        </pc:sldMkLst>
        <pc:spChg chg="mod">
          <ac:chgData name="Xavier Sun" userId="8eeec51a-1335-44a7-8028-1ba0b96c2012" providerId="ADAL" clId="{E3C48C2B-B86A-5EEB-9356-5B80AAD41A8C}" dt="2026-10-10T03:34:28.267" v="3111" actId="255"/>
          <ac:spMkLst>
            <pc:docMk/>
            <pc:sldMk cId="3228747977" sldId="285"/>
            <ac:spMk id="4" creationId="{5FAB2257-0080-7F15-B44C-FA8AB0005E9D}"/>
          </ac:spMkLst>
        </pc:spChg>
        <pc:spChg chg="mod">
          <ac:chgData name="Xavier Sun" userId="8eeec51a-1335-44a7-8028-1ba0b96c2012" providerId="ADAL" clId="{E3C48C2B-B86A-5EEB-9356-5B80AAD41A8C}" dt="2026-10-10T03:34:38.399" v="3113" actId="255"/>
          <ac:spMkLst>
            <pc:docMk/>
            <pc:sldMk cId="3228747977" sldId="285"/>
            <ac:spMk id="18" creationId="{9DD8804C-DA66-A33F-4704-0682DCDB60BE}"/>
          </ac:spMkLst>
        </pc:spChg>
        <pc:spChg chg="mod">
          <ac:chgData name="Xavier Sun" userId="8eeec51a-1335-44a7-8028-1ba0b96c2012" providerId="ADAL" clId="{E3C48C2B-B86A-5EEB-9356-5B80AAD41A8C}" dt="2026-10-10T03:34:50.783" v="3114" actId="255"/>
          <ac:spMkLst>
            <pc:docMk/>
            <pc:sldMk cId="3228747977" sldId="285"/>
            <ac:spMk id="21" creationId="{F61D7A7E-5ED2-E397-D0C4-2297F06D1D4D}"/>
          </ac:spMkLst>
        </pc:spChg>
      </pc:sldChg>
      <pc:sldChg chg="modSp mod modNotesTx">
        <pc:chgData name="Xavier Sun" userId="8eeec51a-1335-44a7-8028-1ba0b96c2012" providerId="ADAL" clId="{E3C48C2B-B86A-5EEB-9356-5B80AAD41A8C}" dt="2026-10-10T03:43:24.823" v="3188" actId="20577"/>
        <pc:sldMkLst>
          <pc:docMk/>
          <pc:sldMk cId="4090938070" sldId="303"/>
        </pc:sldMkLst>
        <pc:spChg chg="mod">
          <ac:chgData name="Xavier Sun" userId="8eeec51a-1335-44a7-8028-1ba0b96c2012" providerId="ADAL" clId="{E3C48C2B-B86A-5EEB-9356-5B80AAD41A8C}" dt="2026-10-10T03:39:41.996" v="3116" actId="255"/>
          <ac:spMkLst>
            <pc:docMk/>
            <pc:sldMk cId="4090938070" sldId="303"/>
            <ac:spMk id="4" creationId="{592FD37B-1FD5-BAD7-C97C-22C7825EE93B}"/>
          </ac:spMkLst>
        </pc:spChg>
        <pc:spChg chg="mod">
          <ac:chgData name="Xavier Sun" userId="8eeec51a-1335-44a7-8028-1ba0b96c2012" providerId="ADAL" clId="{E3C48C2B-B86A-5EEB-9356-5B80AAD41A8C}" dt="2026-10-10T03:39:48.111" v="3117" actId="255"/>
          <ac:spMkLst>
            <pc:docMk/>
            <pc:sldMk cId="4090938070" sldId="303"/>
            <ac:spMk id="18" creationId="{9F9934C4-DC5D-95ED-EA9D-D071096460C4}"/>
          </ac:spMkLst>
        </pc:spChg>
      </pc:sldChg>
      <pc:sldChg chg="addSp delSp modSp add mod modTransition modAnim modNotesTx">
        <pc:chgData name="Xavier Sun" userId="8eeec51a-1335-44a7-8028-1ba0b96c2012" providerId="ADAL" clId="{E3C48C2B-B86A-5EEB-9356-5B80AAD41A8C}" dt="2026-10-10T09:56:00.985" v="4023"/>
        <pc:sldMkLst>
          <pc:docMk/>
          <pc:sldMk cId="3380311963" sldId="304"/>
        </pc:sldMkLst>
        <pc:spChg chg="add mod">
          <ac:chgData name="Xavier Sun" userId="8eeec51a-1335-44a7-8028-1ba0b96c2012" providerId="ADAL" clId="{E3C48C2B-B86A-5EEB-9356-5B80AAD41A8C}" dt="2026-10-10T02:45:16.932" v="2829" actId="1037"/>
          <ac:spMkLst>
            <pc:docMk/>
            <pc:sldMk cId="3380311963" sldId="304"/>
            <ac:spMk id="7" creationId="{9DB5631D-4FF8-D4B2-4996-B9EA1CE7D248}"/>
          </ac:spMkLst>
        </pc:spChg>
        <pc:spChg chg="mod">
          <ac:chgData name="Xavier Sun" userId="8eeec51a-1335-44a7-8028-1ba0b96c2012" providerId="ADAL" clId="{E3C48C2B-B86A-5EEB-9356-5B80AAD41A8C}" dt="2026-10-10T02:44:44.306" v="2814"/>
          <ac:spMkLst>
            <pc:docMk/>
            <pc:sldMk cId="3380311963" sldId="304"/>
            <ac:spMk id="10" creationId="{DEEB7493-D597-9FF3-2EFC-31C5CAA0257C}"/>
          </ac:spMkLst>
        </pc:spChg>
        <pc:grpChg chg="add mod">
          <ac:chgData name="Xavier Sun" userId="8eeec51a-1335-44a7-8028-1ba0b96c2012" providerId="ADAL" clId="{E3C48C2B-B86A-5EEB-9356-5B80AAD41A8C}" dt="2026-10-10T02:45:16.932" v="2829" actId="1037"/>
          <ac:grpSpMkLst>
            <pc:docMk/>
            <pc:sldMk cId="3380311963" sldId="304"/>
            <ac:grpSpMk id="8" creationId="{CBB1FB6B-48D3-90A9-18E6-A765ED4B5DD0}"/>
          </ac:grpSpMkLst>
        </pc:grpChg>
        <pc:picChg chg="del">
          <ac:chgData name="Xavier Sun" userId="8eeec51a-1335-44a7-8028-1ba0b96c2012" providerId="ADAL" clId="{E3C48C2B-B86A-5EEB-9356-5B80AAD41A8C}" dt="2026-10-10T05:07:50.439" v="3446" actId="478"/>
          <ac:picMkLst>
            <pc:docMk/>
            <pc:sldMk cId="3380311963" sldId="304"/>
            <ac:picMk id="3" creationId="{89E2D606-B9D8-B8AE-06C9-DEB433B09703}"/>
          </ac:picMkLst>
        </pc:picChg>
        <pc:picChg chg="add mod">
          <ac:chgData name="Xavier Sun" userId="8eeec51a-1335-44a7-8028-1ba0b96c2012" providerId="ADAL" clId="{E3C48C2B-B86A-5EEB-9356-5B80AAD41A8C}" dt="2026-10-10T09:56:00.985" v="4023"/>
          <ac:picMkLst>
            <pc:docMk/>
            <pc:sldMk cId="3380311963" sldId="304"/>
            <ac:picMk id="3" creationId="{C20B1E0A-0509-DD2E-671A-C97C5D584CEE}"/>
          </ac:picMkLst>
        </pc:picChg>
        <pc:picChg chg="mod">
          <ac:chgData name="Xavier Sun" userId="8eeec51a-1335-44a7-8028-1ba0b96c2012" providerId="ADAL" clId="{E3C48C2B-B86A-5EEB-9356-5B80AAD41A8C}" dt="2026-10-10T02:44:44.306" v="2814"/>
          <ac:picMkLst>
            <pc:docMk/>
            <pc:sldMk cId="3380311963" sldId="304"/>
            <ac:picMk id="11" creationId="{4CDDF1F6-A0A4-4748-68EB-709077A8D7CF}"/>
          </ac:picMkLst>
        </pc:picChg>
        <pc:picChg chg="add del mod">
          <ac:chgData name="Xavier Sun" userId="8eeec51a-1335-44a7-8028-1ba0b96c2012" providerId="ADAL" clId="{E3C48C2B-B86A-5EEB-9356-5B80AAD41A8C}" dt="2026-10-10T09:54:55.330" v="4008"/>
          <ac:picMkLst>
            <pc:docMk/>
            <pc:sldMk cId="3380311963" sldId="304"/>
            <ac:picMk id="12" creationId="{3C645813-996D-E3B0-6159-75645D1CC0CF}"/>
          </ac:picMkLst>
        </pc:picChg>
      </pc:sldChg>
      <pc:sldChg chg="addSp delSp modSp add mod modTransition modAnim modNotesTx">
        <pc:chgData name="Xavier Sun" userId="8eeec51a-1335-44a7-8028-1ba0b96c2012" providerId="ADAL" clId="{E3C48C2B-B86A-5EEB-9356-5B80AAD41A8C}" dt="2026-10-10T09:56:02.869" v="4024"/>
        <pc:sldMkLst>
          <pc:docMk/>
          <pc:sldMk cId="2345793802" sldId="305"/>
        </pc:sldMkLst>
        <pc:spChg chg="add mod">
          <ac:chgData name="Xavier Sun" userId="8eeec51a-1335-44a7-8028-1ba0b96c2012" providerId="ADAL" clId="{E3C48C2B-B86A-5EEB-9356-5B80AAD41A8C}" dt="2026-10-10T02:45:34.841" v="2836" actId="1036"/>
          <ac:spMkLst>
            <pc:docMk/>
            <pc:sldMk cId="2345793802" sldId="305"/>
            <ac:spMk id="7" creationId="{C0990658-6C21-A113-C29E-695D7FF68C02}"/>
          </ac:spMkLst>
        </pc:spChg>
        <pc:spChg chg="mod">
          <ac:chgData name="Xavier Sun" userId="8eeec51a-1335-44a7-8028-1ba0b96c2012" providerId="ADAL" clId="{E3C48C2B-B86A-5EEB-9356-5B80AAD41A8C}" dt="2026-10-10T02:45:28.219" v="2830"/>
          <ac:spMkLst>
            <pc:docMk/>
            <pc:sldMk cId="2345793802" sldId="305"/>
            <ac:spMk id="10" creationId="{25795CA2-4A62-1F02-C14C-1C74D5DAAA86}"/>
          </ac:spMkLst>
        </pc:spChg>
        <pc:grpChg chg="add mod">
          <ac:chgData name="Xavier Sun" userId="8eeec51a-1335-44a7-8028-1ba0b96c2012" providerId="ADAL" clId="{E3C48C2B-B86A-5EEB-9356-5B80AAD41A8C}" dt="2026-10-10T02:45:34.841" v="2836" actId="1036"/>
          <ac:grpSpMkLst>
            <pc:docMk/>
            <pc:sldMk cId="2345793802" sldId="305"/>
            <ac:grpSpMk id="8" creationId="{7966BA05-A827-F23A-72AC-DE468D482598}"/>
          </ac:grpSpMkLst>
        </pc:grpChg>
        <pc:picChg chg="del">
          <ac:chgData name="Xavier Sun" userId="8eeec51a-1335-44a7-8028-1ba0b96c2012" providerId="ADAL" clId="{E3C48C2B-B86A-5EEB-9356-5B80AAD41A8C}" dt="2026-10-10T05:07:47.555" v="3444" actId="478"/>
          <ac:picMkLst>
            <pc:docMk/>
            <pc:sldMk cId="2345793802" sldId="305"/>
            <ac:picMk id="3" creationId="{575E8FA2-39EA-D602-5FED-1CD6B96B1498}"/>
          </ac:picMkLst>
        </pc:picChg>
        <pc:picChg chg="add mod">
          <ac:chgData name="Xavier Sun" userId="8eeec51a-1335-44a7-8028-1ba0b96c2012" providerId="ADAL" clId="{E3C48C2B-B86A-5EEB-9356-5B80AAD41A8C}" dt="2026-10-10T09:56:02.869" v="4024"/>
          <ac:picMkLst>
            <pc:docMk/>
            <pc:sldMk cId="2345793802" sldId="305"/>
            <ac:picMk id="3" creationId="{686497DB-F1F6-1E39-9A73-0FD928B1F659}"/>
          </ac:picMkLst>
        </pc:picChg>
        <pc:picChg chg="mod">
          <ac:chgData name="Xavier Sun" userId="8eeec51a-1335-44a7-8028-1ba0b96c2012" providerId="ADAL" clId="{E3C48C2B-B86A-5EEB-9356-5B80AAD41A8C}" dt="2026-10-10T02:45:28.219" v="2830"/>
          <ac:picMkLst>
            <pc:docMk/>
            <pc:sldMk cId="2345793802" sldId="305"/>
            <ac:picMk id="11" creationId="{4385C48C-92DD-08C5-51D0-655F95E2C536}"/>
          </ac:picMkLst>
        </pc:picChg>
        <pc:picChg chg="add del mod">
          <ac:chgData name="Xavier Sun" userId="8eeec51a-1335-44a7-8028-1ba0b96c2012" providerId="ADAL" clId="{E3C48C2B-B86A-5EEB-9356-5B80AAD41A8C}" dt="2026-10-10T09:55:11.120" v="4009"/>
          <ac:picMkLst>
            <pc:docMk/>
            <pc:sldMk cId="2345793802" sldId="305"/>
            <ac:picMk id="12" creationId="{72138801-C8AD-F7BE-EE37-6B0D1310A20C}"/>
          </ac:picMkLst>
        </pc:picChg>
      </pc:sldChg>
      <pc:sldChg chg="addSp delSp modSp add mod modTransition modAnim modNotesTx">
        <pc:chgData name="Xavier Sun" userId="8eeec51a-1335-44a7-8028-1ba0b96c2012" providerId="ADAL" clId="{E3C48C2B-B86A-5EEB-9356-5B80AAD41A8C}" dt="2026-10-10T09:56:32.403" v="4033"/>
        <pc:sldMkLst>
          <pc:docMk/>
          <pc:sldMk cId="2134537859" sldId="306"/>
        </pc:sldMkLst>
        <pc:spChg chg="add mod">
          <ac:chgData name="Xavier Sun" userId="8eeec51a-1335-44a7-8028-1ba0b96c2012" providerId="ADAL" clId="{E3C48C2B-B86A-5EEB-9356-5B80AAD41A8C}" dt="2026-10-10T02:46:20.227" v="2845" actId="14100"/>
          <ac:spMkLst>
            <pc:docMk/>
            <pc:sldMk cId="2134537859" sldId="306"/>
            <ac:spMk id="4" creationId="{502AF730-8E0C-B4AD-B368-4E8A91E7C91D}"/>
          </ac:spMkLst>
        </pc:spChg>
        <pc:spChg chg="mod">
          <ac:chgData name="Xavier Sun" userId="8eeec51a-1335-44a7-8028-1ba0b96c2012" providerId="ADAL" clId="{E3C48C2B-B86A-5EEB-9356-5B80AAD41A8C}" dt="2026-10-10T02:46:09.619" v="2843"/>
          <ac:spMkLst>
            <pc:docMk/>
            <pc:sldMk cId="2134537859" sldId="306"/>
            <ac:spMk id="8" creationId="{F385547D-5F1C-8C04-B82B-5E2B440BC290}"/>
          </ac:spMkLst>
        </pc:spChg>
        <pc:grpChg chg="add mod">
          <ac:chgData name="Xavier Sun" userId="8eeec51a-1335-44a7-8028-1ba0b96c2012" providerId="ADAL" clId="{E3C48C2B-B86A-5EEB-9356-5B80AAD41A8C}" dt="2026-10-10T02:46:14.878" v="2844" actId="1076"/>
          <ac:grpSpMkLst>
            <pc:docMk/>
            <pc:sldMk cId="2134537859" sldId="306"/>
            <ac:grpSpMk id="7" creationId="{27D4B264-CF94-B220-1F20-92159AE0F19B}"/>
          </ac:grpSpMkLst>
        </pc:grpChg>
        <pc:picChg chg="del mod">
          <ac:chgData name="Xavier Sun" userId="8eeec51a-1335-44a7-8028-1ba0b96c2012" providerId="ADAL" clId="{E3C48C2B-B86A-5EEB-9356-5B80AAD41A8C}" dt="2026-10-10T09:55:27.824" v="4013"/>
          <ac:picMkLst>
            <pc:docMk/>
            <pc:sldMk cId="2134537859" sldId="306"/>
            <ac:picMk id="3" creationId="{A10E2043-0E99-6C97-10EC-262800B2DDE4}"/>
          </ac:picMkLst>
        </pc:picChg>
        <pc:picChg chg="mod">
          <ac:chgData name="Xavier Sun" userId="8eeec51a-1335-44a7-8028-1ba0b96c2012" providerId="ADAL" clId="{E3C48C2B-B86A-5EEB-9356-5B80AAD41A8C}" dt="2026-10-10T02:46:09.619" v="2843"/>
          <ac:picMkLst>
            <pc:docMk/>
            <pc:sldMk cId="2134537859" sldId="306"/>
            <ac:picMk id="9" creationId="{EF85F854-4237-176B-32A5-2EB36A293B05}"/>
          </ac:picMkLst>
        </pc:picChg>
        <pc:picChg chg="add mod">
          <ac:chgData name="Xavier Sun" userId="8eeec51a-1335-44a7-8028-1ba0b96c2012" providerId="ADAL" clId="{E3C48C2B-B86A-5EEB-9356-5B80AAD41A8C}" dt="2026-10-10T09:56:32.403" v="4033"/>
          <ac:picMkLst>
            <pc:docMk/>
            <pc:sldMk cId="2134537859" sldId="306"/>
            <ac:picMk id="10" creationId="{C3AAEB5D-D892-208C-3187-9A79B2FFF74B}"/>
          </ac:picMkLst>
        </pc:picChg>
      </pc:sldChg>
      <pc:sldChg chg="addSp delSp modSp add mod modTransition modAnim modNotesTx">
        <pc:chgData name="Xavier Sun" userId="8eeec51a-1335-44a7-8028-1ba0b96c2012" providerId="ADAL" clId="{E3C48C2B-B86A-5EEB-9356-5B80AAD41A8C}" dt="2026-10-10T09:56:20.995" v="4029"/>
        <pc:sldMkLst>
          <pc:docMk/>
          <pc:sldMk cId="1364093124" sldId="307"/>
        </pc:sldMkLst>
        <pc:spChg chg="add mod">
          <ac:chgData name="Xavier Sun" userId="8eeec51a-1335-44a7-8028-1ba0b96c2012" providerId="ADAL" clId="{E3C48C2B-B86A-5EEB-9356-5B80AAD41A8C}" dt="2026-10-10T02:47:35.964" v="2914" actId="14100"/>
          <ac:spMkLst>
            <pc:docMk/>
            <pc:sldMk cId="1364093124" sldId="307"/>
            <ac:spMk id="8" creationId="{DD7560B5-CABB-F71D-F496-223C048E6532}"/>
          </ac:spMkLst>
        </pc:spChg>
        <pc:spChg chg="mod">
          <ac:chgData name="Xavier Sun" userId="8eeec51a-1335-44a7-8028-1ba0b96c2012" providerId="ADAL" clId="{E3C48C2B-B86A-5EEB-9356-5B80AAD41A8C}" dt="2026-10-10T02:47:20.843" v="2903"/>
          <ac:spMkLst>
            <pc:docMk/>
            <pc:sldMk cId="1364093124" sldId="307"/>
            <ac:spMk id="10" creationId="{F704285C-707D-5500-B1C2-C5A413BDDC08}"/>
          </ac:spMkLst>
        </pc:spChg>
        <pc:grpChg chg="add mod">
          <ac:chgData name="Xavier Sun" userId="8eeec51a-1335-44a7-8028-1ba0b96c2012" providerId="ADAL" clId="{E3C48C2B-B86A-5EEB-9356-5B80AAD41A8C}" dt="2026-10-10T02:47:27.363" v="2912" actId="1037"/>
          <ac:grpSpMkLst>
            <pc:docMk/>
            <pc:sldMk cId="1364093124" sldId="307"/>
            <ac:grpSpMk id="9" creationId="{3E41CDE3-E587-C319-23BB-C2AFF748C409}"/>
          </ac:grpSpMkLst>
        </pc:grpChg>
        <pc:picChg chg="del mod">
          <ac:chgData name="Xavier Sun" userId="8eeec51a-1335-44a7-8028-1ba0b96c2012" providerId="ADAL" clId="{E3C48C2B-B86A-5EEB-9356-5B80AAD41A8C}" dt="2026-10-10T09:55:37.676" v="4016"/>
          <ac:picMkLst>
            <pc:docMk/>
            <pc:sldMk cId="1364093124" sldId="307"/>
            <ac:picMk id="6" creationId="{97AB1CFD-F103-001C-6674-B42AAEF0DB54}"/>
          </ac:picMkLst>
        </pc:picChg>
        <pc:picChg chg="mod">
          <ac:chgData name="Xavier Sun" userId="8eeec51a-1335-44a7-8028-1ba0b96c2012" providerId="ADAL" clId="{E3C48C2B-B86A-5EEB-9356-5B80AAD41A8C}" dt="2026-10-10T02:47:20.843" v="2903"/>
          <ac:picMkLst>
            <pc:docMk/>
            <pc:sldMk cId="1364093124" sldId="307"/>
            <ac:picMk id="11" creationId="{C842425B-C1C5-15F6-23D5-74EC8E720193}"/>
          </ac:picMkLst>
        </pc:picChg>
        <pc:picChg chg="add mod">
          <ac:chgData name="Xavier Sun" userId="8eeec51a-1335-44a7-8028-1ba0b96c2012" providerId="ADAL" clId="{E3C48C2B-B86A-5EEB-9356-5B80AAD41A8C}" dt="2026-10-10T09:56:20.995" v="4029"/>
          <ac:picMkLst>
            <pc:docMk/>
            <pc:sldMk cId="1364093124" sldId="307"/>
            <ac:picMk id="12" creationId="{BC528C07-96CA-8501-4D88-F2826BF0BBE5}"/>
          </ac:picMkLst>
        </pc:picChg>
      </pc:sldChg>
      <pc:sldChg chg="addSp delSp modSp add mod ord modTransition modAnim modNotesTx">
        <pc:chgData name="Xavier Sun" userId="8eeec51a-1335-44a7-8028-1ba0b96c2012" providerId="ADAL" clId="{E3C48C2B-B86A-5EEB-9356-5B80AAD41A8C}" dt="2026-10-10T09:56:15.867" v="4027" actId="14100"/>
        <pc:sldMkLst>
          <pc:docMk/>
          <pc:sldMk cId="1783272989" sldId="308"/>
        </pc:sldMkLst>
        <pc:spChg chg="add mod">
          <ac:chgData name="Xavier Sun" userId="8eeec51a-1335-44a7-8028-1ba0b96c2012" providerId="ADAL" clId="{E3C48C2B-B86A-5EEB-9356-5B80AAD41A8C}" dt="2026-10-10T02:46:41.065" v="2855" actId="1037"/>
          <ac:spMkLst>
            <pc:docMk/>
            <pc:sldMk cId="1783272989" sldId="308"/>
            <ac:spMk id="8" creationId="{930F94C6-5801-101B-BE31-4C7F95C5AAC3}"/>
          </ac:spMkLst>
        </pc:spChg>
        <pc:spChg chg="mod">
          <ac:chgData name="Xavier Sun" userId="8eeec51a-1335-44a7-8028-1ba0b96c2012" providerId="ADAL" clId="{E3C48C2B-B86A-5EEB-9356-5B80AAD41A8C}" dt="2026-10-10T02:46:35.370" v="2848"/>
          <ac:spMkLst>
            <pc:docMk/>
            <pc:sldMk cId="1783272989" sldId="308"/>
            <ac:spMk id="10" creationId="{B80890C9-7089-4E35-7722-3BC87FBF26E3}"/>
          </ac:spMkLst>
        </pc:spChg>
        <pc:spChg chg="add del mod">
          <ac:chgData name="Xavier Sun" userId="8eeec51a-1335-44a7-8028-1ba0b96c2012" providerId="ADAL" clId="{E3C48C2B-B86A-5EEB-9356-5B80AAD41A8C}" dt="2026-10-10T05:04:47.606" v="3397"/>
          <ac:spMkLst>
            <pc:docMk/>
            <pc:sldMk cId="1783272989" sldId="308"/>
            <ac:spMk id="12" creationId="{BB5CA999-B1EE-0F0F-B9BD-CB45337F350D}"/>
          </ac:spMkLst>
        </pc:spChg>
        <pc:spChg chg="add del mod">
          <ac:chgData name="Xavier Sun" userId="8eeec51a-1335-44a7-8028-1ba0b96c2012" providerId="ADAL" clId="{E3C48C2B-B86A-5EEB-9356-5B80AAD41A8C}" dt="2026-10-10T05:04:49.179" v="3399"/>
          <ac:spMkLst>
            <pc:docMk/>
            <pc:sldMk cId="1783272989" sldId="308"/>
            <ac:spMk id="13" creationId="{B6A2A8E7-8961-FC8F-4954-A19027766F59}"/>
          </ac:spMkLst>
        </pc:spChg>
        <pc:grpChg chg="add mod">
          <ac:chgData name="Xavier Sun" userId="8eeec51a-1335-44a7-8028-1ba0b96c2012" providerId="ADAL" clId="{E3C48C2B-B86A-5EEB-9356-5B80AAD41A8C}" dt="2026-10-10T02:46:41.065" v="2855" actId="1037"/>
          <ac:grpSpMkLst>
            <pc:docMk/>
            <pc:sldMk cId="1783272989" sldId="308"/>
            <ac:grpSpMk id="9" creationId="{10C0A054-0680-5BBA-1B8B-FA821B409153}"/>
          </ac:grpSpMkLst>
        </pc:grpChg>
        <pc:picChg chg="del mod">
          <ac:chgData name="Xavier Sun" userId="8eeec51a-1335-44a7-8028-1ba0b96c2012" providerId="ADAL" clId="{E3C48C2B-B86A-5EEB-9356-5B80AAD41A8C}" dt="2026-10-10T09:55:30.984" v="4014"/>
          <ac:picMkLst>
            <pc:docMk/>
            <pc:sldMk cId="1783272989" sldId="308"/>
            <ac:picMk id="6" creationId="{09156DC1-62E9-314A-E1DC-83071E0DD5B7}"/>
          </ac:picMkLst>
        </pc:picChg>
        <pc:picChg chg="mod">
          <ac:chgData name="Xavier Sun" userId="8eeec51a-1335-44a7-8028-1ba0b96c2012" providerId="ADAL" clId="{E3C48C2B-B86A-5EEB-9356-5B80AAD41A8C}" dt="2026-10-10T02:46:35.370" v="2848"/>
          <ac:picMkLst>
            <pc:docMk/>
            <pc:sldMk cId="1783272989" sldId="308"/>
            <ac:picMk id="11" creationId="{6F70F245-3635-9D70-38F0-B82E97DDD9B3}"/>
          </ac:picMkLst>
        </pc:picChg>
        <pc:picChg chg="add mod">
          <ac:chgData name="Xavier Sun" userId="8eeec51a-1335-44a7-8028-1ba0b96c2012" providerId="ADAL" clId="{E3C48C2B-B86A-5EEB-9356-5B80AAD41A8C}" dt="2026-10-10T09:56:15.867" v="4027" actId="14100"/>
          <ac:picMkLst>
            <pc:docMk/>
            <pc:sldMk cId="1783272989" sldId="308"/>
            <ac:picMk id="12" creationId="{C146EB01-61FE-1F93-D074-7DB61FB71352}"/>
          </ac:picMkLst>
        </pc:picChg>
      </pc:sldChg>
      <pc:sldChg chg="addSp delSp modSp add mod modTransition modAnim modNotesTx">
        <pc:chgData name="Xavier Sun" userId="8eeec51a-1335-44a7-8028-1ba0b96c2012" providerId="ADAL" clId="{E3C48C2B-B86A-5EEB-9356-5B80AAD41A8C}" dt="2026-10-10T09:56:03.971" v="4025"/>
        <pc:sldMkLst>
          <pc:docMk/>
          <pc:sldMk cId="3283327796" sldId="309"/>
        </pc:sldMkLst>
        <pc:spChg chg="mod">
          <ac:chgData name="Xavier Sun" userId="8eeec51a-1335-44a7-8028-1ba0b96c2012" providerId="ADAL" clId="{E3C48C2B-B86A-5EEB-9356-5B80AAD41A8C}" dt="2026-10-10T02:56:49.567" v="2926" actId="14100"/>
          <ac:spMkLst>
            <pc:docMk/>
            <pc:sldMk cId="3283327796" sldId="309"/>
            <ac:spMk id="7" creationId="{09E56225-10EF-D712-2CFF-74912885F184}"/>
          </ac:spMkLst>
        </pc:spChg>
        <pc:grpChg chg="mod">
          <ac:chgData name="Xavier Sun" userId="8eeec51a-1335-44a7-8028-1ba0b96c2012" providerId="ADAL" clId="{E3C48C2B-B86A-5EEB-9356-5B80AAD41A8C}" dt="2026-10-10T02:56:55.649" v="2927" actId="1076"/>
          <ac:grpSpMkLst>
            <pc:docMk/>
            <pc:sldMk cId="3283327796" sldId="309"/>
            <ac:grpSpMk id="8" creationId="{20CF2E77-A120-4628-05FE-C9E71B4DE8DA}"/>
          </ac:grpSpMkLst>
        </pc:grpChg>
        <pc:picChg chg="del mod">
          <ac:chgData name="Xavier Sun" userId="8eeec51a-1335-44a7-8028-1ba0b96c2012" providerId="ADAL" clId="{E3C48C2B-B86A-5EEB-9356-5B80AAD41A8C}" dt="2026-10-10T09:55:13.583" v="4010"/>
          <ac:picMkLst>
            <pc:docMk/>
            <pc:sldMk cId="3283327796" sldId="309"/>
            <ac:picMk id="3" creationId="{A02156E0-01CB-3356-1815-3AE87E27E25E}"/>
          </ac:picMkLst>
        </pc:picChg>
        <pc:picChg chg="add mod">
          <ac:chgData name="Xavier Sun" userId="8eeec51a-1335-44a7-8028-1ba0b96c2012" providerId="ADAL" clId="{E3C48C2B-B86A-5EEB-9356-5B80AAD41A8C}" dt="2026-10-10T09:56:03.971" v="4025"/>
          <ac:picMkLst>
            <pc:docMk/>
            <pc:sldMk cId="3283327796" sldId="309"/>
            <ac:picMk id="12" creationId="{0E9E339F-49FF-27B5-9529-A03AEBB52471}"/>
          </ac:picMkLst>
        </pc:picChg>
      </pc:sldChg>
      <pc:sldChg chg="addSp delSp modSp add mod modTransition modAnim modNotesTx">
        <pc:chgData name="Xavier Sun" userId="8eeec51a-1335-44a7-8028-1ba0b96c2012" providerId="ADAL" clId="{E3C48C2B-B86A-5EEB-9356-5B80AAD41A8C}" dt="2026-10-10T09:56:29.737" v="4032" actId="14100"/>
        <pc:sldMkLst>
          <pc:docMk/>
          <pc:sldMk cId="911311925" sldId="310"/>
        </pc:sldMkLst>
        <pc:picChg chg="del mod">
          <ac:chgData name="Xavier Sun" userId="8eeec51a-1335-44a7-8028-1ba0b96c2012" providerId="ADAL" clId="{E3C48C2B-B86A-5EEB-9356-5B80AAD41A8C}" dt="2026-10-10T09:55:21.326" v="4012"/>
          <ac:picMkLst>
            <pc:docMk/>
            <pc:sldMk cId="911311925" sldId="310"/>
            <ac:picMk id="3" creationId="{849CC662-B5A9-0D88-4CFA-3F2DBB84792F}"/>
          </ac:picMkLst>
        </pc:picChg>
        <pc:picChg chg="add mod">
          <ac:chgData name="Xavier Sun" userId="8eeec51a-1335-44a7-8028-1ba0b96c2012" providerId="ADAL" clId="{E3C48C2B-B86A-5EEB-9356-5B80AAD41A8C}" dt="2026-10-10T09:56:29.737" v="4032" actId="14100"/>
          <ac:picMkLst>
            <pc:docMk/>
            <pc:sldMk cId="911311925" sldId="310"/>
            <ac:picMk id="10" creationId="{8CB902E6-CFE4-6C9C-5E86-FE133F54DBC1}"/>
          </ac:picMkLst>
        </pc:picChg>
      </pc:sldChg>
      <pc:sldChg chg="addSp delSp modSp add mod modTransition modAnim modNotesTx">
        <pc:chgData name="Xavier Sun" userId="8eeec51a-1335-44a7-8028-1ba0b96c2012" providerId="ADAL" clId="{E3C48C2B-B86A-5EEB-9356-5B80AAD41A8C}" dt="2026-10-10T09:56:22.025" v="4030"/>
        <pc:sldMkLst>
          <pc:docMk/>
          <pc:sldMk cId="380374116" sldId="311"/>
        </pc:sldMkLst>
        <pc:spChg chg="mod">
          <ac:chgData name="Xavier Sun" userId="8eeec51a-1335-44a7-8028-1ba0b96c2012" providerId="ADAL" clId="{E3C48C2B-B86A-5EEB-9356-5B80AAD41A8C}" dt="2026-10-10T04:39:49.068" v="3331" actId="14100"/>
          <ac:spMkLst>
            <pc:docMk/>
            <pc:sldMk cId="380374116" sldId="311"/>
            <ac:spMk id="7" creationId="{90EDC836-7DD3-9ACD-FB5F-A96152DC13BF}"/>
          </ac:spMkLst>
        </pc:spChg>
        <pc:spChg chg="del">
          <ac:chgData name="Xavier Sun" userId="8eeec51a-1335-44a7-8028-1ba0b96c2012" providerId="ADAL" clId="{E3C48C2B-B86A-5EEB-9356-5B80AAD41A8C}" dt="2026-10-10T03:03:13.931" v="3080" actId="478"/>
          <ac:spMkLst>
            <pc:docMk/>
            <pc:sldMk cId="380374116" sldId="311"/>
            <ac:spMk id="8" creationId="{98ED8536-CFCC-0374-93FE-E62FDEDC5491}"/>
          </ac:spMkLst>
        </pc:spChg>
        <pc:spChg chg="add mod">
          <ac:chgData name="Xavier Sun" userId="8eeec51a-1335-44a7-8028-1ba0b96c2012" providerId="ADAL" clId="{E3C48C2B-B86A-5EEB-9356-5B80AAD41A8C}" dt="2026-10-10T04:40:42.122" v="3341" actId="1036"/>
          <ac:spMkLst>
            <pc:docMk/>
            <pc:sldMk cId="380374116" sldId="311"/>
            <ac:spMk id="12" creationId="{6CF3C87A-4A81-FFFF-0931-E194242C15BF}"/>
          </ac:spMkLst>
        </pc:spChg>
        <pc:grpChg chg="mod">
          <ac:chgData name="Xavier Sun" userId="8eeec51a-1335-44a7-8028-1ba0b96c2012" providerId="ADAL" clId="{E3C48C2B-B86A-5EEB-9356-5B80AAD41A8C}" dt="2026-10-10T03:03:40.144" v="3082" actId="1076"/>
          <ac:grpSpMkLst>
            <pc:docMk/>
            <pc:sldMk cId="380374116" sldId="311"/>
            <ac:grpSpMk id="9" creationId="{6C309878-39AF-524F-8AD9-AA4D9B81D816}"/>
          </ac:grpSpMkLst>
        </pc:grpChg>
        <pc:picChg chg="del mod">
          <ac:chgData name="Xavier Sun" userId="8eeec51a-1335-44a7-8028-1ba0b96c2012" providerId="ADAL" clId="{E3C48C2B-B86A-5EEB-9356-5B80AAD41A8C}" dt="2026-10-10T09:55:40.322" v="4017"/>
          <ac:picMkLst>
            <pc:docMk/>
            <pc:sldMk cId="380374116" sldId="311"/>
            <ac:picMk id="6" creationId="{1581E8D3-A614-1FFC-58F4-3AD9038AAFFB}"/>
          </ac:picMkLst>
        </pc:picChg>
        <pc:picChg chg="add mod">
          <ac:chgData name="Xavier Sun" userId="8eeec51a-1335-44a7-8028-1ba0b96c2012" providerId="ADAL" clId="{E3C48C2B-B86A-5EEB-9356-5B80AAD41A8C}" dt="2026-10-10T09:56:22.025" v="4030"/>
          <ac:picMkLst>
            <pc:docMk/>
            <pc:sldMk cId="380374116" sldId="311"/>
            <ac:picMk id="8" creationId="{136BD335-FE87-D250-B750-4B9F15409857}"/>
          </ac:picMkLst>
        </pc:picChg>
      </pc:sldChg>
    </pc:docChg>
  </pc:docChgLst>
  <pc:docChgLst>
    <pc:chgData name="Swapnil Shinde" userId="S::z5118116@ad.unsw.edu.au::63da5c9f-6ed9-4ebb-b4e5-2f4180bcc09f" providerId="AD" clId="Web-{D061EF24-E7B4-5F43-D40B-82DAADD78713}"/>
    <pc:docChg chg="modSld">
      <pc:chgData name="Swapnil Shinde" userId="S::z5118116@ad.unsw.edu.au::63da5c9f-6ed9-4ebb-b4e5-2f4180bcc09f" providerId="AD" clId="Web-{D061EF24-E7B4-5F43-D40B-82DAADD78713}" dt="2026-10-08T07:48:47.947" v="5" actId="20577"/>
      <pc:docMkLst>
        <pc:docMk/>
      </pc:docMkLst>
      <pc:sldChg chg="modSp">
        <pc:chgData name="Swapnil Shinde" userId="S::z5118116@ad.unsw.edu.au::63da5c9f-6ed9-4ebb-b4e5-2f4180bcc09f" providerId="AD" clId="Web-{D061EF24-E7B4-5F43-D40B-82DAADD78713}" dt="2026-10-08T07:48:47.947" v="5" actId="20577"/>
        <pc:sldMkLst>
          <pc:docMk/>
          <pc:sldMk cId="2268933597" sldId="282"/>
        </pc:sldMkLst>
        <pc:spChg chg="mod">
          <ac:chgData name="Swapnil Shinde" userId="S::z5118116@ad.unsw.edu.au::63da5c9f-6ed9-4ebb-b4e5-2f4180bcc09f" providerId="AD" clId="Web-{D061EF24-E7B4-5F43-D40B-82DAADD78713}" dt="2026-10-08T07:48:47.947" v="5" actId="20577"/>
          <ac:spMkLst>
            <pc:docMk/>
            <pc:sldMk cId="2268933597" sldId="282"/>
            <ac:spMk id="13" creationId="{99863A6F-1323-C4CC-629F-F9F4CD77F521}"/>
          </ac:spMkLst>
        </pc:spChg>
      </pc:sldChg>
    </pc:docChg>
  </pc:docChgLst>
  <pc:docChgLst>
    <pc:chgData name="Daniel Cao" userId="S::z5267347@ad.unsw.edu.au::7b2d97cc-6258-4008-81e9-5e3a138e5cc7" providerId="AD" clId="Web-{2AED64E2-1E9E-D112-501F-D19CB8416DCE}"/>
    <pc:docChg chg="modSld">
      <pc:chgData name="Daniel Cao" userId="S::z5267347@ad.unsw.edu.au::7b2d97cc-6258-4008-81e9-5e3a138e5cc7" providerId="AD" clId="Web-{2AED64E2-1E9E-D112-501F-D19CB8416DCE}" dt="2026-10-07T22:14:16.444" v="7"/>
      <pc:docMkLst>
        <pc:docMk/>
      </pc:docMkLst>
      <pc:sldChg chg="modSp">
        <pc:chgData name="Daniel Cao" userId="S::z5267347@ad.unsw.edu.au::7b2d97cc-6258-4008-81e9-5e3a138e5cc7" providerId="AD" clId="Web-{2AED64E2-1E9E-D112-501F-D19CB8416DCE}" dt="2026-10-07T22:13:41.005" v="1" actId="1076"/>
        <pc:sldMkLst>
          <pc:docMk/>
          <pc:sldMk cId="0" sldId="265"/>
        </pc:sldMkLst>
        <pc:spChg chg="mod">
          <ac:chgData name="Daniel Cao" userId="S::z5267347@ad.unsw.edu.au::7b2d97cc-6258-4008-81e9-5e3a138e5cc7" providerId="AD" clId="Web-{2AED64E2-1E9E-D112-501F-D19CB8416DCE}" dt="2026-10-07T22:13:41.005" v="1" actId="1076"/>
          <ac:spMkLst>
            <pc:docMk/>
            <pc:sldMk cId="0" sldId="265"/>
            <ac:spMk id="6" creationId="{8362FBB2-B31C-E0FF-C272-E74E0B815F09}"/>
          </ac:spMkLst>
        </pc:spChg>
      </pc:sldChg>
      <pc:sldChg chg="addSp delSp modSp">
        <pc:chgData name="Daniel Cao" userId="S::z5267347@ad.unsw.edu.au::7b2d97cc-6258-4008-81e9-5e3a138e5cc7" providerId="AD" clId="Web-{2AED64E2-1E9E-D112-501F-D19CB8416DCE}" dt="2026-10-07T22:13:59.021" v="4"/>
        <pc:sldMkLst>
          <pc:docMk/>
          <pc:sldMk cId="3871961093" sldId="277"/>
        </pc:sldMkLst>
        <pc:spChg chg="add">
          <ac:chgData name="Daniel Cao" userId="S::z5267347@ad.unsw.edu.au::7b2d97cc-6258-4008-81e9-5e3a138e5cc7" providerId="AD" clId="Web-{2AED64E2-1E9E-D112-501F-D19CB8416DCE}" dt="2026-10-07T22:13:59.021" v="4"/>
          <ac:spMkLst>
            <pc:docMk/>
            <pc:sldMk cId="3871961093" sldId="277"/>
            <ac:spMk id="7" creationId="{457771E2-A59D-570F-3D18-FAA1DCDFC3CE}"/>
          </ac:spMkLst>
        </pc:spChg>
        <pc:spChg chg="ord">
          <ac:chgData name="Daniel Cao" userId="S::z5267347@ad.unsw.edu.au::7b2d97cc-6258-4008-81e9-5e3a138e5cc7" providerId="AD" clId="Web-{2AED64E2-1E9E-D112-501F-D19CB8416DCE}" dt="2026-10-07T22:13:51.052" v="2"/>
          <ac:spMkLst>
            <pc:docMk/>
            <pc:sldMk cId="3871961093" sldId="277"/>
            <ac:spMk id="23" creationId="{78051AD4-69B4-B0BB-0351-F101A27CEBB8}"/>
          </ac:spMkLst>
        </pc:spChg>
      </pc:sldChg>
      <pc:sldChg chg="addSp delSp modSp">
        <pc:chgData name="Daniel Cao" userId="S::z5267347@ad.unsw.edu.au::7b2d97cc-6258-4008-81e9-5e3a138e5cc7" providerId="AD" clId="Web-{2AED64E2-1E9E-D112-501F-D19CB8416DCE}" dt="2026-10-07T22:14:16.444" v="7"/>
        <pc:sldMkLst>
          <pc:docMk/>
          <pc:sldMk cId="1510666639" sldId="278"/>
        </pc:sldMkLst>
        <pc:spChg chg="add">
          <ac:chgData name="Daniel Cao" userId="S::z5267347@ad.unsw.edu.au::7b2d97cc-6258-4008-81e9-5e3a138e5cc7" providerId="AD" clId="Web-{2AED64E2-1E9E-D112-501F-D19CB8416DCE}" dt="2026-10-07T22:14:16.444" v="7"/>
          <ac:spMkLst>
            <pc:docMk/>
            <pc:sldMk cId="1510666639" sldId="278"/>
            <ac:spMk id="7" creationId="{E0461730-A886-6CCF-71F5-456E76EEE1C9}"/>
          </ac:spMkLst>
        </pc:spChg>
        <pc:spChg chg="ord">
          <ac:chgData name="Daniel Cao" userId="S::z5267347@ad.unsw.edu.au::7b2d97cc-6258-4008-81e9-5e3a138e5cc7" providerId="AD" clId="Web-{2AED64E2-1E9E-D112-501F-D19CB8416DCE}" dt="2026-10-07T22:14:09.209" v="5"/>
          <ac:spMkLst>
            <pc:docMk/>
            <pc:sldMk cId="1510666639" sldId="278"/>
            <ac:spMk id="23" creationId="{F993BAB4-E72A-A953-D025-6CDD3DA11BD6}"/>
          </ac:spMkLst>
        </pc:spChg>
      </pc:sldChg>
    </pc:docChg>
  </pc:docChgLst>
  <pc:docChgLst>
    <pc:chgData name="Daniel Cao" userId="7b2d97cc-6258-4008-81e9-5e3a138e5cc7" providerId="ADAL" clId="{88FA43D2-9608-4290-856D-55B170EC760D}"/>
    <pc:docChg chg="undo custSel addSld modSld">
      <pc:chgData name="Daniel Cao" userId="7b2d97cc-6258-4008-81e9-5e3a138e5cc7" providerId="ADAL" clId="{88FA43D2-9608-4290-856D-55B170EC760D}" dt="2026-10-09T09:16:53.257" v="2067" actId="20577"/>
      <pc:docMkLst>
        <pc:docMk/>
      </pc:docMkLst>
      <pc:sldChg chg="addSp modSp mod">
        <pc:chgData name="Daniel Cao" userId="7b2d97cc-6258-4008-81e9-5e3a138e5cc7" providerId="ADAL" clId="{88FA43D2-9608-4290-856D-55B170EC760D}" dt="2026-10-07T09:31:20.738" v="2040" actId="1076"/>
        <pc:sldMkLst>
          <pc:docMk/>
          <pc:sldMk cId="0" sldId="259"/>
        </pc:sldMkLst>
        <pc:picChg chg="add mod">
          <ac:chgData name="Daniel Cao" userId="7b2d97cc-6258-4008-81e9-5e3a138e5cc7" providerId="ADAL" clId="{88FA43D2-9608-4290-856D-55B170EC760D}" dt="2026-10-07T09:31:20.738" v="2040" actId="1076"/>
          <ac:picMkLst>
            <pc:docMk/>
            <pc:sldMk cId="0" sldId="259"/>
            <ac:picMk id="4" creationId="{1909536D-A5DE-113C-A079-8511E9E529BD}"/>
          </ac:picMkLst>
        </pc:picChg>
      </pc:sldChg>
      <pc:sldChg chg="addSp delSp modSp mod modNotesTx">
        <pc:chgData name="Daniel Cao" userId="7b2d97cc-6258-4008-81e9-5e3a138e5cc7" providerId="ADAL" clId="{88FA43D2-9608-4290-856D-55B170EC760D}" dt="2026-10-09T09:15:57.767" v="2046" actId="20577"/>
        <pc:sldMkLst>
          <pc:docMk/>
          <pc:sldMk cId="0" sldId="264"/>
        </pc:sldMkLst>
        <pc:spChg chg="mod">
          <ac:chgData name="Daniel Cao" userId="7b2d97cc-6258-4008-81e9-5e3a138e5cc7" providerId="ADAL" clId="{88FA43D2-9608-4290-856D-55B170EC760D}" dt="2026-10-07T08:51:46.498" v="519" actId="1076"/>
          <ac:spMkLst>
            <pc:docMk/>
            <pc:sldMk cId="0" sldId="264"/>
            <ac:spMk id="4" creationId="{AFAD4453-0B7F-B560-61B5-1AC574476AA6}"/>
          </ac:spMkLst>
        </pc:spChg>
        <pc:spChg chg="add mod">
          <ac:chgData name="Daniel Cao" userId="7b2d97cc-6258-4008-81e9-5e3a138e5cc7" providerId="ADAL" clId="{88FA43D2-9608-4290-856D-55B170EC760D}" dt="2026-10-07T09:00:08.614" v="726" actId="14100"/>
          <ac:spMkLst>
            <pc:docMk/>
            <pc:sldMk cId="0" sldId="264"/>
            <ac:spMk id="5" creationId="{50F55B14-8182-208C-3FEE-6A2CAB2FC66A}"/>
          </ac:spMkLst>
        </pc:spChg>
        <pc:spChg chg="add mod">
          <ac:chgData name="Daniel Cao" userId="7b2d97cc-6258-4008-81e9-5e3a138e5cc7" providerId="ADAL" clId="{88FA43D2-9608-4290-856D-55B170EC760D}" dt="2026-10-07T09:00:08.614" v="726" actId="14100"/>
          <ac:spMkLst>
            <pc:docMk/>
            <pc:sldMk cId="0" sldId="264"/>
            <ac:spMk id="7" creationId="{DFCF4A38-AB1C-7B57-6E00-6056B44B1845}"/>
          </ac:spMkLst>
        </pc:spChg>
        <pc:spChg chg="mod">
          <ac:chgData name="Daniel Cao" userId="7b2d97cc-6258-4008-81e9-5e3a138e5cc7" providerId="ADAL" clId="{88FA43D2-9608-4290-856D-55B170EC760D}" dt="2026-10-07T08:44:12.512" v="348" actId="1076"/>
          <ac:spMkLst>
            <pc:docMk/>
            <pc:sldMk cId="0" sldId="264"/>
            <ac:spMk id="8" creationId="{6EB8209C-45BB-7BBA-6E51-9A0B58C629FB}"/>
          </ac:spMkLst>
        </pc:spChg>
        <pc:spChg chg="mod">
          <ac:chgData name="Daniel Cao" userId="7b2d97cc-6258-4008-81e9-5e3a138e5cc7" providerId="ADAL" clId="{88FA43D2-9608-4290-856D-55B170EC760D}" dt="2026-10-07T08:49:28.446" v="458" actId="14100"/>
          <ac:spMkLst>
            <pc:docMk/>
            <pc:sldMk cId="0" sldId="264"/>
            <ac:spMk id="9" creationId="{B8755BA1-B402-119F-C232-9E860907AEA5}"/>
          </ac:spMkLst>
        </pc:spChg>
        <pc:spChg chg="add mod">
          <ac:chgData name="Daniel Cao" userId="7b2d97cc-6258-4008-81e9-5e3a138e5cc7" providerId="ADAL" clId="{88FA43D2-9608-4290-856D-55B170EC760D}" dt="2026-10-07T09:00:08.614" v="726" actId="14100"/>
          <ac:spMkLst>
            <pc:docMk/>
            <pc:sldMk cId="0" sldId="264"/>
            <ac:spMk id="11" creationId="{3B3E56EA-4726-BEA8-F439-FA4D6D0F8D64}"/>
          </ac:spMkLst>
        </pc:spChg>
        <pc:spChg chg="add mod">
          <ac:chgData name="Daniel Cao" userId="7b2d97cc-6258-4008-81e9-5e3a138e5cc7" providerId="ADAL" clId="{88FA43D2-9608-4290-856D-55B170EC760D}" dt="2026-10-07T09:00:08.614" v="726" actId="14100"/>
          <ac:spMkLst>
            <pc:docMk/>
            <pc:sldMk cId="0" sldId="264"/>
            <ac:spMk id="13" creationId="{859B1A3F-AE28-0610-D17C-B9323DE92339}"/>
          </ac:spMkLst>
        </pc:spChg>
        <pc:spChg chg="add mod">
          <ac:chgData name="Daniel Cao" userId="7b2d97cc-6258-4008-81e9-5e3a138e5cc7" providerId="ADAL" clId="{88FA43D2-9608-4290-856D-55B170EC760D}" dt="2026-10-07T08:58:25.396" v="668" actId="20577"/>
          <ac:spMkLst>
            <pc:docMk/>
            <pc:sldMk cId="0" sldId="264"/>
            <ac:spMk id="17" creationId="{2C776764-CCE8-020C-CA58-AC43D485353E}"/>
          </ac:spMkLst>
        </pc:spChg>
        <pc:spChg chg="mod">
          <ac:chgData name="Daniel Cao" userId="7b2d97cc-6258-4008-81e9-5e3a138e5cc7" providerId="ADAL" clId="{88FA43D2-9608-4290-856D-55B170EC760D}" dt="2026-10-07T09:00:08.614" v="726" actId="14100"/>
          <ac:spMkLst>
            <pc:docMk/>
            <pc:sldMk cId="0" sldId="264"/>
            <ac:spMk id="19" creationId="{50372B2A-C897-4203-2FF3-6DD47B6BDD89}"/>
          </ac:spMkLst>
        </pc:spChg>
        <pc:spChg chg="add mod">
          <ac:chgData name="Daniel Cao" userId="7b2d97cc-6258-4008-81e9-5e3a138e5cc7" providerId="ADAL" clId="{88FA43D2-9608-4290-856D-55B170EC760D}" dt="2026-10-07T08:57:45.921" v="625" actId="20577"/>
          <ac:spMkLst>
            <pc:docMk/>
            <pc:sldMk cId="0" sldId="264"/>
            <ac:spMk id="24" creationId="{B77ABBDA-F67E-07AA-FEF8-8350FD49C706}"/>
          </ac:spMkLst>
        </pc:spChg>
        <pc:spChg chg="add mod">
          <ac:chgData name="Daniel Cao" userId="7b2d97cc-6258-4008-81e9-5e3a138e5cc7" providerId="ADAL" clId="{88FA43D2-9608-4290-856D-55B170EC760D}" dt="2026-10-07T08:54:44.472" v="582" actId="20577"/>
          <ac:spMkLst>
            <pc:docMk/>
            <pc:sldMk cId="0" sldId="264"/>
            <ac:spMk id="26" creationId="{660C5B3A-DAD9-4B60-6C7E-053852C38335}"/>
          </ac:spMkLst>
        </pc:spChg>
        <pc:spChg chg="add mod">
          <ac:chgData name="Daniel Cao" userId="7b2d97cc-6258-4008-81e9-5e3a138e5cc7" providerId="ADAL" clId="{88FA43D2-9608-4290-856D-55B170EC760D}" dt="2026-10-07T08:59:53.593" v="725" actId="20577"/>
          <ac:spMkLst>
            <pc:docMk/>
            <pc:sldMk cId="0" sldId="264"/>
            <ac:spMk id="28" creationId="{A8BDD430-5C8B-05F0-213C-C6E50974ED09}"/>
          </ac:spMkLst>
        </pc:spChg>
        <pc:spChg chg="add mod ord">
          <ac:chgData name="Daniel Cao" userId="7b2d97cc-6258-4008-81e9-5e3a138e5cc7" providerId="ADAL" clId="{88FA43D2-9608-4290-856D-55B170EC760D}" dt="2026-10-07T09:25:10.881" v="1777" actId="207"/>
          <ac:spMkLst>
            <pc:docMk/>
            <pc:sldMk cId="0" sldId="264"/>
            <ac:spMk id="30" creationId="{674DA74F-0FA8-6D92-30D2-784E6EA0F39F}"/>
          </ac:spMkLst>
        </pc:spChg>
        <pc:spChg chg="add mod ord">
          <ac:chgData name="Daniel Cao" userId="7b2d97cc-6258-4008-81e9-5e3a138e5cc7" providerId="ADAL" clId="{88FA43D2-9608-4290-856D-55B170EC760D}" dt="2026-10-07T09:20:11.362" v="1150" actId="164"/>
          <ac:spMkLst>
            <pc:docMk/>
            <pc:sldMk cId="0" sldId="264"/>
            <ac:spMk id="33" creationId="{035768B0-4A96-F136-D1BB-98E02E51F024}"/>
          </ac:spMkLst>
        </pc:spChg>
        <pc:spChg chg="mod">
          <ac:chgData name="Daniel Cao" userId="7b2d97cc-6258-4008-81e9-5e3a138e5cc7" providerId="ADAL" clId="{88FA43D2-9608-4290-856D-55B170EC760D}" dt="2026-10-07T08:57:22.841" v="614" actId="20577"/>
          <ac:spMkLst>
            <pc:docMk/>
            <pc:sldMk cId="0" sldId="264"/>
            <ac:spMk id="217" creationId="{00000000-0000-0000-0000-000000000000}"/>
          </ac:spMkLst>
        </pc:spChg>
        <pc:grpChg chg="add mod">
          <ac:chgData name="Daniel Cao" userId="7b2d97cc-6258-4008-81e9-5e3a138e5cc7" providerId="ADAL" clId="{88FA43D2-9608-4290-856D-55B170EC760D}" dt="2026-10-07T09:22:36.285" v="1413" actId="1076"/>
          <ac:grpSpMkLst>
            <pc:docMk/>
            <pc:sldMk cId="0" sldId="264"/>
            <ac:grpSpMk id="34" creationId="{FD3BA77C-3C6B-E8A0-FF44-BB4EF3DEDFF3}"/>
          </ac:grpSpMkLst>
        </pc:grpChg>
        <pc:picChg chg="add mod">
          <ac:chgData name="Daniel Cao" userId="7b2d97cc-6258-4008-81e9-5e3a138e5cc7" providerId="ADAL" clId="{88FA43D2-9608-4290-856D-55B170EC760D}" dt="2026-10-07T09:20:11.362" v="1150" actId="164"/>
          <ac:picMkLst>
            <pc:docMk/>
            <pc:sldMk cId="0" sldId="264"/>
            <ac:picMk id="32" creationId="{173B9F25-CE65-CB31-72B2-BB7CC365A246}"/>
          </ac:picMkLst>
        </pc:picChg>
      </pc:sldChg>
      <pc:sldChg chg="addSp delSp modSp mod modNotesTx">
        <pc:chgData name="Daniel Cao" userId="7b2d97cc-6258-4008-81e9-5e3a138e5cc7" providerId="ADAL" clId="{88FA43D2-9608-4290-856D-55B170EC760D}" dt="2026-10-09T09:16:46.432" v="2065" actId="20577"/>
        <pc:sldMkLst>
          <pc:docMk/>
          <pc:sldMk cId="0" sldId="265"/>
        </pc:sldMkLst>
        <pc:spChg chg="add mod">
          <ac:chgData name="Daniel Cao" userId="7b2d97cc-6258-4008-81e9-5e3a138e5cc7" providerId="ADAL" clId="{88FA43D2-9608-4290-856D-55B170EC760D}" dt="2026-10-07T09:00:58.348" v="729" actId="20577"/>
          <ac:spMkLst>
            <pc:docMk/>
            <pc:sldMk cId="0" sldId="265"/>
            <ac:spMk id="3" creationId="{564FD878-E2E6-8CE1-94A6-EBD917EC2BDC}"/>
          </ac:spMkLst>
        </pc:spChg>
        <pc:spChg chg="add mod">
          <ac:chgData name="Daniel Cao" userId="7b2d97cc-6258-4008-81e9-5e3a138e5cc7" providerId="ADAL" clId="{88FA43D2-9608-4290-856D-55B170EC760D}" dt="2026-10-07T09:14:21.979" v="1004" actId="20577"/>
          <ac:spMkLst>
            <pc:docMk/>
            <pc:sldMk cId="0" sldId="265"/>
            <ac:spMk id="5" creationId="{1D8F5CCC-5F32-EF66-621A-744938808AC5}"/>
          </ac:spMkLst>
        </pc:spChg>
        <pc:spChg chg="add mod">
          <ac:chgData name="Daniel Cao" userId="7b2d97cc-6258-4008-81e9-5e3a138e5cc7" providerId="ADAL" clId="{88FA43D2-9608-4290-856D-55B170EC760D}" dt="2026-10-07T09:11:56.098" v="992" actId="12788"/>
          <ac:spMkLst>
            <pc:docMk/>
            <pc:sldMk cId="0" sldId="265"/>
            <ac:spMk id="6" creationId="{8362FBB2-B31C-E0FF-C272-E74E0B815F09}"/>
          </ac:spMkLst>
        </pc:spChg>
        <pc:spChg chg="add mod">
          <ac:chgData name="Daniel Cao" userId="7b2d97cc-6258-4008-81e9-5e3a138e5cc7" providerId="ADAL" clId="{88FA43D2-9608-4290-856D-55B170EC760D}" dt="2026-10-07T09:11:48.744" v="991" actId="12788"/>
          <ac:spMkLst>
            <pc:docMk/>
            <pc:sldMk cId="0" sldId="265"/>
            <ac:spMk id="8" creationId="{CFE7E9AD-538B-4AAE-7EF6-6305A3BB9E19}"/>
          </ac:spMkLst>
        </pc:spChg>
        <pc:spChg chg="add mod">
          <ac:chgData name="Daniel Cao" userId="7b2d97cc-6258-4008-81e9-5e3a138e5cc7" providerId="ADAL" clId="{88FA43D2-9608-4290-856D-55B170EC760D}" dt="2026-10-07T09:14:44.982" v="1018" actId="20577"/>
          <ac:spMkLst>
            <pc:docMk/>
            <pc:sldMk cId="0" sldId="265"/>
            <ac:spMk id="11" creationId="{812061BB-E612-B68C-D13F-FBE8136CB5EE}"/>
          </ac:spMkLst>
        </pc:spChg>
        <pc:spChg chg="add mod">
          <ac:chgData name="Daniel Cao" userId="7b2d97cc-6258-4008-81e9-5e3a138e5cc7" providerId="ADAL" clId="{88FA43D2-9608-4290-856D-55B170EC760D}" dt="2026-10-07T09:12:11.676" v="995" actId="1076"/>
          <ac:spMkLst>
            <pc:docMk/>
            <pc:sldMk cId="0" sldId="265"/>
            <ac:spMk id="13" creationId="{0A43A9C2-1117-921A-EBF9-1591EBBFF5D8}"/>
          </ac:spMkLst>
        </pc:spChg>
        <pc:spChg chg="add mod">
          <ac:chgData name="Daniel Cao" userId="7b2d97cc-6258-4008-81e9-5e3a138e5cc7" providerId="ADAL" clId="{88FA43D2-9608-4290-856D-55B170EC760D}" dt="2026-10-07T09:14:27.090" v="1005" actId="20577"/>
          <ac:spMkLst>
            <pc:docMk/>
            <pc:sldMk cId="0" sldId="265"/>
            <ac:spMk id="15" creationId="{FA9A30A4-2F9F-B02A-9864-428C9E194267}"/>
          </ac:spMkLst>
        </pc:spChg>
        <pc:spChg chg="add mod">
          <ac:chgData name="Daniel Cao" userId="7b2d97cc-6258-4008-81e9-5e3a138e5cc7" providerId="ADAL" clId="{88FA43D2-9608-4290-856D-55B170EC760D}" dt="2026-10-07T09:14:14.724" v="1002" actId="1076"/>
          <ac:spMkLst>
            <pc:docMk/>
            <pc:sldMk cId="0" sldId="265"/>
            <ac:spMk id="19" creationId="{0ACB85A8-6C2D-8324-F71D-B9D0BCA7336B}"/>
          </ac:spMkLst>
        </pc:spChg>
        <pc:spChg chg="add mod ord">
          <ac:chgData name="Daniel Cao" userId="7b2d97cc-6258-4008-81e9-5e3a138e5cc7" providerId="ADAL" clId="{88FA43D2-9608-4290-856D-55B170EC760D}" dt="2026-10-07T09:26:17.514" v="1787" actId="167"/>
          <ac:spMkLst>
            <pc:docMk/>
            <pc:sldMk cId="0" sldId="265"/>
            <ac:spMk id="22" creationId="{6717A02F-A1E7-FD45-7B20-EAB8961D3B40}"/>
          </ac:spMkLst>
        </pc:spChg>
        <pc:spChg chg="mod">
          <ac:chgData name="Daniel Cao" userId="7b2d97cc-6258-4008-81e9-5e3a138e5cc7" providerId="ADAL" clId="{88FA43D2-9608-4290-856D-55B170EC760D}" dt="2026-10-07T09:21:17.441" v="1163"/>
          <ac:spMkLst>
            <pc:docMk/>
            <pc:sldMk cId="0" sldId="265"/>
            <ac:spMk id="24" creationId="{0FBF00BD-40C8-8DAA-E43F-18D8F21ADAE1}"/>
          </ac:spMkLst>
        </pc:spChg>
        <pc:spChg chg="mod">
          <ac:chgData name="Daniel Cao" userId="7b2d97cc-6258-4008-81e9-5e3a138e5cc7" providerId="ADAL" clId="{88FA43D2-9608-4290-856D-55B170EC760D}" dt="2026-10-07T09:10:54.667" v="979" actId="14100"/>
          <ac:spMkLst>
            <pc:docMk/>
            <pc:sldMk cId="0" sldId="265"/>
            <ac:spMk id="240" creationId="{00000000-0000-0000-0000-000000000000}"/>
          </ac:spMkLst>
        </pc:spChg>
        <pc:spChg chg="mod">
          <ac:chgData name="Daniel Cao" userId="7b2d97cc-6258-4008-81e9-5e3a138e5cc7" providerId="ADAL" clId="{88FA43D2-9608-4290-856D-55B170EC760D}" dt="2026-10-07T09:11:56.098" v="992" actId="12788"/>
          <ac:spMkLst>
            <pc:docMk/>
            <pc:sldMk cId="0" sldId="265"/>
            <ac:spMk id="241" creationId="{00000000-0000-0000-0000-000000000000}"/>
          </ac:spMkLst>
        </pc:spChg>
        <pc:spChg chg="mod">
          <ac:chgData name="Daniel Cao" userId="7b2d97cc-6258-4008-81e9-5e3a138e5cc7" providerId="ADAL" clId="{88FA43D2-9608-4290-856D-55B170EC760D}" dt="2026-10-07T09:11:48.744" v="991" actId="12788"/>
          <ac:spMkLst>
            <pc:docMk/>
            <pc:sldMk cId="0" sldId="265"/>
            <ac:spMk id="242" creationId="{00000000-0000-0000-0000-000000000000}"/>
          </ac:spMkLst>
        </pc:spChg>
        <pc:grpChg chg="add mod">
          <ac:chgData name="Daniel Cao" userId="7b2d97cc-6258-4008-81e9-5e3a138e5cc7" providerId="ADAL" clId="{88FA43D2-9608-4290-856D-55B170EC760D}" dt="2026-10-07T09:23:42.177" v="1544" actId="1076"/>
          <ac:grpSpMkLst>
            <pc:docMk/>
            <pc:sldMk cId="0" sldId="265"/>
            <ac:grpSpMk id="23" creationId="{C896989E-A8DF-9DF9-2F10-6486C5CA6953}"/>
          </ac:grpSpMkLst>
        </pc:grpChg>
        <pc:picChg chg="mod">
          <ac:chgData name="Daniel Cao" userId="7b2d97cc-6258-4008-81e9-5e3a138e5cc7" providerId="ADAL" clId="{88FA43D2-9608-4290-856D-55B170EC760D}" dt="2026-10-07T09:21:17.441" v="1163"/>
          <ac:picMkLst>
            <pc:docMk/>
            <pc:sldMk cId="0" sldId="265"/>
            <ac:picMk id="25" creationId="{586CF591-7B5F-E912-14BC-F1DACDC0535D}"/>
          </ac:picMkLst>
        </pc:picChg>
      </pc:sldChg>
      <pc:sldChg chg="modSp mod">
        <pc:chgData name="Daniel Cao" userId="7b2d97cc-6258-4008-81e9-5e3a138e5cc7" providerId="ADAL" clId="{88FA43D2-9608-4290-856D-55B170EC760D}" dt="2026-10-07T08:41:11.061" v="12" actId="27636"/>
        <pc:sldMkLst>
          <pc:docMk/>
          <pc:sldMk cId="0" sldId="272"/>
        </pc:sldMkLst>
      </pc:sldChg>
      <pc:sldChg chg="modSp mod">
        <pc:chgData name="Daniel Cao" userId="7b2d97cc-6258-4008-81e9-5e3a138e5cc7" providerId="ADAL" clId="{88FA43D2-9608-4290-856D-55B170EC760D}" dt="2026-10-07T08:41:11.061" v="13" actId="27636"/>
        <pc:sldMkLst>
          <pc:docMk/>
          <pc:sldMk cId="0" sldId="273"/>
        </pc:sldMkLst>
        <pc:spChg chg="mod">
          <ac:chgData name="Daniel Cao" userId="7b2d97cc-6258-4008-81e9-5e3a138e5cc7" providerId="ADAL" clId="{88FA43D2-9608-4290-856D-55B170EC760D}" dt="2026-10-07T08:41:11.061" v="13" actId="27636"/>
          <ac:spMkLst>
            <pc:docMk/>
            <pc:sldMk cId="0" sldId="273"/>
            <ac:spMk id="279" creationId="{00000000-0000-0000-0000-000000000000}"/>
          </ac:spMkLst>
        </pc:spChg>
      </pc:sldChg>
      <pc:sldChg chg="addSp delSp modSp add mod modNotesTx">
        <pc:chgData name="Daniel Cao" userId="7b2d97cc-6258-4008-81e9-5e3a138e5cc7" providerId="ADAL" clId="{88FA43D2-9608-4290-856D-55B170EC760D}" dt="2026-10-09T09:16:53.257" v="2067" actId="20577"/>
        <pc:sldMkLst>
          <pc:docMk/>
          <pc:sldMk cId="3871961093" sldId="277"/>
        </pc:sldMkLst>
        <pc:spChg chg="add mod">
          <ac:chgData name="Daniel Cao" userId="7b2d97cc-6258-4008-81e9-5e3a138e5cc7" providerId="ADAL" clId="{88FA43D2-9608-4290-856D-55B170EC760D}" dt="2026-10-07T09:26:36.878" v="1882" actId="1037"/>
          <ac:spMkLst>
            <pc:docMk/>
            <pc:sldMk cId="3871961093" sldId="277"/>
            <ac:spMk id="23" creationId="{78051AD4-69B4-B0BB-0351-F101A27CEBB8}"/>
          </ac:spMkLst>
        </pc:spChg>
        <pc:spChg chg="mod">
          <ac:chgData name="Daniel Cao" userId="7b2d97cc-6258-4008-81e9-5e3a138e5cc7" providerId="ADAL" clId="{88FA43D2-9608-4290-856D-55B170EC760D}" dt="2026-10-07T09:26:31.300" v="1789"/>
          <ac:spMkLst>
            <pc:docMk/>
            <pc:sldMk cId="3871961093" sldId="277"/>
            <ac:spMk id="25" creationId="{D67A0F0D-DD02-DD27-A4EA-6AC2D648AB29}"/>
          </ac:spMkLst>
        </pc:spChg>
        <pc:grpChg chg="add mod">
          <ac:chgData name="Daniel Cao" userId="7b2d97cc-6258-4008-81e9-5e3a138e5cc7" providerId="ADAL" clId="{88FA43D2-9608-4290-856D-55B170EC760D}" dt="2026-10-07T09:26:36.878" v="1882" actId="1037"/>
          <ac:grpSpMkLst>
            <pc:docMk/>
            <pc:sldMk cId="3871961093" sldId="277"/>
            <ac:grpSpMk id="24" creationId="{636E8408-2BAF-15E0-F1CE-7A0D88D83508}"/>
          </ac:grpSpMkLst>
        </pc:grpChg>
        <pc:picChg chg="mod">
          <ac:chgData name="Daniel Cao" userId="7b2d97cc-6258-4008-81e9-5e3a138e5cc7" providerId="ADAL" clId="{88FA43D2-9608-4290-856D-55B170EC760D}" dt="2026-10-07T09:26:31.300" v="1789"/>
          <ac:picMkLst>
            <pc:docMk/>
            <pc:sldMk cId="3871961093" sldId="277"/>
            <ac:picMk id="26" creationId="{76DD3DB2-CAAB-4859-2386-85A37CCFB56F}"/>
          </ac:picMkLst>
        </pc:picChg>
      </pc:sldChg>
      <pc:sldChg chg="addSp delSp modSp add mod">
        <pc:chgData name="Daniel Cao" userId="7b2d97cc-6258-4008-81e9-5e3a138e5cc7" providerId="ADAL" clId="{88FA43D2-9608-4290-856D-55B170EC760D}" dt="2026-10-07T09:26:48.660" v="2031" actId="1037"/>
        <pc:sldMkLst>
          <pc:docMk/>
          <pc:sldMk cId="1510666639" sldId="278"/>
        </pc:sldMkLst>
        <pc:spChg chg="add mod">
          <ac:chgData name="Daniel Cao" userId="7b2d97cc-6258-4008-81e9-5e3a138e5cc7" providerId="ADAL" clId="{88FA43D2-9608-4290-856D-55B170EC760D}" dt="2026-10-07T09:26:48.660" v="2031" actId="1037"/>
          <ac:spMkLst>
            <pc:docMk/>
            <pc:sldMk cId="1510666639" sldId="278"/>
            <ac:spMk id="23" creationId="{F993BAB4-E72A-A953-D025-6CDD3DA11BD6}"/>
          </ac:spMkLst>
        </pc:spChg>
        <pc:spChg chg="mod">
          <ac:chgData name="Daniel Cao" userId="7b2d97cc-6258-4008-81e9-5e3a138e5cc7" providerId="ADAL" clId="{88FA43D2-9608-4290-856D-55B170EC760D}" dt="2026-10-07T09:26:41.540" v="1884"/>
          <ac:spMkLst>
            <pc:docMk/>
            <pc:sldMk cId="1510666639" sldId="278"/>
            <ac:spMk id="25" creationId="{4F0AD398-6619-33DA-AF48-0BCD02F46554}"/>
          </ac:spMkLst>
        </pc:spChg>
        <pc:grpChg chg="add mod">
          <ac:chgData name="Daniel Cao" userId="7b2d97cc-6258-4008-81e9-5e3a138e5cc7" providerId="ADAL" clId="{88FA43D2-9608-4290-856D-55B170EC760D}" dt="2026-10-07T09:26:48.660" v="2031" actId="1037"/>
          <ac:grpSpMkLst>
            <pc:docMk/>
            <pc:sldMk cId="1510666639" sldId="278"/>
            <ac:grpSpMk id="24" creationId="{A28E9C74-7FBA-CAB5-7E71-A58B222E42A5}"/>
          </ac:grpSpMkLst>
        </pc:grpChg>
        <pc:picChg chg="mod">
          <ac:chgData name="Daniel Cao" userId="7b2d97cc-6258-4008-81e9-5e3a138e5cc7" providerId="ADAL" clId="{88FA43D2-9608-4290-856D-55B170EC760D}" dt="2026-10-07T09:26:41.540" v="1884"/>
          <ac:picMkLst>
            <pc:docMk/>
            <pc:sldMk cId="1510666639" sldId="278"/>
            <ac:picMk id="26" creationId="{25BDF4D9-FFA6-B73B-9D37-FB9E1E039438}"/>
          </ac:picMkLst>
        </pc:picChg>
      </pc:sldChg>
      <pc:sldChg chg="addSp modSp add mod modNotesTx">
        <pc:chgData name="Daniel Cao" userId="7b2d97cc-6258-4008-81e9-5e3a138e5cc7" providerId="ADAL" clId="{88FA43D2-9608-4290-856D-55B170EC760D}" dt="2026-10-09T09:16:05.194" v="2052" actId="20577"/>
        <pc:sldMkLst>
          <pc:docMk/>
          <pc:sldMk cId="2315524598" sldId="279"/>
        </pc:sldMkLst>
        <pc:spChg chg="add mod ord">
          <ac:chgData name="Daniel Cao" userId="7b2d97cc-6258-4008-81e9-5e3a138e5cc7" providerId="ADAL" clId="{88FA43D2-9608-4290-856D-55B170EC760D}" dt="2026-10-07T09:25:29.887" v="1780" actId="207"/>
          <ac:spMkLst>
            <pc:docMk/>
            <pc:sldMk cId="2315524598" sldId="279"/>
            <ac:spMk id="6" creationId="{AC444984-27F2-64EC-FF24-85E8D7BF3101}"/>
          </ac:spMkLst>
        </pc:spChg>
        <pc:spChg chg="mod">
          <ac:chgData name="Daniel Cao" userId="7b2d97cc-6258-4008-81e9-5e3a138e5cc7" providerId="ADAL" clId="{88FA43D2-9608-4290-856D-55B170EC760D}" dt="2026-10-07T09:20:41.529" v="1154"/>
          <ac:spMkLst>
            <pc:docMk/>
            <pc:sldMk cId="2315524598" sldId="279"/>
            <ac:spMk id="12" creationId="{A1A28373-5624-E368-FD34-B245DE6DF07D}"/>
          </ac:spMkLst>
        </pc:spChg>
        <pc:grpChg chg="add mod">
          <ac:chgData name="Daniel Cao" userId="7b2d97cc-6258-4008-81e9-5e3a138e5cc7" providerId="ADAL" clId="{88FA43D2-9608-4290-856D-55B170EC760D}" dt="2026-10-07T09:22:53.270" v="1451" actId="1036"/>
          <ac:grpSpMkLst>
            <pc:docMk/>
            <pc:sldMk cId="2315524598" sldId="279"/>
            <ac:grpSpMk id="10" creationId="{888BA020-EA11-16E3-1EAD-92C76AD6FE51}"/>
          </ac:grpSpMkLst>
        </pc:grpChg>
        <pc:picChg chg="mod">
          <ac:chgData name="Daniel Cao" userId="7b2d97cc-6258-4008-81e9-5e3a138e5cc7" providerId="ADAL" clId="{88FA43D2-9608-4290-856D-55B170EC760D}" dt="2026-10-07T09:20:41.529" v="1154"/>
          <ac:picMkLst>
            <pc:docMk/>
            <pc:sldMk cId="2315524598" sldId="279"/>
            <ac:picMk id="14" creationId="{DF48C1BF-1A89-4CEE-D6E9-6EF95319A696}"/>
          </ac:picMkLst>
        </pc:picChg>
      </pc:sldChg>
      <pc:sldChg chg="addSp modSp add mod modNotesTx">
        <pc:chgData name="Daniel Cao" userId="7b2d97cc-6258-4008-81e9-5e3a138e5cc7" providerId="ADAL" clId="{88FA43D2-9608-4290-856D-55B170EC760D}" dt="2026-10-09T09:16:16.475" v="2056" actId="20577"/>
        <pc:sldMkLst>
          <pc:docMk/>
          <pc:sldMk cId="267313898" sldId="280"/>
        </pc:sldMkLst>
        <pc:spChg chg="mod">
          <ac:chgData name="Daniel Cao" userId="7b2d97cc-6258-4008-81e9-5e3a138e5cc7" providerId="ADAL" clId="{88FA43D2-9608-4290-856D-55B170EC760D}" dt="2026-10-07T09:25:42.028" v="1782" actId="207"/>
          <ac:spMkLst>
            <pc:docMk/>
            <pc:sldMk cId="267313898" sldId="280"/>
            <ac:spMk id="6" creationId="{3DE6870C-3CD6-5D02-F4BB-12B6200F9E83}"/>
          </ac:spMkLst>
        </pc:spChg>
        <pc:spChg chg="mod">
          <ac:chgData name="Daniel Cao" userId="7b2d97cc-6258-4008-81e9-5e3a138e5cc7" providerId="ADAL" clId="{88FA43D2-9608-4290-856D-55B170EC760D}" dt="2026-10-07T09:20:52.982" v="1157"/>
          <ac:spMkLst>
            <pc:docMk/>
            <pc:sldMk cId="267313898" sldId="280"/>
            <ac:spMk id="10" creationId="{76835A1F-1823-6AB9-694E-F56B9B419D09}"/>
          </ac:spMkLst>
        </pc:spChg>
        <pc:grpChg chg="add mod">
          <ac:chgData name="Daniel Cao" userId="7b2d97cc-6258-4008-81e9-5e3a138e5cc7" providerId="ADAL" clId="{88FA43D2-9608-4290-856D-55B170EC760D}" dt="2026-10-07T09:20:56.608" v="1158" actId="1076"/>
          <ac:grpSpMkLst>
            <pc:docMk/>
            <pc:sldMk cId="267313898" sldId="280"/>
            <ac:grpSpMk id="3" creationId="{1C601B2B-01ED-CB34-E91A-D5912E9245D0}"/>
          </ac:grpSpMkLst>
        </pc:grpChg>
        <pc:picChg chg="mod">
          <ac:chgData name="Daniel Cao" userId="7b2d97cc-6258-4008-81e9-5e3a138e5cc7" providerId="ADAL" clId="{88FA43D2-9608-4290-856D-55B170EC760D}" dt="2026-10-07T09:20:52.982" v="1157"/>
          <ac:picMkLst>
            <pc:docMk/>
            <pc:sldMk cId="267313898" sldId="280"/>
            <ac:picMk id="12" creationId="{6CA57FB0-9102-411A-EBE8-82EE175377DD}"/>
          </ac:picMkLst>
        </pc:picChg>
      </pc:sldChg>
      <pc:sldChg chg="addSp modSp add mod modNotesTx">
        <pc:chgData name="Daniel Cao" userId="7b2d97cc-6258-4008-81e9-5e3a138e5cc7" providerId="ADAL" clId="{88FA43D2-9608-4290-856D-55B170EC760D}" dt="2026-10-09T09:16:21.145" v="2058" actId="20577"/>
        <pc:sldMkLst>
          <pc:docMk/>
          <pc:sldMk cId="1818932867" sldId="281"/>
        </pc:sldMkLst>
        <pc:spChg chg="mod">
          <ac:chgData name="Daniel Cao" userId="7b2d97cc-6258-4008-81e9-5e3a138e5cc7" providerId="ADAL" clId="{88FA43D2-9608-4290-856D-55B170EC760D}" dt="2026-10-07T09:25:58.584" v="1784" actId="207"/>
          <ac:spMkLst>
            <pc:docMk/>
            <pc:sldMk cId="1818932867" sldId="281"/>
            <ac:spMk id="6" creationId="{E63A8D9B-7AC4-74A8-E0C2-D4CE460ACDFA}"/>
          </ac:spMkLst>
        </pc:spChg>
        <pc:spChg chg="mod">
          <ac:chgData name="Daniel Cao" userId="7b2d97cc-6258-4008-81e9-5e3a138e5cc7" providerId="ADAL" clId="{88FA43D2-9608-4290-856D-55B170EC760D}" dt="2026-10-07T09:21:02.147" v="1159"/>
          <ac:spMkLst>
            <pc:docMk/>
            <pc:sldMk cId="1818932867" sldId="281"/>
            <ac:spMk id="10" creationId="{A30B5980-F5AE-807D-F9D0-7F3402A8351A}"/>
          </ac:spMkLst>
        </pc:spChg>
        <pc:grpChg chg="add mod">
          <ac:chgData name="Daniel Cao" userId="7b2d97cc-6258-4008-81e9-5e3a138e5cc7" providerId="ADAL" clId="{88FA43D2-9608-4290-856D-55B170EC760D}" dt="2026-10-07T09:21:14.552" v="1162" actId="1076"/>
          <ac:grpSpMkLst>
            <pc:docMk/>
            <pc:sldMk cId="1818932867" sldId="281"/>
            <ac:grpSpMk id="3" creationId="{4EDC097D-7D1E-FB7A-D449-E13F82CC6B82}"/>
          </ac:grpSpMkLst>
        </pc:grpChg>
        <pc:picChg chg="mod">
          <ac:chgData name="Daniel Cao" userId="7b2d97cc-6258-4008-81e9-5e3a138e5cc7" providerId="ADAL" clId="{88FA43D2-9608-4290-856D-55B170EC760D}" dt="2026-10-07T09:21:02.147" v="1159"/>
          <ac:picMkLst>
            <pc:docMk/>
            <pc:sldMk cId="1818932867" sldId="281"/>
            <ac:picMk id="12" creationId="{833825CF-456D-C689-B0F7-2E1F586CF277}"/>
          </ac:picMkLst>
        </pc:picChg>
      </pc:sldChg>
    </pc:docChg>
  </pc:docChgLst>
  <pc:docChgLst>
    <pc:chgData name="Faiza Mumtaz" userId="S::z5657874@ad.unsw.edu.au::4934c3b7-3af5-449b-ae86-5201ecd9ca1a" providerId="AD" clId="Web-{BE608B39-C786-602B-77D7-7253BC4CB6E2}"/>
    <pc:docChg chg="addSld delSld modSld">
      <pc:chgData name="Faiza Mumtaz" userId="S::z5657874@ad.unsw.edu.au::4934c3b7-3af5-449b-ae86-5201ecd9ca1a" providerId="AD" clId="Web-{BE608B39-C786-602B-77D7-7253BC4CB6E2}" dt="2026-10-08T06:55:03.212" v="431" actId="20577"/>
      <pc:docMkLst>
        <pc:docMk/>
      </pc:docMkLst>
      <pc:sldChg chg="addSp delSp modSp new">
        <pc:chgData name="Faiza Mumtaz" userId="S::z5657874@ad.unsw.edu.au::4934c3b7-3af5-449b-ae86-5201ecd9ca1a" providerId="AD" clId="Web-{BE608B39-C786-602B-77D7-7253BC4CB6E2}" dt="2026-10-08T06:55:03.212" v="431" actId="20577"/>
        <pc:sldMkLst>
          <pc:docMk/>
          <pc:sldMk cId="2268933597" sldId="282"/>
        </pc:sldMkLst>
        <pc:spChg chg="mod">
          <ac:chgData name="Faiza Mumtaz" userId="S::z5657874@ad.unsw.edu.au::4934c3b7-3af5-449b-ae86-5201ecd9ca1a" providerId="AD" clId="Web-{BE608B39-C786-602B-77D7-7253BC4CB6E2}" dt="2026-10-08T06:35:35.900" v="31" actId="20577"/>
          <ac:spMkLst>
            <pc:docMk/>
            <pc:sldMk cId="2268933597" sldId="282"/>
            <ac:spMk id="2" creationId="{CA7F3946-7007-9CC3-1C09-36C3B93AEB08}"/>
          </ac:spMkLst>
        </pc:spChg>
        <pc:spChg chg="mod">
          <ac:chgData name="Faiza Mumtaz" userId="S::z5657874@ad.unsw.edu.au::4934c3b7-3af5-449b-ae86-5201ecd9ca1a" providerId="AD" clId="Web-{BE608B39-C786-602B-77D7-7253BC4CB6E2}" dt="2026-10-08T06:36:09.963" v="67" actId="20577"/>
          <ac:spMkLst>
            <pc:docMk/>
            <pc:sldMk cId="2268933597" sldId="282"/>
            <ac:spMk id="3" creationId="{9ED0E298-4528-3A49-1619-1F37E6A58AFE}"/>
          </ac:spMkLst>
        </pc:spChg>
        <pc:spChg chg="add mod">
          <ac:chgData name="Faiza Mumtaz" userId="S::z5657874@ad.unsw.edu.au::4934c3b7-3af5-449b-ae86-5201ecd9ca1a" providerId="AD" clId="Web-{BE608B39-C786-602B-77D7-7253BC4CB6E2}" dt="2026-10-08T06:51:25.100" v="362" actId="1076"/>
          <ac:spMkLst>
            <pc:docMk/>
            <pc:sldMk cId="2268933597" sldId="282"/>
            <ac:spMk id="12" creationId="{3CEAEB02-D873-1481-1D45-55B53E45E6C0}"/>
          </ac:spMkLst>
        </pc:spChg>
        <pc:spChg chg="add mod">
          <ac:chgData name="Faiza Mumtaz" userId="S::z5657874@ad.unsw.edu.au::4934c3b7-3af5-449b-ae86-5201ecd9ca1a" providerId="AD" clId="Web-{BE608B39-C786-602B-77D7-7253BC4CB6E2}" dt="2026-10-08T06:51:03.381" v="360" actId="1076"/>
          <ac:spMkLst>
            <pc:docMk/>
            <pc:sldMk cId="2268933597" sldId="282"/>
            <ac:spMk id="13" creationId="{99863A6F-1323-C4CC-629F-F9F4CD77F521}"/>
          </ac:spMkLst>
        </pc:spChg>
        <pc:spChg chg="add mod">
          <ac:chgData name="Faiza Mumtaz" userId="S::z5657874@ad.unsw.edu.au::4934c3b7-3af5-449b-ae86-5201ecd9ca1a" providerId="AD" clId="Web-{BE608B39-C786-602B-77D7-7253BC4CB6E2}" dt="2026-10-08T06:51:09.006" v="361" actId="1076"/>
          <ac:spMkLst>
            <pc:docMk/>
            <pc:sldMk cId="2268933597" sldId="282"/>
            <ac:spMk id="14" creationId="{D051B524-2DF3-A783-3E0C-E9FC8FD492EE}"/>
          </ac:spMkLst>
        </pc:spChg>
        <pc:picChg chg="add mod">
          <ac:chgData name="Faiza Mumtaz" userId="S::z5657874@ad.unsw.edu.au::4934c3b7-3af5-449b-ae86-5201ecd9ca1a" providerId="AD" clId="Web-{BE608B39-C786-602B-77D7-7253BC4CB6E2}" dt="2026-10-08T06:50:56.584" v="358" actId="14100"/>
          <ac:picMkLst>
            <pc:docMk/>
            <pc:sldMk cId="2268933597" sldId="282"/>
            <ac:picMk id="4" creationId="{B7F04EEC-CFD6-A355-A3E1-BBAEF8789913}"/>
          </ac:picMkLst>
        </pc:picChg>
      </pc:sldChg>
    </pc:docChg>
  </pc:docChgLst>
  <pc:docChgLst>
    <pc:chgData name="Daniel Cao" userId="S::z5267347@ad.unsw.edu.au::7b2d97cc-6258-4008-81e9-5e3a138e5cc7" providerId="AD" clId="Web-{00000000-0000-0000-0000-000000000000}"/>
    <pc:docChg chg="modSld">
      <pc:chgData name="Daniel Cao" userId="S::z5267347@ad.unsw.edu.au::7b2d97cc-6258-4008-81e9-5e3a138e5cc7" providerId="AD" clId="Web-{00000000-0000-0000-0000-000000000000}" dt="2026-10-10T03:31:36.026" v="45" actId="20577"/>
      <pc:docMkLst>
        <pc:docMk/>
      </pc:docMkLst>
      <pc:sldChg chg="addSp modSp">
        <pc:chgData name="Daniel Cao" userId="S::z5267347@ad.unsw.edu.au::7b2d97cc-6258-4008-81e9-5e3a138e5cc7" providerId="AD" clId="Web-{00000000-0000-0000-0000-000000000000}" dt="2026-10-08T05:08:49.340" v="6" actId="1076"/>
        <pc:sldMkLst>
          <pc:docMk/>
          <pc:sldMk cId="0" sldId="263"/>
        </pc:sldMkLst>
        <pc:grpChg chg="add mod">
          <ac:chgData name="Daniel Cao" userId="S::z5267347@ad.unsw.edu.au::7b2d97cc-6258-4008-81e9-5e3a138e5cc7" providerId="AD" clId="Web-{00000000-0000-0000-0000-000000000000}" dt="2026-10-08T05:08:49.340" v="6" actId="1076"/>
          <ac:grpSpMkLst>
            <pc:docMk/>
            <pc:sldMk cId="0" sldId="263"/>
            <ac:grpSpMk id="8" creationId="{8A9D380B-9D43-E503-70E2-3E256CD9F9AA}"/>
          </ac:grpSpMkLst>
        </pc:grpChg>
      </pc:sldChg>
      <pc:sldChg chg="addSp modSp">
        <pc:chgData name="Daniel Cao" userId="S::z5267347@ad.unsw.edu.au::7b2d97cc-6258-4008-81e9-5e3a138e5cc7" providerId="AD" clId="Web-{00000000-0000-0000-0000-000000000000}" dt="2026-10-10T03:31:25.416" v="36" actId="20577"/>
        <pc:sldMkLst>
          <pc:docMk/>
          <pc:sldMk cId="0" sldId="265"/>
        </pc:sldMkLst>
        <pc:spChg chg="add mod">
          <ac:chgData name="Daniel Cao" userId="S::z5267347@ad.unsw.edu.au::7b2d97cc-6258-4008-81e9-5e3a138e5cc7" providerId="AD" clId="Web-{00000000-0000-0000-0000-000000000000}" dt="2026-10-10T03:30:40.978" v="33" actId="1076"/>
          <ac:spMkLst>
            <pc:docMk/>
            <pc:sldMk cId="0" sldId="265"/>
            <ac:spMk id="2" creationId="{F96461BA-4B63-B598-47D8-59ABC9625B5F}"/>
          </ac:spMkLst>
        </pc:spChg>
        <pc:spChg chg="mod">
          <ac:chgData name="Daniel Cao" userId="S::z5267347@ad.unsw.edu.au::7b2d97cc-6258-4008-81e9-5e3a138e5cc7" providerId="AD" clId="Web-{00000000-0000-0000-0000-000000000000}" dt="2026-10-10T03:31:25.416" v="36" actId="20577"/>
          <ac:spMkLst>
            <pc:docMk/>
            <pc:sldMk cId="0" sldId="265"/>
            <ac:spMk id="5" creationId="{1D8F5CCC-5F32-EF66-621A-744938808AC5}"/>
          </ac:spMkLst>
        </pc:spChg>
      </pc:sldChg>
      <pc:sldChg chg="modSp">
        <pc:chgData name="Daniel Cao" userId="S::z5267347@ad.unsw.edu.au::7b2d97cc-6258-4008-81e9-5e3a138e5cc7" providerId="AD" clId="Web-{00000000-0000-0000-0000-000000000000}" dt="2026-10-10T03:31:30.479" v="37" actId="20577"/>
        <pc:sldMkLst>
          <pc:docMk/>
          <pc:sldMk cId="3871961093" sldId="277"/>
        </pc:sldMkLst>
        <pc:spChg chg="mod">
          <ac:chgData name="Daniel Cao" userId="S::z5267347@ad.unsw.edu.au::7b2d97cc-6258-4008-81e9-5e3a138e5cc7" providerId="AD" clId="Web-{00000000-0000-0000-0000-000000000000}" dt="2026-10-10T03:31:30.479" v="37" actId="20577"/>
          <ac:spMkLst>
            <pc:docMk/>
            <pc:sldMk cId="3871961093" sldId="277"/>
            <ac:spMk id="5" creationId="{C52FED57-60CC-8BAF-9E00-416857996E95}"/>
          </ac:spMkLst>
        </pc:spChg>
      </pc:sldChg>
      <pc:sldChg chg="modSp">
        <pc:chgData name="Daniel Cao" userId="S::z5267347@ad.unsw.edu.au::7b2d97cc-6258-4008-81e9-5e3a138e5cc7" providerId="AD" clId="Web-{00000000-0000-0000-0000-000000000000}" dt="2026-10-10T03:31:36.026" v="45" actId="20577"/>
        <pc:sldMkLst>
          <pc:docMk/>
          <pc:sldMk cId="1510666639" sldId="278"/>
        </pc:sldMkLst>
        <pc:spChg chg="mod">
          <ac:chgData name="Daniel Cao" userId="S::z5267347@ad.unsw.edu.au::7b2d97cc-6258-4008-81e9-5e3a138e5cc7" providerId="AD" clId="Web-{00000000-0000-0000-0000-000000000000}" dt="2026-10-10T03:31:36.026" v="45" actId="20577"/>
          <ac:spMkLst>
            <pc:docMk/>
            <pc:sldMk cId="1510666639" sldId="278"/>
            <ac:spMk id="5" creationId="{AFA4EC25-5D0E-57A2-B000-A6EBBCAE7F8D}"/>
          </ac:spMkLst>
        </pc:spChg>
      </pc:sldChg>
    </pc:docChg>
  </pc:docChgLst>
  <pc:docChgLst>
    <pc:chgData name="Daniel Cao" userId="S::z5267347@ad.unsw.edu.au::7b2d97cc-6258-4008-81e9-5e3a138e5cc7" providerId="AD" clId="Web-{57A9D77B-6707-820D-E7FB-C90A2CC51268}"/>
    <pc:docChg chg="addSld delSld modSld">
      <pc:chgData name="Daniel Cao" userId="S::z5267347@ad.unsw.edu.au::7b2d97cc-6258-4008-81e9-5e3a138e5cc7" providerId="AD" clId="Web-{57A9D77B-6707-820D-E7FB-C90A2CC51268}" dt="2026-10-06T23:18:10.031" v="460" actId="20577"/>
      <pc:docMkLst>
        <pc:docMk/>
      </pc:docMkLst>
      <pc:sldChg chg="addSp delSp modSp">
        <pc:chgData name="Daniel Cao" userId="S::z5267347@ad.unsw.edu.au::7b2d97cc-6258-4008-81e9-5e3a138e5cc7" providerId="AD" clId="Web-{57A9D77B-6707-820D-E7FB-C90A2CC51268}" dt="2026-10-06T09:18:19.099" v="349" actId="20577"/>
        <pc:sldMkLst>
          <pc:docMk/>
          <pc:sldMk cId="0" sldId="264"/>
        </pc:sldMkLst>
        <pc:spChg chg="add mod">
          <ac:chgData name="Daniel Cao" userId="S::z5267347@ad.unsw.edu.au::7b2d97cc-6258-4008-81e9-5e3a138e5cc7" providerId="AD" clId="Web-{57A9D77B-6707-820D-E7FB-C90A2CC51268}" dt="2026-10-06T09:16:35.176" v="246" actId="1076"/>
          <ac:spMkLst>
            <pc:docMk/>
            <pc:sldMk cId="0" sldId="264"/>
            <ac:spMk id="19" creationId="{50372B2A-C897-4203-2FF3-6DD47B6BDD89}"/>
          </ac:spMkLst>
        </pc:spChg>
        <pc:spChg chg="mod">
          <ac:chgData name="Daniel Cao" userId="S::z5267347@ad.unsw.edu.au::7b2d97cc-6258-4008-81e9-5e3a138e5cc7" providerId="AD" clId="Web-{57A9D77B-6707-820D-E7FB-C90A2CC51268}" dt="2026-10-06T09:14:32.925" v="178" actId="20577"/>
          <ac:spMkLst>
            <pc:docMk/>
            <pc:sldMk cId="0" sldId="264"/>
            <ac:spMk id="217" creationId="{00000000-0000-0000-0000-000000000000}"/>
          </ac:spMkLst>
        </pc:spChg>
      </pc:sldChg>
      <pc:sldChg chg="addSp delSp modSp">
        <pc:chgData name="Daniel Cao" userId="S::z5267347@ad.unsw.edu.au::7b2d97cc-6258-4008-81e9-5e3a138e5cc7" providerId="AD" clId="Web-{57A9D77B-6707-820D-E7FB-C90A2CC51268}" dt="2026-10-06T23:18:10.031" v="460" actId="20577"/>
        <pc:sldMkLst>
          <pc:docMk/>
          <pc:sldMk cId="0" sldId="265"/>
        </pc:sldMkLst>
        <pc:spChg chg="mod">
          <ac:chgData name="Daniel Cao" userId="S::z5267347@ad.unsw.edu.au::7b2d97cc-6258-4008-81e9-5e3a138e5cc7" providerId="AD" clId="Web-{57A9D77B-6707-820D-E7FB-C90A2CC51268}" dt="2026-10-06T09:11:23.424" v="25" actId="20577"/>
          <ac:spMkLst>
            <pc:docMk/>
            <pc:sldMk cId="0" sldId="265"/>
            <ac:spMk id="237" creationId="{00000000-0000-0000-0000-000000000000}"/>
          </ac:spMkLst>
        </pc:spChg>
        <pc:spChg chg="add del">
          <ac:chgData name="Daniel Cao" userId="S::z5267347@ad.unsw.edu.au::7b2d97cc-6258-4008-81e9-5e3a138e5cc7" providerId="AD" clId="Web-{57A9D77B-6707-820D-E7FB-C90A2CC51268}" dt="2026-10-06T09:11:55.018" v="93"/>
          <ac:spMkLst>
            <pc:docMk/>
            <pc:sldMk cId="0" sldId="265"/>
            <ac:spMk id="240" creationId="{00000000-0000-0000-0000-000000000000}"/>
          </ac:spMkLst>
        </pc:spChg>
        <pc:spChg chg="add del">
          <ac:chgData name="Daniel Cao" userId="S::z5267347@ad.unsw.edu.au::7b2d97cc-6258-4008-81e9-5e3a138e5cc7" providerId="AD" clId="Web-{57A9D77B-6707-820D-E7FB-C90A2CC51268}" dt="2026-10-06T09:11:55.018" v="94"/>
          <ac:spMkLst>
            <pc:docMk/>
            <pc:sldMk cId="0" sldId="265"/>
            <ac:spMk id="241" creationId="{00000000-0000-0000-0000-000000000000}"/>
          </ac:spMkLst>
        </pc:spChg>
        <pc:spChg chg="add del">
          <ac:chgData name="Daniel Cao" userId="S::z5267347@ad.unsw.edu.au::7b2d97cc-6258-4008-81e9-5e3a138e5cc7" providerId="AD" clId="Web-{57A9D77B-6707-820D-E7FB-C90A2CC51268}" dt="2026-10-06T09:11:55.018" v="95"/>
          <ac:spMkLst>
            <pc:docMk/>
            <pc:sldMk cId="0" sldId="265"/>
            <ac:spMk id="242" creationId="{00000000-0000-0000-0000-000000000000}"/>
          </ac:spMkLst>
        </pc:spChg>
        <pc:picChg chg="add">
          <ac:chgData name="Daniel Cao" userId="S::z5267347@ad.unsw.edu.au::7b2d97cc-6258-4008-81e9-5e3a138e5cc7" providerId="AD" clId="Web-{57A9D77B-6707-820D-E7FB-C90A2CC51268}" dt="2026-10-06T09:11:33.158" v="27"/>
          <ac:picMkLst>
            <pc:docMk/>
            <pc:sldMk cId="0" sldId="265"/>
            <ac:picMk id="4" creationId="{275F1FEF-7EE9-0D84-7C24-2DF3206F90F9}"/>
          </ac:picMkLst>
        </pc:picChg>
      </pc:sldChg>
    </pc:docChg>
  </pc:docChgLst>
  <pc:docChgLst>
    <pc:chgData name="Daniel Cao" userId="S::z5267347@ad.unsw.edu.au::7b2d97cc-6258-4008-81e9-5e3a138e5cc7" providerId="AD" clId="Web-{466AF124-C592-5ABE-D7E3-619FD6C6677F}"/>
    <pc:docChg chg="modSld">
      <pc:chgData name="Daniel Cao" userId="S::z5267347@ad.unsw.edu.au::7b2d97cc-6258-4008-81e9-5e3a138e5cc7" providerId="AD" clId="Web-{466AF124-C592-5ABE-D7E3-619FD6C6677F}" dt="2026-10-07T04:45:05.164" v="136" actId="688"/>
      <pc:docMkLst>
        <pc:docMk/>
      </pc:docMkLst>
      <pc:sldChg chg="addSp delSp modSp">
        <pc:chgData name="Daniel Cao" userId="S::z5267347@ad.unsw.edu.au::7b2d97cc-6258-4008-81e9-5e3a138e5cc7" providerId="AD" clId="Web-{466AF124-C592-5ABE-D7E3-619FD6C6677F}" dt="2026-10-07T02:39:07.180" v="66" actId="1076"/>
        <pc:sldMkLst>
          <pc:docMk/>
          <pc:sldMk cId="0" sldId="264"/>
        </pc:sldMkLst>
        <pc:spChg chg="add mod">
          <ac:chgData name="Daniel Cao" userId="S::z5267347@ad.unsw.edu.au::7b2d97cc-6258-4008-81e9-5e3a138e5cc7" providerId="AD" clId="Web-{466AF124-C592-5ABE-D7E3-619FD6C6677F}" dt="2026-10-07T02:37:39.665" v="24" actId="1076"/>
          <ac:spMkLst>
            <pc:docMk/>
            <pc:sldMk cId="0" sldId="264"/>
            <ac:spMk id="4" creationId="{AFAD4453-0B7F-B560-61B5-1AC574476AA6}"/>
          </ac:spMkLst>
        </pc:spChg>
        <pc:spChg chg="add mod">
          <ac:chgData name="Daniel Cao" userId="S::z5267347@ad.unsw.edu.au::7b2d97cc-6258-4008-81e9-5e3a138e5cc7" providerId="AD" clId="Web-{466AF124-C592-5ABE-D7E3-619FD6C6677F}" dt="2026-10-07T02:38:21.696" v="49" actId="20577"/>
          <ac:spMkLst>
            <pc:docMk/>
            <pc:sldMk cId="0" sldId="264"/>
            <ac:spMk id="8" creationId="{6EB8209C-45BB-7BBA-6E51-9A0B58C629FB}"/>
          </ac:spMkLst>
        </pc:spChg>
        <pc:spChg chg="add">
          <ac:chgData name="Daniel Cao" userId="S::z5267347@ad.unsw.edu.au::7b2d97cc-6258-4008-81e9-5e3a138e5cc7" providerId="AD" clId="Web-{466AF124-C592-5ABE-D7E3-619FD6C6677F}" dt="2026-10-07T02:38:30.071" v="50"/>
          <ac:spMkLst>
            <pc:docMk/>
            <pc:sldMk cId="0" sldId="264"/>
            <ac:spMk id="9" creationId="{B8755BA1-B402-119F-C232-9E860907AEA5}"/>
          </ac:spMkLst>
        </pc:spChg>
        <pc:spChg chg="mod">
          <ac:chgData name="Daniel Cao" userId="S::z5267347@ad.unsw.edu.au::7b2d97cc-6258-4008-81e9-5e3a138e5cc7" providerId="AD" clId="Web-{466AF124-C592-5ABE-D7E3-619FD6C6677F}" dt="2026-10-07T02:36:40.398" v="3" actId="14100"/>
          <ac:spMkLst>
            <pc:docMk/>
            <pc:sldMk cId="0" sldId="264"/>
            <ac:spMk id="19" creationId="{50372B2A-C897-4203-2FF3-6DD47B6BDD89}"/>
          </ac:spMkLst>
        </pc:spChg>
      </pc:sldChg>
      <pc:sldChg chg="addSp delSp modSp">
        <pc:chgData name="Daniel Cao" userId="S::z5267347@ad.unsw.edu.au::7b2d97cc-6258-4008-81e9-5e3a138e5cc7" providerId="AD" clId="Web-{466AF124-C592-5ABE-D7E3-619FD6C6677F}" dt="2026-10-07T04:45:05.164" v="136" actId="688"/>
        <pc:sldMkLst>
          <pc:docMk/>
          <pc:sldMk cId="0" sldId="265"/>
        </pc:sldMkLst>
        <pc:spChg chg="mod">
          <ac:chgData name="Daniel Cao" userId="S::z5267347@ad.unsw.edu.au::7b2d97cc-6258-4008-81e9-5e3a138e5cc7" providerId="AD" clId="Web-{466AF124-C592-5ABE-D7E3-619FD6C6677F}" dt="2026-10-07T04:45:05.164" v="136" actId="688"/>
          <ac:spMkLst>
            <pc:docMk/>
            <pc:sldMk cId="0" sldId="265"/>
            <ac:spMk id="240" creationId="{00000000-0000-0000-0000-000000000000}"/>
          </ac:spMkLst>
        </pc:spChg>
        <pc:spChg chg="mod">
          <ac:chgData name="Daniel Cao" userId="S::z5267347@ad.unsw.edu.au::7b2d97cc-6258-4008-81e9-5e3a138e5cc7" providerId="AD" clId="Web-{466AF124-C592-5ABE-D7E3-619FD6C6677F}" dt="2026-10-07T02:46:24.402" v="88" actId="14100"/>
          <ac:spMkLst>
            <pc:docMk/>
            <pc:sldMk cId="0" sldId="265"/>
            <ac:spMk id="241" creationId="{00000000-0000-0000-0000-000000000000}"/>
          </ac:spMkLst>
        </pc:spChg>
        <pc:spChg chg="mod">
          <ac:chgData name="Daniel Cao" userId="S::z5267347@ad.unsw.edu.au::7b2d97cc-6258-4008-81e9-5e3a138e5cc7" providerId="AD" clId="Web-{466AF124-C592-5ABE-D7E3-619FD6C6677F}" dt="2026-10-07T02:46:32.605" v="93" actId="14100"/>
          <ac:spMkLst>
            <pc:docMk/>
            <pc:sldMk cId="0" sldId="265"/>
            <ac:spMk id="242" creationId="{00000000-0000-0000-0000-000000000000}"/>
          </ac:spMkLst>
        </pc:spChg>
      </pc:sldChg>
    </pc:docChg>
  </pc:docChgLst>
  <pc:docChgLst>
    <pc:chgData name="Daniel Cao" userId="S::z5267347@ad.unsw.edu.au::7b2d97cc-6258-4008-81e9-5e3a138e5cc7" providerId="AD" clId="Web-{9A3A9E64-4B86-FD6B-66ED-04D6AF439ADC}"/>
    <pc:docChg chg="addSld delSld modSld">
      <pc:chgData name="Daniel Cao" userId="S::z5267347@ad.unsw.edu.au::7b2d97cc-6258-4008-81e9-5e3a138e5cc7" providerId="AD" clId="Web-{9A3A9E64-4B86-FD6B-66ED-04D6AF439ADC}" dt="2026-10-08T07:36:27.783" v="54"/>
      <pc:docMkLst>
        <pc:docMk/>
      </pc:docMkLst>
      <pc:sldChg chg="addSp modSp">
        <pc:chgData name="Daniel Cao" userId="S::z5267347@ad.unsw.edu.au::7b2d97cc-6258-4008-81e9-5e3a138e5cc7" providerId="AD" clId="Web-{9A3A9E64-4B86-FD6B-66ED-04D6AF439ADC}" dt="2026-10-08T07:33:49.060" v="12" actId="1076"/>
        <pc:sldMkLst>
          <pc:docMk/>
          <pc:sldMk cId="0" sldId="262"/>
        </pc:sldMkLst>
        <pc:spChg chg="add mod">
          <ac:chgData name="Daniel Cao" userId="S::z5267347@ad.unsw.edu.au::7b2d97cc-6258-4008-81e9-5e3a138e5cc7" providerId="AD" clId="Web-{9A3A9E64-4B86-FD6B-66ED-04D6AF439ADC}" dt="2026-10-08T07:33:49.060" v="12" actId="1076"/>
          <ac:spMkLst>
            <pc:docMk/>
            <pc:sldMk cId="0" sldId="262"/>
            <ac:spMk id="3" creationId="{D926338F-B645-FF82-1CBF-B8686A0899CC}"/>
          </ac:spMkLst>
        </pc:spChg>
        <pc:grpChg chg="add mod">
          <ac:chgData name="Daniel Cao" userId="S::z5267347@ad.unsw.edu.au::7b2d97cc-6258-4008-81e9-5e3a138e5cc7" providerId="AD" clId="Web-{9A3A9E64-4B86-FD6B-66ED-04D6AF439ADC}" dt="2026-10-08T07:33:40.873" v="8" actId="14100"/>
          <ac:grpSpMkLst>
            <pc:docMk/>
            <pc:sldMk cId="0" sldId="262"/>
            <ac:grpSpMk id="8" creationId="{34A79351-9287-B5C4-E177-439D3944D31E}"/>
          </ac:grpSpMkLst>
        </pc:grpChg>
      </pc:sldChg>
      <pc:sldChg chg="addSp">
        <pc:chgData name="Daniel Cao" userId="S::z5267347@ad.unsw.edu.au::7b2d97cc-6258-4008-81e9-5e3a138e5cc7" providerId="AD" clId="Web-{9A3A9E64-4B86-FD6B-66ED-04D6AF439ADC}" dt="2026-10-08T07:36:27.783" v="54"/>
        <pc:sldMkLst>
          <pc:docMk/>
          <pc:sldMk cId="0" sldId="266"/>
        </pc:sldMkLst>
        <pc:spChg chg="add">
          <ac:chgData name="Daniel Cao" userId="S::z5267347@ad.unsw.edu.au::7b2d97cc-6258-4008-81e9-5e3a138e5cc7" providerId="AD" clId="Web-{9A3A9E64-4B86-FD6B-66ED-04D6AF439ADC}" dt="2026-10-08T07:36:27.768" v="53"/>
          <ac:spMkLst>
            <pc:docMk/>
            <pc:sldMk cId="0" sldId="266"/>
            <ac:spMk id="4" creationId="{961FFBE0-0864-4C13-9A95-B9746FDA3C71}"/>
          </ac:spMkLst>
        </pc:spChg>
        <pc:grpChg chg="add">
          <ac:chgData name="Daniel Cao" userId="S::z5267347@ad.unsw.edu.au::7b2d97cc-6258-4008-81e9-5e3a138e5cc7" providerId="AD" clId="Web-{9A3A9E64-4B86-FD6B-66ED-04D6AF439ADC}" dt="2026-10-08T07:36:27.783" v="54"/>
          <ac:grpSpMkLst>
            <pc:docMk/>
            <pc:sldMk cId="0" sldId="266"/>
            <ac:grpSpMk id="8" creationId="{9566F28D-9F66-5A63-F0CA-B31FCF231141}"/>
          </ac:grpSpMkLst>
        </pc:grpChg>
      </pc:sldChg>
      <pc:sldChg chg="addSp modSp add replId">
        <pc:chgData name="Daniel Cao" userId="S::z5267347@ad.unsw.edu.au::7b2d97cc-6258-4008-81e9-5e3a138e5cc7" providerId="AD" clId="Web-{9A3A9E64-4B86-FD6B-66ED-04D6AF439ADC}" dt="2026-10-08T07:34:04.108" v="26" actId="14100"/>
        <pc:sldMkLst>
          <pc:docMk/>
          <pc:sldMk cId="1157980134" sldId="283"/>
        </pc:sldMkLst>
        <pc:spChg chg="add mod">
          <ac:chgData name="Daniel Cao" userId="S::z5267347@ad.unsw.edu.au::7b2d97cc-6258-4008-81e9-5e3a138e5cc7" providerId="AD" clId="Web-{9A3A9E64-4B86-FD6B-66ED-04D6AF439ADC}" dt="2026-10-08T07:34:04.108" v="26" actId="14100"/>
          <ac:spMkLst>
            <pc:docMk/>
            <pc:sldMk cId="1157980134" sldId="283"/>
            <ac:spMk id="3" creationId="{8142E826-DA96-77B4-A268-78179A267766}"/>
          </ac:spMkLst>
        </pc:spChg>
        <pc:grpChg chg="add mod">
          <ac:chgData name="Daniel Cao" userId="S::z5267347@ad.unsw.edu.au::7b2d97cc-6258-4008-81e9-5e3a138e5cc7" providerId="AD" clId="Web-{9A3A9E64-4B86-FD6B-66ED-04D6AF439ADC}" dt="2026-10-08T07:33:58.264" v="23" actId="14100"/>
          <ac:grpSpMkLst>
            <pc:docMk/>
            <pc:sldMk cId="1157980134" sldId="283"/>
            <ac:grpSpMk id="8" creationId="{45FB4691-19F3-667A-13ED-6B7F1D31F6A6}"/>
          </ac:grpSpMkLst>
        </pc:grpChg>
      </pc:sldChg>
      <pc:sldChg chg="addSp modSp add replId">
        <pc:chgData name="Daniel Cao" userId="S::z5267347@ad.unsw.edu.au::7b2d97cc-6258-4008-81e9-5e3a138e5cc7" providerId="AD" clId="Web-{9A3A9E64-4B86-FD6B-66ED-04D6AF439ADC}" dt="2026-10-08T07:34:19.811" v="36" actId="14100"/>
        <pc:sldMkLst>
          <pc:docMk/>
          <pc:sldMk cId="1554070615" sldId="284"/>
        </pc:sldMkLst>
        <pc:spChg chg="add mod">
          <ac:chgData name="Daniel Cao" userId="S::z5267347@ad.unsw.edu.au::7b2d97cc-6258-4008-81e9-5e3a138e5cc7" providerId="AD" clId="Web-{9A3A9E64-4B86-FD6B-66ED-04D6AF439ADC}" dt="2026-10-08T07:34:19.811" v="36" actId="14100"/>
          <ac:spMkLst>
            <pc:docMk/>
            <pc:sldMk cId="1554070615" sldId="284"/>
            <ac:spMk id="3" creationId="{71A05F81-35F2-0181-D7A2-E60408C58976}"/>
          </ac:spMkLst>
        </pc:spChg>
        <pc:grpChg chg="add mod">
          <ac:chgData name="Daniel Cao" userId="S::z5267347@ad.unsw.edu.au::7b2d97cc-6258-4008-81e9-5e3a138e5cc7" providerId="AD" clId="Web-{9A3A9E64-4B86-FD6B-66ED-04D6AF439ADC}" dt="2026-10-08T07:34:13.202" v="33" actId="14100"/>
          <ac:grpSpMkLst>
            <pc:docMk/>
            <pc:sldMk cId="1554070615" sldId="284"/>
            <ac:grpSpMk id="8" creationId="{025B6432-5FDB-700D-178A-DDE320372753}"/>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81292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89524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indent="-457200">
              <a:buAutoNum type="arabicPeriod"/>
            </a:pPr>
            <a:r>
              <a:rPr lang="en-US"/>
              <a:t>Intro: 2min</a:t>
            </a:r>
          </a:p>
          <a:p>
            <a:pPr marL="457200" indent="-457200">
              <a:buAutoNum type="arabicPeriod"/>
            </a:pPr>
            <a:r>
              <a:rPr lang="en-US"/>
              <a:t>Problem Statement: 3min</a:t>
            </a:r>
          </a:p>
          <a:p>
            <a:pPr marL="457200" indent="-457200">
              <a:buAutoNum type="arabicPeriod"/>
            </a:pPr>
            <a:r>
              <a:rPr lang="en-US"/>
              <a:t>Process:  2.5min</a:t>
            </a:r>
          </a:p>
          <a:p>
            <a:pPr marL="457200" indent="-457200">
              <a:buAutoNum type="arabicPeriod"/>
            </a:pPr>
            <a:r>
              <a:rPr lang="en-US"/>
              <a:t>Findings: 2.5min</a:t>
            </a:r>
          </a:p>
          <a:p>
            <a:pPr marL="457200" indent="-457200">
              <a:buAutoNum type="arabicPeriod"/>
            </a:pPr>
            <a:r>
              <a:rPr lang="en-US"/>
              <a:t>Result: 2.5min</a:t>
            </a:r>
          </a:p>
          <a:p>
            <a:pPr marL="457200" indent="-457200">
              <a:buAutoNum type="arabicPeriod"/>
            </a:pPr>
            <a:r>
              <a:rPr lang="en-US"/>
              <a:t>Proposal: 2.5min</a:t>
            </a:r>
          </a:p>
        </p:txBody>
      </p:sp>
    </p:spTree>
    <p:extLst>
      <p:ext uri="{BB962C8B-B14F-4D97-AF65-F5344CB8AC3E}">
        <p14:creationId xmlns:p14="http://schemas.microsoft.com/office/powerpoint/2010/main" val="2580396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88476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B223A-AED7-40C2-51E9-1F138347FD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E8D919-ECF9-61CE-38DD-122ACAEF90D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B309414-90EF-6AA8-5A59-14B9C08DE15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33455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4B1B4-7F12-6BE2-CBD8-57BF5411B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76C4D-9ECE-5FA2-D81F-0F0640036DC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47D95CB-D84B-4751-D98C-B68C7C2C22C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74697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r>
              <a:rPr lang="en-AU"/>
              <a:t>Before we get to which model performed best, I want to quickly walk through what we started with, and how we got it ready.</a:t>
            </a:r>
          </a:p>
          <a:p>
            <a:pPr rtl="0"/>
            <a:r>
              <a:rPr lang="en-AU"/>
              <a:t>To help determine the best forecasting model, we first needed all of our data in one place. We were provided with three datasets. The first was New South Wales electricity demand, recorded every half hour. The second was temperature readings from Bankstown Airport. And the third was AEMO's own forecasts, which is what the market operator already predicts demand to be.</a:t>
            </a:r>
          </a:p>
          <a:p>
            <a:endParaRPr lang="en-AU"/>
          </a:p>
        </p:txBody>
      </p:sp>
    </p:spTree>
    <p:extLst>
      <p:ext uri="{BB962C8B-B14F-4D97-AF65-F5344CB8AC3E}">
        <p14:creationId xmlns:p14="http://schemas.microsoft.com/office/powerpoint/2010/main" val="3607145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r>
              <a:rPr lang="en-AU"/>
              <a:t>]On top of that, we added two of our own. The first was sunshine, which is the daily solar radiation in Bankstown. The second was calendar information, so things like public holidays, the day of the week and school terms. We added these because demand looks quite different when businesses and schools are closed.</a:t>
            </a:r>
          </a:p>
        </p:txBody>
      </p:sp>
    </p:spTree>
    <p:extLst>
      <p:ext uri="{BB962C8B-B14F-4D97-AF65-F5344CB8AC3E}">
        <p14:creationId xmlns:p14="http://schemas.microsoft.com/office/powerpoint/2010/main" val="1758807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r>
              <a:rPr lang="en-AU"/>
              <a:t>We then did three things. We checked and cleaned the data, we lined everything up by time, and we combined it into one table. The data itself was actually quite clean. The main challenge was that the files didn't line up with each other, so most of the work was getting everything onto the same half-hourly timeline.</a:t>
            </a:r>
          </a:p>
        </p:txBody>
      </p:sp>
    </p:spTree>
    <p:extLst>
      <p:ext uri="{BB962C8B-B14F-4D97-AF65-F5344CB8AC3E}">
        <p14:creationId xmlns:p14="http://schemas.microsoft.com/office/powerpoint/2010/main" val="4116364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r>
              <a:rPr lang="en-AU"/>
              <a:t>What we ended up with is one cleaned table, with one row for every half hour from 2010 to 2021, which is almost two hundred thousand rows. This became the single source that every model learned from.</a:t>
            </a:r>
          </a:p>
          <a:p>
            <a:endParaRPr lang="en-AU"/>
          </a:p>
        </p:txBody>
      </p:sp>
    </p:spTree>
    <p:extLst>
      <p:ext uri="{BB962C8B-B14F-4D97-AF65-F5344CB8AC3E}">
        <p14:creationId xmlns:p14="http://schemas.microsoft.com/office/powerpoint/2010/main" val="1156023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r>
              <a:rPr lang="en-AU"/>
              <a:t>With the data ready, the next step was making sure all six models were compared fairly. We did this in three stages.</a:t>
            </a:r>
          </a:p>
          <a:p>
            <a:pPr rtl="0"/>
            <a:endParaRPr lang="en-AU"/>
          </a:p>
          <a:p>
            <a:pPr rtl="0"/>
            <a:r>
              <a:rPr lang="en-AU"/>
              <a:t>The first was training, using 2010 to 2017. Here, each model learned from eight years of past demand. The important thing is that we only let the models use what would have been known the day before. So yesterday's demand and yesterday's weather, along with the time of day, the day of the week, public holidays and school terms. We did this intentionally, because that is how forecasting works in the real world. You can't use tomorrow's temperature to predict tomorrow's demand. We also gave every model exactly the same information, so any difference in results comes down to the model itself.</a:t>
            </a:r>
          </a:p>
          <a:p>
            <a:pPr rtl="0"/>
            <a:endParaRPr lang="en-AU"/>
          </a:p>
        </p:txBody>
      </p:sp>
    </p:spTree>
    <p:extLst>
      <p:ext uri="{BB962C8B-B14F-4D97-AF65-F5344CB8AC3E}">
        <p14:creationId xmlns:p14="http://schemas.microsoft.com/office/powerpoint/2010/main" val="3674972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r>
              <a:rPr lang="en-AU"/>
              <a:t>The second stage was validating, using 2018. This is where we tried different settings for each model and kept the version that forecast 2018 best. It also let us check that a model wasn't just memorising the past.</a:t>
            </a:r>
          </a:p>
        </p:txBody>
      </p:sp>
    </p:spTree>
    <p:extLst>
      <p:ext uri="{BB962C8B-B14F-4D97-AF65-F5344CB8AC3E}">
        <p14:creationId xmlns:p14="http://schemas.microsoft.com/office/powerpoint/2010/main" val="28083755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r>
              <a:rPr lang="en-AU"/>
              <a:t>The final stage was testing, using 2019. Each model was tested once on a year it had never seen. We compared every model's forecasts with what actually happened, and we checked how each one performed by season and by temperature.</a:t>
            </a:r>
          </a:p>
          <a:p>
            <a:pPr rtl="0"/>
            <a:endParaRPr lang="en-AU"/>
          </a:p>
          <a:p>
            <a:pPr rtl="0"/>
            <a:r>
              <a:rPr lang="en-AU"/>
              <a:t>So when you see the results next, we believe they are a fair reflection of how each model would perform in practice.</a:t>
            </a:r>
          </a:p>
          <a:p>
            <a:endParaRPr lang="en-AU"/>
          </a:p>
        </p:txBody>
      </p:sp>
    </p:spTree>
    <p:extLst>
      <p:ext uri="{BB962C8B-B14F-4D97-AF65-F5344CB8AC3E}">
        <p14:creationId xmlns:p14="http://schemas.microsoft.com/office/powerpoint/2010/main" val="19340774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30860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a:t>NSW</a:t>
            </a:r>
            <a:r>
              <a:rPr lang="zh-CN" altLang="en-US"/>
              <a:t> </a:t>
            </a:r>
            <a:r>
              <a:rPr lang="en-US" altLang="zh-CN"/>
              <a:t>using electricity for the hot water in most buildings</a:t>
            </a:r>
            <a:endParaRPr lang="en-US"/>
          </a:p>
        </p:txBody>
      </p:sp>
    </p:spTree>
    <p:extLst>
      <p:ext uri="{BB962C8B-B14F-4D97-AF65-F5344CB8AC3E}">
        <p14:creationId xmlns:p14="http://schemas.microsoft.com/office/powerpoint/2010/main" val="2864969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6276C-7AFA-A575-A1DB-0C6F018C1B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E9D13-B556-6751-7780-9A546F68D13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B0B0C53-27ED-97EE-B603-766A010C43E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085543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E5C18-9515-BB65-AEE5-5E7CE0B4E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852FB-B5D9-6488-8C38-524DA592C41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DA57D15-94EB-5C67-B07E-716C44299C7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816285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C0036-C2E2-7A7A-D265-3DE842F4F9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C2E0EC-4A94-CB04-6FB4-AC40D6BED4D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0E98DA5-25B0-C8DA-15D6-97281EA4708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458811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C074B-0667-E037-98B4-CE16A2123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B50D02-9276-9DCB-DF86-28FC2E589E5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ABDE731-7469-6290-0379-54904A5DD6F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061114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867733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en-US" altLang="zh-CN"/>
              <a:t>Hi</a:t>
            </a:r>
            <a:r>
              <a:rPr lang="zh-CN" altLang="en-US"/>
              <a:t> </a:t>
            </a:r>
            <a:r>
              <a:rPr lang="en-US" altLang="zh-CN"/>
              <a:t>everyone,</a:t>
            </a:r>
            <a:r>
              <a:rPr lang="zh-CN" altLang="en-US"/>
              <a:t> </a:t>
            </a:r>
            <a:r>
              <a:rPr lang="en-US" altLang="zh-CN"/>
              <a:t>my</a:t>
            </a:r>
            <a:r>
              <a:rPr lang="zh-CN" altLang="en-US"/>
              <a:t> </a:t>
            </a:r>
            <a:r>
              <a:rPr lang="en-US" altLang="zh-CN"/>
              <a:t>name</a:t>
            </a:r>
            <a:r>
              <a:rPr lang="zh-CN" altLang="en-US"/>
              <a:t> </a:t>
            </a:r>
            <a:r>
              <a:rPr lang="en-US" altLang="zh-CN"/>
              <a:t>is</a:t>
            </a:r>
            <a:r>
              <a:rPr lang="zh-CN" altLang="en-US"/>
              <a:t> </a:t>
            </a:r>
            <a:r>
              <a:rPr lang="en-US" altLang="zh-CN"/>
              <a:t>Xavier,</a:t>
            </a:r>
            <a:r>
              <a:rPr lang="zh-CN" altLang="en-US"/>
              <a:t> </a:t>
            </a:r>
            <a:r>
              <a:rPr lang="en-US" altLang="zh-CN"/>
              <a:t>the</a:t>
            </a:r>
            <a:r>
              <a:rPr lang="zh-CN" altLang="en-US"/>
              <a:t> </a:t>
            </a:r>
            <a:r>
              <a:rPr lang="en-US" altLang="zh-CN"/>
              <a:t>data</a:t>
            </a:r>
            <a:r>
              <a:rPr lang="zh-CN" altLang="en-US"/>
              <a:t> </a:t>
            </a:r>
            <a:r>
              <a:rPr lang="en-US" altLang="zh-CN"/>
              <a:t>scientist</a:t>
            </a:r>
            <a:r>
              <a:rPr lang="zh-CN" altLang="en-US"/>
              <a:t> </a:t>
            </a:r>
            <a:r>
              <a:rPr lang="en-US" altLang="zh-CN"/>
              <a:t>and</a:t>
            </a:r>
            <a:r>
              <a:rPr lang="zh-CN" altLang="en-US"/>
              <a:t> </a:t>
            </a:r>
            <a:r>
              <a:rPr lang="en-US" altLang="zh-CN"/>
              <a:t>product</a:t>
            </a:r>
            <a:r>
              <a:rPr lang="zh-CN" altLang="en-US"/>
              <a:t> </a:t>
            </a:r>
            <a:r>
              <a:rPr lang="en-US" altLang="zh-CN"/>
              <a:t>manager</a:t>
            </a:r>
            <a:r>
              <a:rPr lang="zh-CN" altLang="en-US"/>
              <a:t> </a:t>
            </a:r>
            <a:r>
              <a:rPr lang="en-US" altLang="zh-CN"/>
              <a:t>in</a:t>
            </a:r>
            <a:r>
              <a:rPr lang="zh-CN" altLang="en-US"/>
              <a:t> </a:t>
            </a:r>
            <a:r>
              <a:rPr lang="en-US" altLang="zh-CN"/>
              <a:t>our</a:t>
            </a:r>
            <a:r>
              <a:rPr lang="zh-CN" altLang="en-US"/>
              <a:t> </a:t>
            </a:r>
            <a:r>
              <a:rPr lang="en-US" altLang="zh-CN"/>
              <a:t>group.</a:t>
            </a:r>
            <a:r>
              <a:rPr lang="zh-CN" altLang="en-US"/>
              <a:t> </a:t>
            </a:r>
            <a:endParaRPr lang="en-AU" altLang="zh-CN"/>
          </a:p>
          <a:p>
            <a:pPr marL="0" marR="0" lvl="0" indent="0" defTabSz="457200" eaLnBrk="1" fontAlgn="auto" latinLnBrk="0" hangingPunct="1">
              <a:lnSpc>
                <a:spcPct val="117999"/>
              </a:lnSpc>
              <a:spcBef>
                <a:spcPts val="0"/>
              </a:spcBef>
              <a:spcAft>
                <a:spcPts val="0"/>
              </a:spcAft>
              <a:buClrTx/>
              <a:buSzTx/>
              <a:buFontTx/>
              <a:buNone/>
              <a:tabLst/>
              <a:defRPr/>
            </a:pPr>
            <a:endParaRPr lang="en-AU" altLang="zh-CN"/>
          </a:p>
          <a:p>
            <a:pPr marL="0" marR="0" lvl="0" indent="0" defTabSz="457200" eaLnBrk="1" fontAlgn="auto" latinLnBrk="0" hangingPunct="1">
              <a:lnSpc>
                <a:spcPct val="117999"/>
              </a:lnSpc>
              <a:spcBef>
                <a:spcPts val="0"/>
              </a:spcBef>
              <a:spcAft>
                <a:spcPts val="0"/>
              </a:spcAft>
              <a:buClrTx/>
              <a:buSzTx/>
              <a:buFontTx/>
              <a:buNone/>
              <a:tabLst/>
              <a:defRPr/>
            </a:pPr>
            <a:r>
              <a:rPr lang="en-US" altLang="zh-CN"/>
              <a:t>I</a:t>
            </a:r>
            <a:r>
              <a:rPr lang="zh-CN" altLang="en-US"/>
              <a:t> </a:t>
            </a:r>
            <a:r>
              <a:rPr lang="en-US" altLang="zh-CN"/>
              <a:t>will</a:t>
            </a:r>
            <a:r>
              <a:rPr lang="zh-CN" altLang="en-US"/>
              <a:t> </a:t>
            </a:r>
            <a:r>
              <a:rPr lang="en-US" altLang="zh-CN"/>
              <a:t>walk</a:t>
            </a:r>
            <a:r>
              <a:rPr lang="zh-CN" altLang="en-US"/>
              <a:t> </a:t>
            </a:r>
            <a:r>
              <a:rPr lang="en-US" altLang="zh-CN"/>
              <a:t>you</a:t>
            </a:r>
            <a:r>
              <a:rPr lang="zh-CN" altLang="en-US"/>
              <a:t> </a:t>
            </a:r>
            <a:r>
              <a:rPr lang="en-US" altLang="zh-CN"/>
              <a:t>through</a:t>
            </a:r>
            <a:r>
              <a:rPr lang="zh-CN" altLang="en-US"/>
              <a:t> </a:t>
            </a:r>
            <a:r>
              <a:rPr lang="en-US" altLang="zh-CN"/>
              <a:t>what</a:t>
            </a:r>
            <a:r>
              <a:rPr lang="zh-CN" altLang="en-US"/>
              <a:t> </a:t>
            </a:r>
            <a:r>
              <a:rPr lang="en-US" altLang="zh-CN"/>
              <a:t>happened</a:t>
            </a:r>
            <a:r>
              <a:rPr lang="zh-CN" altLang="en-US"/>
              <a:t> </a:t>
            </a:r>
            <a:r>
              <a:rPr lang="en-US" altLang="zh-CN"/>
              <a:t>when</a:t>
            </a:r>
            <a:r>
              <a:rPr lang="zh-CN" altLang="en-US"/>
              <a:t> </a:t>
            </a:r>
            <a:r>
              <a:rPr lang="en-US" altLang="zh-CN"/>
              <a:t>we</a:t>
            </a:r>
            <a:r>
              <a:rPr lang="zh-CN" altLang="en-US"/>
              <a:t> </a:t>
            </a:r>
            <a:r>
              <a:rPr lang="en-US" altLang="zh-CN"/>
              <a:t>put</a:t>
            </a:r>
            <a:r>
              <a:rPr lang="zh-CN" altLang="en-US"/>
              <a:t> </a:t>
            </a:r>
            <a:r>
              <a:rPr lang="en-US" altLang="zh-CN"/>
              <a:t>all</a:t>
            </a:r>
            <a:r>
              <a:rPr lang="zh-CN" altLang="en-US"/>
              <a:t> </a:t>
            </a:r>
            <a:r>
              <a:rPr lang="en-US" altLang="zh-CN"/>
              <a:t>six</a:t>
            </a:r>
            <a:r>
              <a:rPr lang="zh-CN" altLang="en-US"/>
              <a:t> </a:t>
            </a:r>
            <a:r>
              <a:rPr lang="en-US" altLang="zh-CN"/>
              <a:t>models</a:t>
            </a:r>
            <a:r>
              <a:rPr lang="zh-CN" altLang="en-US"/>
              <a:t> </a:t>
            </a:r>
            <a:r>
              <a:rPr lang="en-US" altLang="zh-CN"/>
              <a:t>to</a:t>
            </a:r>
            <a:r>
              <a:rPr lang="zh-CN" altLang="en-US"/>
              <a:t> </a:t>
            </a:r>
            <a:r>
              <a:rPr lang="en-US" altLang="zh-CN"/>
              <a:t>the</a:t>
            </a:r>
            <a:r>
              <a:rPr lang="zh-CN" altLang="en-US"/>
              <a:t> </a:t>
            </a:r>
            <a:r>
              <a:rPr lang="en-US" altLang="zh-CN"/>
              <a:t>test.</a:t>
            </a:r>
            <a:endParaRPr lang="en-US"/>
          </a:p>
          <a:p>
            <a:endParaRPr lang="en-US"/>
          </a:p>
        </p:txBody>
      </p:sp>
    </p:spTree>
    <p:extLst>
      <p:ext uri="{BB962C8B-B14F-4D97-AF65-F5344CB8AC3E}">
        <p14:creationId xmlns:p14="http://schemas.microsoft.com/office/powerpoint/2010/main" val="3204899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a:t>First,</a:t>
            </a:r>
            <a:r>
              <a:rPr lang="zh-CN" altLang="en-US"/>
              <a:t> </a:t>
            </a:r>
            <a:r>
              <a:rPr lang="en-US" altLang="zh-CN"/>
              <a:t>the</a:t>
            </a:r>
            <a:r>
              <a:rPr lang="zh-CN" altLang="en-US"/>
              <a:t> </a:t>
            </a:r>
            <a:r>
              <a:rPr lang="en-US" altLang="zh-CN"/>
              <a:t>headline.</a:t>
            </a:r>
            <a:r>
              <a:rPr lang="zh-CN" altLang="en-US"/>
              <a:t> </a:t>
            </a:r>
            <a:r>
              <a:rPr lang="en-US" altLang="zh-CN"/>
              <a:t>Across</a:t>
            </a:r>
            <a:r>
              <a:rPr lang="zh-CN" altLang="en-US"/>
              <a:t> </a:t>
            </a:r>
            <a:r>
              <a:rPr lang="en-US" altLang="zh-CN"/>
              <a:t>the</a:t>
            </a:r>
            <a:r>
              <a:rPr lang="zh-CN" altLang="en-US"/>
              <a:t> </a:t>
            </a:r>
            <a:r>
              <a:rPr lang="en-US" altLang="zh-CN"/>
              <a:t>whole</a:t>
            </a:r>
            <a:r>
              <a:rPr lang="zh-CN" altLang="en-US"/>
              <a:t> </a:t>
            </a:r>
            <a:r>
              <a:rPr lang="en-US" altLang="zh-CN"/>
              <a:t>2019</a:t>
            </a:r>
            <a:r>
              <a:rPr lang="zh-CN" altLang="en-US"/>
              <a:t> </a:t>
            </a:r>
            <a:r>
              <a:rPr lang="en-US" altLang="zh-CN"/>
              <a:t>test</a:t>
            </a:r>
            <a:r>
              <a:rPr lang="zh-CN" altLang="en-US"/>
              <a:t> </a:t>
            </a:r>
            <a:r>
              <a:rPr lang="en-US" altLang="zh-CN"/>
              <a:t>year,</a:t>
            </a:r>
            <a:r>
              <a:rPr lang="zh-CN" altLang="en-US"/>
              <a:t> </a:t>
            </a:r>
            <a:r>
              <a:rPr lang="en-US" altLang="zh-CN"/>
              <a:t>LightGBM</a:t>
            </a:r>
            <a:r>
              <a:rPr lang="zh-CN" altLang="en-US"/>
              <a:t> </a:t>
            </a:r>
            <a:r>
              <a:rPr lang="en-US" altLang="zh-CN"/>
              <a:t>made</a:t>
            </a:r>
            <a:r>
              <a:rPr lang="zh-CN" altLang="en-US"/>
              <a:t> </a:t>
            </a:r>
            <a:r>
              <a:rPr lang="en-US" altLang="zh-CN"/>
              <a:t>the</a:t>
            </a:r>
            <a:r>
              <a:rPr lang="zh-CN" altLang="en-US"/>
              <a:t> </a:t>
            </a:r>
            <a:r>
              <a:rPr lang="en-US" altLang="zh-CN"/>
              <a:t>most</a:t>
            </a:r>
            <a:r>
              <a:rPr lang="zh-CN" altLang="en-US"/>
              <a:t> </a:t>
            </a:r>
            <a:r>
              <a:rPr lang="en-US" altLang="zh-CN"/>
              <a:t>accurate</a:t>
            </a:r>
            <a:r>
              <a:rPr lang="zh-CN" altLang="en-US"/>
              <a:t> </a:t>
            </a:r>
            <a:r>
              <a:rPr lang="en-US" altLang="zh-CN"/>
              <a:t>forecasts.</a:t>
            </a:r>
            <a:r>
              <a:rPr lang="zh-CN" altLang="en-US"/>
              <a:t> </a:t>
            </a:r>
            <a:endParaRPr lang="en-AU" altLang="zh-CN"/>
          </a:p>
          <a:p>
            <a:r>
              <a:rPr lang="en-US" altLang="zh-CN"/>
              <a:t>On</a:t>
            </a:r>
            <a:r>
              <a:rPr lang="zh-CN" altLang="en-US"/>
              <a:t> </a:t>
            </a:r>
            <a:r>
              <a:rPr lang="en-US" altLang="zh-CN"/>
              <a:t>average</a:t>
            </a:r>
            <a:r>
              <a:rPr lang="zh-CN" altLang="en-US"/>
              <a:t> </a:t>
            </a:r>
            <a:r>
              <a:rPr lang="en-US" altLang="zh-CN"/>
              <a:t>it</a:t>
            </a:r>
            <a:r>
              <a:rPr lang="zh-CN" altLang="en-US"/>
              <a:t> </a:t>
            </a:r>
            <a:r>
              <a:rPr lang="en-US" altLang="zh-CN"/>
              <a:t>was</a:t>
            </a:r>
            <a:r>
              <a:rPr lang="zh-CN" altLang="en-US"/>
              <a:t> </a:t>
            </a:r>
            <a:r>
              <a:rPr lang="en-US" altLang="zh-CN"/>
              <a:t>off</a:t>
            </a:r>
            <a:r>
              <a:rPr lang="zh-CN" altLang="en-US"/>
              <a:t> </a:t>
            </a:r>
            <a:r>
              <a:rPr lang="en-US" altLang="zh-CN"/>
              <a:t>by</a:t>
            </a:r>
            <a:r>
              <a:rPr lang="zh-CN" altLang="en-US"/>
              <a:t> </a:t>
            </a:r>
            <a:r>
              <a:rPr lang="en-US" altLang="zh-CN"/>
              <a:t>about</a:t>
            </a:r>
            <a:r>
              <a:rPr lang="zh-CN" altLang="en-US"/>
              <a:t> </a:t>
            </a:r>
            <a:r>
              <a:rPr lang="en-US" altLang="zh-CN"/>
              <a:t>307</a:t>
            </a:r>
            <a:r>
              <a:rPr lang="zh-CN" altLang="en-US"/>
              <a:t> </a:t>
            </a:r>
            <a:r>
              <a:rPr lang="en-US" altLang="zh-CN"/>
              <a:t>megawatts</a:t>
            </a:r>
            <a:r>
              <a:rPr lang="zh-CN" altLang="en-US"/>
              <a:t> </a:t>
            </a:r>
            <a:r>
              <a:rPr lang="en-US" altLang="zh-CN"/>
              <a:t>per</a:t>
            </a:r>
            <a:r>
              <a:rPr lang="zh-CN" altLang="en-US"/>
              <a:t> </a:t>
            </a:r>
            <a:r>
              <a:rPr lang="en-US" altLang="zh-CN"/>
              <a:t>half</a:t>
            </a:r>
            <a:r>
              <a:rPr lang="zh-CN" altLang="en-US"/>
              <a:t> </a:t>
            </a:r>
            <a:r>
              <a:rPr lang="en-US" altLang="zh-CN"/>
              <a:t>hour,</a:t>
            </a:r>
            <a:r>
              <a:rPr lang="zh-CN" altLang="en-US"/>
              <a:t> </a:t>
            </a:r>
            <a:r>
              <a:rPr lang="en-US" altLang="zh-CN"/>
              <a:t>which</a:t>
            </a:r>
            <a:r>
              <a:rPr lang="zh-CN" altLang="en-US"/>
              <a:t> </a:t>
            </a:r>
            <a:r>
              <a:rPr lang="en-US" altLang="zh-CN"/>
              <a:t>is</a:t>
            </a:r>
            <a:r>
              <a:rPr lang="zh-CN" altLang="en-US"/>
              <a:t> </a:t>
            </a:r>
            <a:r>
              <a:rPr lang="en-US" altLang="zh-CN"/>
              <a:t>roughly</a:t>
            </a:r>
            <a:r>
              <a:rPr lang="zh-CN" altLang="en-US"/>
              <a:t> </a:t>
            </a:r>
            <a:r>
              <a:rPr lang="en-US" altLang="zh-CN"/>
              <a:t>3.74%</a:t>
            </a:r>
            <a:r>
              <a:rPr lang="zh-CN" altLang="en-US"/>
              <a:t> </a:t>
            </a:r>
            <a:r>
              <a:rPr lang="en-US" altLang="zh-CN"/>
              <a:t>of</a:t>
            </a:r>
            <a:r>
              <a:rPr lang="zh-CN" altLang="en-US"/>
              <a:t> </a:t>
            </a:r>
            <a:r>
              <a:rPr lang="en-US" altLang="zh-CN"/>
              <a:t>the</a:t>
            </a:r>
            <a:r>
              <a:rPr lang="zh-CN" altLang="en-US"/>
              <a:t> </a:t>
            </a:r>
            <a:r>
              <a:rPr lang="en-US" altLang="zh-CN"/>
              <a:t>demand.</a:t>
            </a:r>
            <a:r>
              <a:rPr lang="zh-CN" altLang="en-US"/>
              <a:t> </a:t>
            </a:r>
            <a:endParaRPr lang="en-US"/>
          </a:p>
        </p:txBody>
      </p:sp>
    </p:spTree>
    <p:extLst>
      <p:ext uri="{BB962C8B-B14F-4D97-AF65-F5344CB8AC3E}">
        <p14:creationId xmlns:p14="http://schemas.microsoft.com/office/powerpoint/2010/main" val="24415166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2E7B6-04A8-82DF-D698-8EB3F6E0B9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B4011A-2E83-1172-13C7-50F28048332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93E0A37-C341-89BC-9A0B-4697D2E385CF}"/>
              </a:ext>
            </a:extLst>
          </p:cNvPr>
          <p:cNvSpPr>
            <a:spLocks noGrp="1"/>
          </p:cNvSpPr>
          <p:nvPr>
            <p:ph type="body" idx="1"/>
          </p:nvPr>
        </p:nvSpPr>
        <p:spPr/>
        <p:txBody>
          <a:bodyPr/>
          <a:lstStyle/>
          <a:p>
            <a:r>
              <a:rPr lang="en-US" altLang="zh-CN"/>
              <a:t>That’s</a:t>
            </a:r>
            <a:r>
              <a:rPr lang="zh-CN" altLang="en-US"/>
              <a:t> </a:t>
            </a:r>
            <a:r>
              <a:rPr lang="en-US" altLang="zh-CN"/>
              <a:t>19%</a:t>
            </a:r>
            <a:r>
              <a:rPr lang="zh-CN" altLang="en-US"/>
              <a:t> </a:t>
            </a:r>
            <a:r>
              <a:rPr lang="en-US" altLang="zh-CN"/>
              <a:t>more</a:t>
            </a:r>
            <a:r>
              <a:rPr lang="zh-CN" altLang="en-US"/>
              <a:t> </a:t>
            </a:r>
            <a:r>
              <a:rPr lang="en-US" altLang="zh-CN"/>
              <a:t>accurate</a:t>
            </a:r>
            <a:r>
              <a:rPr lang="zh-CN" altLang="en-US"/>
              <a:t> </a:t>
            </a:r>
            <a:r>
              <a:rPr lang="en-US" altLang="zh-CN"/>
              <a:t>than</a:t>
            </a:r>
            <a:r>
              <a:rPr lang="zh-CN" altLang="en-US"/>
              <a:t> </a:t>
            </a:r>
            <a:r>
              <a:rPr lang="en-US" altLang="zh-CN"/>
              <a:t>our</a:t>
            </a:r>
            <a:r>
              <a:rPr lang="zh-CN" altLang="en-US"/>
              <a:t> </a:t>
            </a:r>
            <a:r>
              <a:rPr lang="en-US" altLang="zh-CN"/>
              <a:t>simple</a:t>
            </a:r>
            <a:r>
              <a:rPr lang="zh-CN" altLang="en-US"/>
              <a:t> </a:t>
            </a:r>
            <a:r>
              <a:rPr lang="en-US" altLang="zh-CN"/>
              <a:t>baseline</a:t>
            </a:r>
            <a:r>
              <a:rPr lang="zh-CN" altLang="en-US"/>
              <a:t> </a:t>
            </a:r>
            <a:r>
              <a:rPr lang="en-US" altLang="zh-CN"/>
              <a:t>model.</a:t>
            </a:r>
            <a:r>
              <a:rPr lang="zh-CN" altLang="en-US"/>
              <a:t> </a:t>
            </a:r>
            <a:endParaRPr lang="en-AU" altLang="zh-CN"/>
          </a:p>
          <a:p>
            <a:endParaRPr lang="en-AU"/>
          </a:p>
        </p:txBody>
      </p:sp>
    </p:spTree>
    <p:extLst>
      <p:ext uri="{BB962C8B-B14F-4D97-AF65-F5344CB8AC3E}">
        <p14:creationId xmlns:p14="http://schemas.microsoft.com/office/powerpoint/2010/main" val="19401341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81954-E2F9-F74C-E126-EAF6AF909B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80E71A-3695-1BCB-8D32-415076E7789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3A9B2B8-40A2-6520-112B-DB24CEB4156C}"/>
              </a:ext>
            </a:extLst>
          </p:cNvPr>
          <p:cNvSpPr>
            <a:spLocks noGrp="1"/>
          </p:cNvSpPr>
          <p:nvPr>
            <p:ph type="body" idx="1"/>
          </p:nvPr>
        </p:nvSpPr>
        <p:spPr/>
        <p:txBody>
          <a:bodyPr/>
          <a:lstStyle/>
          <a:p>
            <a:r>
              <a:rPr lang="en-US" altLang="zh-CN"/>
              <a:t>However,</a:t>
            </a:r>
            <a:r>
              <a:rPr lang="zh-CN" altLang="en-US"/>
              <a:t> </a:t>
            </a:r>
            <a:r>
              <a:rPr lang="en-US" altLang="zh-CN"/>
              <a:t>looking</a:t>
            </a:r>
            <a:r>
              <a:rPr lang="zh-CN" altLang="en-US"/>
              <a:t> </a:t>
            </a:r>
            <a:r>
              <a:rPr lang="en-US" altLang="zh-CN"/>
              <a:t>at</a:t>
            </a:r>
            <a:r>
              <a:rPr lang="zh-CN" altLang="en-US"/>
              <a:t>  </a:t>
            </a:r>
            <a:r>
              <a:rPr lang="en-US" altLang="zh-CN"/>
              <a:t>the</a:t>
            </a:r>
            <a:r>
              <a:rPr lang="zh-CN" altLang="en-US"/>
              <a:t> </a:t>
            </a:r>
            <a:r>
              <a:rPr lang="en-US" altLang="zh-CN"/>
              <a:t>top</a:t>
            </a:r>
            <a:r>
              <a:rPr lang="zh-CN" altLang="en-US"/>
              <a:t> </a:t>
            </a:r>
            <a:r>
              <a:rPr lang="en-US" altLang="zh-CN"/>
              <a:t>of</a:t>
            </a:r>
            <a:r>
              <a:rPr lang="zh-CN" altLang="en-US"/>
              <a:t> </a:t>
            </a:r>
            <a:r>
              <a:rPr lang="en-US" altLang="zh-CN"/>
              <a:t>the</a:t>
            </a:r>
            <a:r>
              <a:rPr lang="zh-CN" altLang="en-US"/>
              <a:t> </a:t>
            </a:r>
            <a:r>
              <a:rPr lang="en-US" altLang="zh-CN"/>
              <a:t>chart,</a:t>
            </a:r>
            <a:r>
              <a:rPr lang="zh-CN" altLang="en-US"/>
              <a:t> </a:t>
            </a:r>
            <a:r>
              <a:rPr lang="en-US" altLang="zh-CN"/>
              <a:t>LightGBM,</a:t>
            </a:r>
            <a:r>
              <a:rPr lang="zh-CN" altLang="en-US"/>
              <a:t> </a:t>
            </a:r>
            <a:r>
              <a:rPr lang="en-US" altLang="zh-CN"/>
              <a:t>LSTM</a:t>
            </a:r>
            <a:r>
              <a:rPr lang="zh-CN" altLang="en-US"/>
              <a:t> </a:t>
            </a:r>
            <a:r>
              <a:rPr lang="en-US" altLang="zh-CN"/>
              <a:t>and</a:t>
            </a:r>
            <a:r>
              <a:rPr lang="zh-CN" altLang="en-US"/>
              <a:t> </a:t>
            </a:r>
            <a:r>
              <a:rPr lang="en-US" altLang="zh-CN" err="1"/>
              <a:t>XGBoost</a:t>
            </a:r>
            <a:r>
              <a:rPr lang="zh-CN" altLang="en-US"/>
              <a:t> </a:t>
            </a:r>
            <a:r>
              <a:rPr lang="en-US" altLang="zh-CN"/>
              <a:t>are</a:t>
            </a:r>
            <a:r>
              <a:rPr lang="zh-CN" altLang="en-US"/>
              <a:t> </a:t>
            </a:r>
            <a:r>
              <a:rPr lang="en-US" altLang="zh-CN"/>
              <a:t>separated</a:t>
            </a:r>
            <a:r>
              <a:rPr lang="zh-CN" altLang="en-US"/>
              <a:t> </a:t>
            </a:r>
            <a:r>
              <a:rPr lang="en-US" altLang="zh-CN"/>
              <a:t>by</a:t>
            </a:r>
            <a:r>
              <a:rPr lang="zh-CN" altLang="en-US"/>
              <a:t> </a:t>
            </a:r>
            <a:r>
              <a:rPr lang="en-US" altLang="zh-CN"/>
              <a:t>just</a:t>
            </a:r>
            <a:r>
              <a:rPr lang="zh-CN" altLang="en-US"/>
              <a:t> </a:t>
            </a:r>
            <a:r>
              <a:rPr lang="en-US" altLang="zh-CN"/>
              <a:t>4</a:t>
            </a:r>
            <a:r>
              <a:rPr lang="zh-CN" altLang="en-US"/>
              <a:t> </a:t>
            </a:r>
            <a:r>
              <a:rPr lang="en-US" altLang="zh-CN"/>
              <a:t>megawatts.</a:t>
            </a:r>
            <a:r>
              <a:rPr lang="zh-CN" altLang="en-US"/>
              <a:t> </a:t>
            </a:r>
            <a:endParaRPr lang="en-AU" altLang="zh-CN"/>
          </a:p>
          <a:p>
            <a:r>
              <a:rPr lang="en-US" altLang="zh-CN"/>
              <a:t>That’s</a:t>
            </a:r>
            <a:r>
              <a:rPr lang="zh-CN" altLang="en-US"/>
              <a:t> </a:t>
            </a:r>
            <a:r>
              <a:rPr lang="en-US" altLang="zh-CN"/>
              <a:t>a</a:t>
            </a:r>
            <a:r>
              <a:rPr lang="zh-CN" altLang="en-US"/>
              <a:t> </a:t>
            </a:r>
            <a:r>
              <a:rPr lang="en-US" altLang="zh-CN"/>
              <a:t>near</a:t>
            </a:r>
            <a:r>
              <a:rPr lang="zh-CN" altLang="en-US"/>
              <a:t> </a:t>
            </a:r>
            <a:r>
              <a:rPr lang="en-US" altLang="zh-CN"/>
              <a:t>tie,</a:t>
            </a:r>
            <a:r>
              <a:rPr lang="zh-CN" altLang="en-US"/>
              <a:t> </a:t>
            </a:r>
            <a:r>
              <a:rPr lang="en-US" altLang="zh-CN"/>
              <a:t>so</a:t>
            </a:r>
            <a:r>
              <a:rPr lang="zh-CN" altLang="en-US"/>
              <a:t> </a:t>
            </a:r>
            <a:r>
              <a:rPr lang="en-US" altLang="zh-CN"/>
              <a:t>average</a:t>
            </a:r>
            <a:r>
              <a:rPr lang="zh-CN" altLang="en-US"/>
              <a:t> </a:t>
            </a:r>
            <a:r>
              <a:rPr lang="en-US" altLang="zh-CN"/>
              <a:t>accuracy</a:t>
            </a:r>
            <a:r>
              <a:rPr lang="zh-CN" altLang="en-US"/>
              <a:t> </a:t>
            </a:r>
            <a:r>
              <a:rPr lang="en-US" altLang="zh-CN"/>
              <a:t>alone</a:t>
            </a:r>
            <a:r>
              <a:rPr lang="zh-CN" altLang="en-US"/>
              <a:t> </a:t>
            </a:r>
            <a:r>
              <a:rPr lang="en-US" altLang="zh-CN"/>
              <a:t>can’t</a:t>
            </a:r>
            <a:r>
              <a:rPr lang="zh-CN" altLang="en-US"/>
              <a:t> </a:t>
            </a:r>
            <a:r>
              <a:rPr lang="en-US" altLang="zh-CN"/>
              <a:t>tell</a:t>
            </a:r>
            <a:r>
              <a:rPr lang="zh-CN" altLang="en-US"/>
              <a:t> </a:t>
            </a:r>
            <a:r>
              <a:rPr lang="en-US" altLang="zh-CN"/>
              <a:t>us</a:t>
            </a:r>
            <a:r>
              <a:rPr lang="zh-CN" altLang="en-US"/>
              <a:t> </a:t>
            </a:r>
            <a:r>
              <a:rPr lang="en-US" altLang="zh-CN"/>
              <a:t>which</a:t>
            </a:r>
            <a:r>
              <a:rPr lang="zh-CN" altLang="en-US"/>
              <a:t> </a:t>
            </a:r>
            <a:r>
              <a:rPr lang="en-US" altLang="zh-CN"/>
              <a:t>model</a:t>
            </a:r>
            <a:r>
              <a:rPr lang="zh-CN" altLang="en-US"/>
              <a:t> </a:t>
            </a:r>
            <a:r>
              <a:rPr lang="en-US" altLang="zh-CN"/>
              <a:t>to</a:t>
            </a:r>
            <a:r>
              <a:rPr lang="zh-CN" altLang="en-US"/>
              <a:t> </a:t>
            </a:r>
            <a:r>
              <a:rPr lang="en-US" altLang="zh-CN"/>
              <a:t>trust.</a:t>
            </a:r>
          </a:p>
        </p:txBody>
      </p:sp>
    </p:spTree>
    <p:extLst>
      <p:ext uri="{BB962C8B-B14F-4D97-AF65-F5344CB8AC3E}">
        <p14:creationId xmlns:p14="http://schemas.microsoft.com/office/powerpoint/2010/main" val="7162719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8BB23-28EB-3DB1-A5ED-DF1BE605DB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43E4AB-F3DF-8B02-8211-A57F7DC5CF5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D313221-8637-91B3-1F5B-B0E10115F769}"/>
              </a:ext>
            </a:extLst>
          </p:cNvPr>
          <p:cNvSpPr>
            <a:spLocks noGrp="1"/>
          </p:cNvSpPr>
          <p:nvPr>
            <p:ph type="body" idx="1"/>
          </p:nvPr>
        </p:nvSpPr>
        <p:spPr/>
        <p:txBody>
          <a:bodyPr/>
          <a:lstStyle/>
          <a:p>
            <a:r>
              <a:rPr lang="en-US" altLang="zh-CN"/>
              <a:t>The</a:t>
            </a:r>
            <a:r>
              <a:rPr lang="zh-CN" altLang="en-US"/>
              <a:t> </a:t>
            </a:r>
            <a:r>
              <a:rPr lang="en-US" altLang="zh-CN"/>
              <a:t>orange</a:t>
            </a:r>
            <a:r>
              <a:rPr lang="zh-CN" altLang="en-US"/>
              <a:t> </a:t>
            </a:r>
            <a:r>
              <a:rPr lang="en-US" altLang="zh-CN"/>
              <a:t>line</a:t>
            </a:r>
            <a:r>
              <a:rPr lang="zh-CN" altLang="en-US"/>
              <a:t> </a:t>
            </a:r>
            <a:r>
              <a:rPr lang="en-US" altLang="zh-CN"/>
              <a:t>is</a:t>
            </a:r>
            <a:r>
              <a:rPr lang="zh-CN" altLang="en-US"/>
              <a:t> </a:t>
            </a:r>
            <a:r>
              <a:rPr lang="en-US" altLang="zh-CN"/>
              <a:t>AEMO’s</a:t>
            </a:r>
            <a:r>
              <a:rPr lang="zh-CN" altLang="en-US"/>
              <a:t> </a:t>
            </a:r>
            <a:r>
              <a:rPr lang="en-US" altLang="zh-CN"/>
              <a:t>own</a:t>
            </a:r>
            <a:r>
              <a:rPr lang="zh-CN" altLang="en-US"/>
              <a:t> </a:t>
            </a:r>
            <a:r>
              <a:rPr lang="en-US" altLang="zh-CN"/>
              <a:t>forecast,</a:t>
            </a:r>
            <a:r>
              <a:rPr lang="zh-CN" altLang="en-US"/>
              <a:t> </a:t>
            </a:r>
            <a:r>
              <a:rPr lang="en-US" altLang="zh-CN"/>
              <a:t>at</a:t>
            </a:r>
            <a:r>
              <a:rPr lang="zh-CN" altLang="en-US"/>
              <a:t> </a:t>
            </a:r>
            <a:r>
              <a:rPr lang="en-US" altLang="zh-CN"/>
              <a:t>about</a:t>
            </a:r>
            <a:r>
              <a:rPr lang="zh-CN" altLang="en-US"/>
              <a:t> </a:t>
            </a:r>
            <a:r>
              <a:rPr lang="en-US" altLang="zh-CN"/>
              <a:t>half</a:t>
            </a:r>
            <a:r>
              <a:rPr lang="zh-CN" altLang="en-US"/>
              <a:t> </a:t>
            </a:r>
            <a:r>
              <a:rPr lang="en-US" altLang="zh-CN"/>
              <a:t>our</a:t>
            </a:r>
            <a:r>
              <a:rPr lang="zh-CN" altLang="en-US"/>
              <a:t> </a:t>
            </a:r>
            <a:r>
              <a:rPr lang="en-US" altLang="zh-CN"/>
              <a:t>error.</a:t>
            </a:r>
            <a:r>
              <a:rPr lang="zh-CN" altLang="en-US"/>
              <a:t> </a:t>
            </a:r>
            <a:r>
              <a:rPr lang="en-US" altLang="zh-CN"/>
              <a:t>It</a:t>
            </a:r>
            <a:r>
              <a:rPr lang="zh-CN" altLang="en-US"/>
              <a:t> </a:t>
            </a:r>
            <a:r>
              <a:rPr lang="en-US" altLang="zh-CN"/>
              <a:t>has</a:t>
            </a:r>
            <a:r>
              <a:rPr lang="zh-CN" altLang="en-US"/>
              <a:t> </a:t>
            </a:r>
            <a:r>
              <a:rPr lang="en-US" altLang="zh-CN"/>
              <a:t>something</a:t>
            </a:r>
            <a:r>
              <a:rPr lang="zh-CN" altLang="en-US"/>
              <a:t> </a:t>
            </a:r>
            <a:r>
              <a:rPr lang="en-US" altLang="zh-CN"/>
              <a:t>our</a:t>
            </a:r>
            <a:r>
              <a:rPr lang="zh-CN" altLang="en-US"/>
              <a:t> </a:t>
            </a:r>
            <a:r>
              <a:rPr lang="en-US" altLang="zh-CN"/>
              <a:t>model</a:t>
            </a:r>
            <a:r>
              <a:rPr lang="zh-CN" altLang="en-US"/>
              <a:t> </a:t>
            </a:r>
            <a:r>
              <a:rPr lang="en-US" altLang="zh-CN"/>
              <a:t>do</a:t>
            </a:r>
            <a:r>
              <a:rPr lang="zh-CN" altLang="en-US"/>
              <a:t> </a:t>
            </a:r>
            <a:r>
              <a:rPr lang="en-US" altLang="zh-CN"/>
              <a:t>not</a:t>
            </a:r>
            <a:r>
              <a:rPr lang="zh-CN" altLang="en-US"/>
              <a:t> </a:t>
            </a:r>
            <a:r>
              <a:rPr lang="en-US" altLang="zh-CN"/>
              <a:t>have,</a:t>
            </a:r>
            <a:r>
              <a:rPr lang="zh-CN" altLang="en-US"/>
              <a:t> </a:t>
            </a:r>
            <a:r>
              <a:rPr lang="en-US" altLang="zh-CN"/>
              <a:t>which</a:t>
            </a:r>
            <a:r>
              <a:rPr lang="zh-CN" altLang="en-US"/>
              <a:t> </a:t>
            </a:r>
            <a:r>
              <a:rPr lang="en-US" altLang="zh-CN"/>
              <a:t>is</a:t>
            </a:r>
            <a:r>
              <a:rPr lang="zh-CN" altLang="en-US"/>
              <a:t> </a:t>
            </a:r>
            <a:r>
              <a:rPr lang="en-US" altLang="zh-CN"/>
              <a:t>the</a:t>
            </a:r>
            <a:r>
              <a:rPr lang="zh-CN" altLang="en-US"/>
              <a:t> </a:t>
            </a:r>
            <a:r>
              <a:rPr lang="en-US" altLang="zh-CN"/>
              <a:t>tomorrow’s</a:t>
            </a:r>
            <a:r>
              <a:rPr lang="zh-CN" altLang="en-US"/>
              <a:t> </a:t>
            </a:r>
            <a:r>
              <a:rPr lang="en-US" altLang="zh-CN"/>
              <a:t>weather</a:t>
            </a:r>
            <a:r>
              <a:rPr lang="zh-CN" altLang="en-US"/>
              <a:t> </a:t>
            </a:r>
            <a:r>
              <a:rPr lang="en-US" altLang="zh-CN"/>
              <a:t>forecast</a:t>
            </a:r>
            <a:r>
              <a:rPr lang="zh-CN" altLang="en-US"/>
              <a:t> </a:t>
            </a:r>
            <a:r>
              <a:rPr lang="en-US" altLang="zh-CN"/>
              <a:t>and</a:t>
            </a:r>
            <a:r>
              <a:rPr lang="zh-CN" altLang="en-US"/>
              <a:t> </a:t>
            </a:r>
            <a:r>
              <a:rPr lang="en-US" altLang="zh-CN"/>
              <a:t>others.</a:t>
            </a:r>
            <a:endParaRPr lang="en-US"/>
          </a:p>
          <a:p>
            <a:endParaRPr lang="en-US"/>
          </a:p>
        </p:txBody>
      </p:sp>
    </p:spTree>
    <p:extLst>
      <p:ext uri="{BB962C8B-B14F-4D97-AF65-F5344CB8AC3E}">
        <p14:creationId xmlns:p14="http://schemas.microsoft.com/office/powerpoint/2010/main" val="8452334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a:t>So</a:t>
            </a:r>
            <a:r>
              <a:rPr lang="zh-CN" altLang="en-US"/>
              <a:t> </a:t>
            </a:r>
            <a:r>
              <a:rPr lang="en-US" altLang="zh-CN"/>
              <a:t>we</a:t>
            </a:r>
            <a:r>
              <a:rPr lang="zh-CN" altLang="en-US"/>
              <a:t> </a:t>
            </a:r>
            <a:r>
              <a:rPr lang="en-US" altLang="zh-CN"/>
              <a:t>asked</a:t>
            </a:r>
            <a:r>
              <a:rPr lang="zh-CN" altLang="en-US"/>
              <a:t> </a:t>
            </a:r>
            <a:r>
              <a:rPr lang="en-US" altLang="zh-CN"/>
              <a:t>a</a:t>
            </a:r>
            <a:r>
              <a:rPr lang="zh-CN" altLang="en-US"/>
              <a:t> </a:t>
            </a:r>
            <a:r>
              <a:rPr lang="en-US" altLang="zh-CN"/>
              <a:t>second</a:t>
            </a:r>
            <a:r>
              <a:rPr lang="zh-CN" altLang="en-US"/>
              <a:t> </a:t>
            </a:r>
            <a:r>
              <a:rPr lang="en-US" altLang="zh-CN"/>
              <a:t>question:</a:t>
            </a:r>
            <a:r>
              <a:rPr lang="zh-CN" altLang="en-US"/>
              <a:t> </a:t>
            </a:r>
            <a:r>
              <a:rPr lang="en-US" altLang="zh-CN"/>
              <a:t>which</a:t>
            </a:r>
            <a:r>
              <a:rPr lang="zh-CN" altLang="en-US"/>
              <a:t> </a:t>
            </a:r>
            <a:r>
              <a:rPr lang="en-US" altLang="zh-CN"/>
              <a:t>model</a:t>
            </a:r>
            <a:r>
              <a:rPr lang="zh-CN" altLang="en-US"/>
              <a:t> </a:t>
            </a:r>
            <a:r>
              <a:rPr lang="en-US" altLang="zh-CN"/>
              <a:t>holds</a:t>
            </a:r>
            <a:r>
              <a:rPr lang="zh-CN" altLang="en-US"/>
              <a:t> </a:t>
            </a:r>
            <a:r>
              <a:rPr lang="en-US" altLang="zh-CN"/>
              <a:t>up</a:t>
            </a:r>
            <a:r>
              <a:rPr lang="zh-CN" altLang="en-US"/>
              <a:t> </a:t>
            </a:r>
            <a:r>
              <a:rPr lang="en-US" altLang="zh-CN"/>
              <a:t>when</a:t>
            </a:r>
            <a:r>
              <a:rPr lang="zh-CN" altLang="en-US"/>
              <a:t> </a:t>
            </a:r>
            <a:r>
              <a:rPr lang="en-US" altLang="zh-CN"/>
              <a:t>conditions</a:t>
            </a:r>
            <a:r>
              <a:rPr lang="zh-CN" altLang="en-US"/>
              <a:t> </a:t>
            </a:r>
            <a:r>
              <a:rPr lang="en-US" altLang="zh-CN"/>
              <a:t>change?</a:t>
            </a:r>
            <a:r>
              <a:rPr lang="zh-CN" altLang="en-US"/>
              <a:t> </a:t>
            </a:r>
            <a:endParaRPr lang="en-US" altLang="zh-CN"/>
          </a:p>
        </p:txBody>
      </p:sp>
    </p:spTree>
    <p:extLst>
      <p:ext uri="{BB962C8B-B14F-4D97-AF65-F5344CB8AC3E}">
        <p14:creationId xmlns:p14="http://schemas.microsoft.com/office/powerpoint/2010/main" val="28733254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87EC8-0D2D-4611-61A6-5038E63D45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C051D8-F4E3-DF50-A636-7DEC056D73F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8CD3D41-541A-60A6-8A81-C21FEFAED6F9}"/>
              </a:ext>
            </a:extLst>
          </p:cNvPr>
          <p:cNvSpPr>
            <a:spLocks noGrp="1"/>
          </p:cNvSpPr>
          <p:nvPr>
            <p:ph type="body" idx="1"/>
          </p:nvPr>
        </p:nvSpPr>
        <p:spPr/>
        <p:txBody>
          <a:bodyPr/>
          <a:lstStyle/>
          <a:p>
            <a:r>
              <a:rPr lang="en-US" altLang="zh-CN"/>
              <a:t>We</a:t>
            </a:r>
            <a:r>
              <a:rPr lang="zh-CN" altLang="en-US"/>
              <a:t> </a:t>
            </a:r>
            <a:r>
              <a:rPr lang="en-US" altLang="zh-CN"/>
              <a:t>split</a:t>
            </a:r>
            <a:r>
              <a:rPr lang="zh-CN" altLang="en-US"/>
              <a:t> </a:t>
            </a:r>
            <a:r>
              <a:rPr lang="en-US" altLang="zh-CN"/>
              <a:t>the</a:t>
            </a:r>
            <a:r>
              <a:rPr lang="zh-CN" altLang="en-US"/>
              <a:t> </a:t>
            </a:r>
            <a:r>
              <a:rPr lang="en-US" altLang="zh-CN"/>
              <a:t>year</a:t>
            </a:r>
            <a:r>
              <a:rPr lang="zh-CN" altLang="en-US"/>
              <a:t> </a:t>
            </a:r>
            <a:r>
              <a:rPr lang="en-US" altLang="zh-CN"/>
              <a:t>into</a:t>
            </a:r>
            <a:r>
              <a:rPr lang="zh-CN" altLang="en-US"/>
              <a:t> </a:t>
            </a:r>
            <a:r>
              <a:rPr lang="en-US" altLang="zh-CN"/>
              <a:t>eight</a:t>
            </a:r>
            <a:r>
              <a:rPr lang="zh-CN" altLang="en-US"/>
              <a:t> </a:t>
            </a:r>
            <a:r>
              <a:rPr lang="en-US" altLang="zh-CN"/>
              <a:t>conditions:</a:t>
            </a:r>
            <a:r>
              <a:rPr lang="zh-CN" altLang="en-US"/>
              <a:t> </a:t>
            </a:r>
            <a:endParaRPr lang="en-AU" altLang="zh-CN"/>
          </a:p>
          <a:p>
            <a:pPr marL="342900" indent="-342900">
              <a:buFontTx/>
              <a:buChar char="-"/>
            </a:pPr>
            <a:r>
              <a:rPr lang="en-US" altLang="zh-CN"/>
              <a:t>the</a:t>
            </a:r>
            <a:r>
              <a:rPr lang="zh-CN" altLang="en-US"/>
              <a:t> </a:t>
            </a:r>
            <a:r>
              <a:rPr lang="en-US" altLang="zh-CN"/>
              <a:t>four</a:t>
            </a:r>
            <a:r>
              <a:rPr lang="zh-CN" altLang="en-US"/>
              <a:t> </a:t>
            </a:r>
            <a:r>
              <a:rPr lang="en-US" altLang="zh-CN"/>
              <a:t>seasons,</a:t>
            </a:r>
            <a:r>
              <a:rPr lang="zh-CN" altLang="en-US"/>
              <a:t> </a:t>
            </a:r>
            <a:endParaRPr lang="en-AU" altLang="zh-CN"/>
          </a:p>
          <a:p>
            <a:pPr marL="342900" indent="-342900">
              <a:buFontTx/>
              <a:buChar char="-"/>
            </a:pPr>
            <a:r>
              <a:rPr lang="en-US" altLang="zh-CN"/>
              <a:t>warmer</a:t>
            </a:r>
            <a:r>
              <a:rPr lang="zh-CN" altLang="en-US"/>
              <a:t> </a:t>
            </a:r>
            <a:r>
              <a:rPr lang="en-US" altLang="zh-CN"/>
              <a:t>and</a:t>
            </a:r>
            <a:r>
              <a:rPr lang="zh-CN" altLang="en-US"/>
              <a:t> </a:t>
            </a:r>
            <a:r>
              <a:rPr lang="en-US" altLang="zh-CN"/>
              <a:t>cooler</a:t>
            </a:r>
            <a:r>
              <a:rPr lang="zh-CN" altLang="en-US"/>
              <a:t> </a:t>
            </a:r>
            <a:r>
              <a:rPr lang="en-US" altLang="zh-CN"/>
              <a:t>days,</a:t>
            </a:r>
            <a:r>
              <a:rPr lang="zh-CN" altLang="en-US"/>
              <a:t> </a:t>
            </a:r>
            <a:r>
              <a:rPr lang="en-US" altLang="zh-CN"/>
              <a:t>and</a:t>
            </a:r>
            <a:r>
              <a:rPr lang="zh-CN" altLang="en-US"/>
              <a:t> </a:t>
            </a:r>
            <a:endParaRPr lang="en-AU" altLang="zh-CN"/>
          </a:p>
          <a:p>
            <a:pPr marL="342900" indent="-342900">
              <a:buFontTx/>
              <a:buChar char="-"/>
            </a:pPr>
            <a:r>
              <a:rPr lang="en-US" altLang="zh-CN"/>
              <a:t>school</a:t>
            </a:r>
            <a:r>
              <a:rPr lang="zh-CN" altLang="en-US"/>
              <a:t> </a:t>
            </a:r>
            <a:r>
              <a:rPr lang="en-US" altLang="zh-CN"/>
              <a:t>terms</a:t>
            </a:r>
            <a:r>
              <a:rPr lang="zh-CN" altLang="en-US"/>
              <a:t> </a:t>
            </a:r>
            <a:r>
              <a:rPr lang="en-US" altLang="zh-CN"/>
              <a:t>vs.</a:t>
            </a:r>
            <a:r>
              <a:rPr lang="zh-CN" altLang="en-US"/>
              <a:t> </a:t>
            </a:r>
            <a:r>
              <a:rPr lang="en-US" altLang="zh-CN"/>
              <a:t>holidays.</a:t>
            </a:r>
            <a:r>
              <a:rPr lang="zh-CN" altLang="en-US"/>
              <a:t> </a:t>
            </a:r>
            <a:endParaRPr lang="en-AU" altLang="zh-CN"/>
          </a:p>
          <a:p>
            <a:pPr marL="342900" indent="-342900">
              <a:buFontTx/>
              <a:buChar char="-"/>
            </a:pPr>
            <a:r>
              <a:rPr lang="en-US" altLang="zh-CN"/>
              <a:t>Then</a:t>
            </a:r>
            <a:r>
              <a:rPr lang="zh-CN" altLang="en-US"/>
              <a:t> </a:t>
            </a:r>
            <a:r>
              <a:rPr lang="en-US" altLang="zh-CN"/>
              <a:t>we</a:t>
            </a:r>
            <a:r>
              <a:rPr lang="zh-CN" altLang="en-US"/>
              <a:t> </a:t>
            </a:r>
            <a:r>
              <a:rPr lang="en-US" altLang="zh-CN"/>
              <a:t>ranked</a:t>
            </a:r>
            <a:r>
              <a:rPr lang="zh-CN" altLang="en-US"/>
              <a:t> </a:t>
            </a:r>
            <a:r>
              <a:rPr lang="en-US" altLang="zh-CN"/>
              <a:t>all</a:t>
            </a:r>
            <a:r>
              <a:rPr lang="zh-CN" altLang="en-US"/>
              <a:t> </a:t>
            </a:r>
            <a:r>
              <a:rPr lang="en-US" altLang="zh-CN"/>
              <a:t>six</a:t>
            </a:r>
            <a:r>
              <a:rPr lang="zh-CN" altLang="en-US"/>
              <a:t> </a:t>
            </a:r>
            <a:r>
              <a:rPr lang="en-US" altLang="zh-CN"/>
              <a:t>models</a:t>
            </a:r>
            <a:r>
              <a:rPr lang="zh-CN" altLang="en-US"/>
              <a:t> </a:t>
            </a:r>
            <a:r>
              <a:rPr lang="en-US" altLang="zh-CN"/>
              <a:t>in</a:t>
            </a:r>
            <a:r>
              <a:rPr lang="zh-CN" altLang="en-US"/>
              <a:t> </a:t>
            </a:r>
            <a:r>
              <a:rPr lang="en-US" altLang="zh-CN"/>
              <a:t>each</a:t>
            </a:r>
            <a:r>
              <a:rPr lang="zh-CN" altLang="en-US"/>
              <a:t> </a:t>
            </a:r>
            <a:r>
              <a:rPr lang="en-US" altLang="zh-CN"/>
              <a:t>one.</a:t>
            </a:r>
            <a:endParaRPr lang="en-AU" altLang="zh-CN"/>
          </a:p>
          <a:p>
            <a:endParaRPr lang="en-AU"/>
          </a:p>
          <a:p>
            <a:r>
              <a:rPr lang="en-US" altLang="zh-CN"/>
              <a:t>LightGBM</a:t>
            </a:r>
            <a:r>
              <a:rPr lang="zh-CN" altLang="en-US"/>
              <a:t> </a:t>
            </a:r>
            <a:r>
              <a:rPr lang="en-US" altLang="zh-CN"/>
              <a:t>came</a:t>
            </a:r>
            <a:r>
              <a:rPr lang="zh-CN" altLang="en-US"/>
              <a:t> </a:t>
            </a:r>
            <a:r>
              <a:rPr lang="en-US" altLang="zh-CN"/>
              <a:t>first</a:t>
            </a:r>
            <a:r>
              <a:rPr lang="zh-CN" altLang="en-US"/>
              <a:t> </a:t>
            </a:r>
            <a:r>
              <a:rPr lang="en-US" altLang="zh-CN"/>
              <a:t>in</a:t>
            </a:r>
            <a:r>
              <a:rPr lang="zh-CN" altLang="en-US"/>
              <a:t> </a:t>
            </a:r>
            <a:r>
              <a:rPr lang="en-US" altLang="zh-CN"/>
              <a:t>five</a:t>
            </a:r>
            <a:r>
              <a:rPr lang="zh-CN" altLang="en-US"/>
              <a:t> </a:t>
            </a:r>
            <a:r>
              <a:rPr lang="en-US" altLang="zh-CN"/>
              <a:t>of</a:t>
            </a:r>
            <a:r>
              <a:rPr lang="zh-CN" altLang="en-US"/>
              <a:t> </a:t>
            </a:r>
            <a:r>
              <a:rPr lang="en-US" altLang="zh-CN"/>
              <a:t>the</a:t>
            </a:r>
            <a:r>
              <a:rPr lang="zh-CN" altLang="en-US"/>
              <a:t> </a:t>
            </a:r>
            <a:r>
              <a:rPr lang="en-US" altLang="zh-CN"/>
              <a:t>eight,</a:t>
            </a:r>
            <a:r>
              <a:rPr lang="zh-CN" altLang="en-US"/>
              <a:t> </a:t>
            </a:r>
            <a:r>
              <a:rPr lang="en-US" altLang="zh-CN"/>
              <a:t>and</a:t>
            </a:r>
            <a:r>
              <a:rPr lang="zh-CN" altLang="en-US"/>
              <a:t> </a:t>
            </a:r>
            <a:r>
              <a:rPr lang="en-US" altLang="zh-CN"/>
              <a:t>it</a:t>
            </a:r>
            <a:r>
              <a:rPr lang="zh-CN" altLang="en-US"/>
              <a:t> </a:t>
            </a:r>
            <a:r>
              <a:rPr lang="en-US" altLang="zh-CN"/>
              <a:t>was</a:t>
            </a:r>
            <a:r>
              <a:rPr lang="zh-CN" altLang="en-US"/>
              <a:t> </a:t>
            </a:r>
            <a:r>
              <a:rPr lang="en-US" altLang="zh-CN"/>
              <a:t>never</a:t>
            </a:r>
            <a:r>
              <a:rPr lang="zh-CN" altLang="en-US"/>
              <a:t> </a:t>
            </a:r>
            <a:r>
              <a:rPr lang="en-US" altLang="zh-CN"/>
              <a:t>worse</a:t>
            </a:r>
            <a:r>
              <a:rPr lang="zh-CN" altLang="en-US"/>
              <a:t> </a:t>
            </a:r>
            <a:r>
              <a:rPr lang="en-US" altLang="zh-CN"/>
              <a:t>than</a:t>
            </a:r>
            <a:r>
              <a:rPr lang="zh-CN" altLang="en-US"/>
              <a:t> </a:t>
            </a:r>
            <a:r>
              <a:rPr lang="en-US" altLang="zh-CN"/>
              <a:t>second.</a:t>
            </a:r>
            <a:endParaRPr lang="en-AU" altLang="zh-CN"/>
          </a:p>
          <a:p>
            <a:r>
              <a:rPr lang="en-US" altLang="zh-CN"/>
              <a:t>LSTM</a:t>
            </a:r>
            <a:r>
              <a:rPr lang="zh-CN" altLang="en-US"/>
              <a:t> </a:t>
            </a:r>
            <a:r>
              <a:rPr lang="en-US" altLang="zh-CN"/>
              <a:t>matched</a:t>
            </a:r>
            <a:r>
              <a:rPr lang="zh-CN" altLang="en-US"/>
              <a:t> </a:t>
            </a:r>
            <a:r>
              <a:rPr lang="en-US" altLang="zh-CN"/>
              <a:t>it</a:t>
            </a:r>
            <a:r>
              <a:rPr lang="zh-CN" altLang="en-US"/>
              <a:t> </a:t>
            </a:r>
            <a:r>
              <a:rPr lang="en-US" altLang="zh-CN"/>
              <a:t>on</a:t>
            </a:r>
            <a:r>
              <a:rPr lang="zh-CN" altLang="en-US"/>
              <a:t> </a:t>
            </a:r>
            <a:r>
              <a:rPr lang="en-US" altLang="zh-CN"/>
              <a:t>average,</a:t>
            </a:r>
            <a:r>
              <a:rPr lang="zh-CN" altLang="en-US"/>
              <a:t> </a:t>
            </a:r>
            <a:r>
              <a:rPr lang="en-US" altLang="zh-CN"/>
              <a:t>but</a:t>
            </a:r>
            <a:r>
              <a:rPr lang="zh-CN" altLang="en-US"/>
              <a:t> </a:t>
            </a:r>
            <a:r>
              <a:rPr lang="en-US" altLang="zh-CN"/>
              <a:t>swung</a:t>
            </a:r>
            <a:r>
              <a:rPr lang="zh-CN" altLang="en-US"/>
              <a:t> </a:t>
            </a:r>
            <a:r>
              <a:rPr lang="en-US" altLang="zh-CN"/>
              <a:t>from</a:t>
            </a:r>
            <a:r>
              <a:rPr lang="zh-CN" altLang="en-US"/>
              <a:t> </a:t>
            </a:r>
            <a:r>
              <a:rPr lang="en-US" altLang="zh-CN"/>
              <a:t>first</a:t>
            </a:r>
            <a:r>
              <a:rPr lang="zh-CN" altLang="en-US"/>
              <a:t> </a:t>
            </a:r>
            <a:r>
              <a:rPr lang="en-US" altLang="zh-CN"/>
              <a:t>place</a:t>
            </a:r>
            <a:r>
              <a:rPr lang="zh-CN" altLang="en-US"/>
              <a:t> </a:t>
            </a:r>
            <a:r>
              <a:rPr lang="en-US" altLang="zh-CN"/>
              <a:t>to</a:t>
            </a:r>
            <a:r>
              <a:rPr lang="zh-CN" altLang="en-US"/>
              <a:t> </a:t>
            </a:r>
            <a:r>
              <a:rPr lang="en-US" altLang="zh-CN"/>
              <a:t>fourth</a:t>
            </a:r>
            <a:r>
              <a:rPr lang="zh-CN" altLang="en-US"/>
              <a:t> </a:t>
            </a:r>
            <a:r>
              <a:rPr lang="en-US" altLang="zh-CN"/>
              <a:t>depending</a:t>
            </a:r>
            <a:r>
              <a:rPr lang="zh-CN" altLang="en-US"/>
              <a:t> </a:t>
            </a:r>
            <a:r>
              <a:rPr lang="en-US" altLang="zh-CN"/>
              <a:t>on</a:t>
            </a:r>
            <a:r>
              <a:rPr lang="zh-CN" altLang="en-US"/>
              <a:t> </a:t>
            </a:r>
            <a:r>
              <a:rPr lang="en-US" altLang="zh-CN"/>
              <a:t>the</a:t>
            </a:r>
            <a:r>
              <a:rPr lang="zh-CN" altLang="en-US"/>
              <a:t> </a:t>
            </a:r>
            <a:r>
              <a:rPr lang="en-US" altLang="zh-CN"/>
              <a:t>conditions.</a:t>
            </a:r>
          </a:p>
        </p:txBody>
      </p:sp>
    </p:spTree>
    <p:extLst>
      <p:ext uri="{BB962C8B-B14F-4D97-AF65-F5344CB8AC3E}">
        <p14:creationId xmlns:p14="http://schemas.microsoft.com/office/powerpoint/2010/main" val="41006554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F9823-E9BB-08CB-0EF7-6A3CA7BAEB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0D2ADB-A4B9-6FCA-8153-27C56633B1F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E946CF9-7D86-5198-E0BB-ADF31CDF3A28}"/>
              </a:ext>
            </a:extLst>
          </p:cNvPr>
          <p:cNvSpPr>
            <a:spLocks noGrp="1"/>
          </p:cNvSpPr>
          <p:nvPr>
            <p:ph type="body" idx="1"/>
          </p:nvPr>
        </p:nvSpPr>
        <p:spPr/>
        <p:txBody>
          <a:bodyPr/>
          <a:lstStyle/>
          <a:p>
            <a:r>
              <a:rPr lang="en-US" altLang="zh-CN"/>
              <a:t>For</a:t>
            </a:r>
            <a:r>
              <a:rPr lang="zh-CN" altLang="en-US"/>
              <a:t> </a:t>
            </a:r>
            <a:r>
              <a:rPr lang="en-US" altLang="zh-CN"/>
              <a:t>a</a:t>
            </a:r>
            <a:r>
              <a:rPr lang="zh-CN" altLang="en-US"/>
              <a:t> </a:t>
            </a:r>
            <a:r>
              <a:rPr lang="en-US" altLang="zh-CN"/>
              <a:t>business</a:t>
            </a:r>
            <a:r>
              <a:rPr lang="zh-CN" altLang="en-US"/>
              <a:t> </a:t>
            </a:r>
            <a:r>
              <a:rPr lang="en-US" altLang="zh-CN"/>
              <a:t>that</a:t>
            </a:r>
            <a:r>
              <a:rPr lang="zh-CN" altLang="en-US"/>
              <a:t> </a:t>
            </a:r>
            <a:r>
              <a:rPr lang="en-US" altLang="zh-CN"/>
              <a:t>needs</a:t>
            </a:r>
            <a:r>
              <a:rPr lang="zh-CN" altLang="en-US"/>
              <a:t> </a:t>
            </a:r>
            <a:r>
              <a:rPr lang="en-US" altLang="zh-CN"/>
              <a:t>a</a:t>
            </a:r>
            <a:r>
              <a:rPr lang="zh-CN" altLang="en-US"/>
              <a:t> </a:t>
            </a:r>
            <a:r>
              <a:rPr lang="en-US" altLang="zh-CN"/>
              <a:t>forecast</a:t>
            </a:r>
            <a:r>
              <a:rPr lang="zh-CN" altLang="en-US"/>
              <a:t> </a:t>
            </a:r>
            <a:r>
              <a:rPr lang="en-US" altLang="zh-CN"/>
              <a:t>it</a:t>
            </a:r>
            <a:r>
              <a:rPr lang="zh-CN" altLang="en-US"/>
              <a:t> </a:t>
            </a:r>
            <a:r>
              <a:rPr lang="en-US" altLang="zh-CN"/>
              <a:t>can</a:t>
            </a:r>
            <a:r>
              <a:rPr lang="zh-CN" altLang="en-US"/>
              <a:t> </a:t>
            </a:r>
            <a:r>
              <a:rPr lang="en-US" altLang="zh-CN"/>
              <a:t>rely</a:t>
            </a:r>
            <a:r>
              <a:rPr lang="zh-CN" altLang="en-US"/>
              <a:t> </a:t>
            </a:r>
            <a:r>
              <a:rPr lang="en-US" altLang="zh-CN"/>
              <a:t>on</a:t>
            </a:r>
            <a:r>
              <a:rPr lang="zh-CN" altLang="en-US"/>
              <a:t> </a:t>
            </a:r>
            <a:r>
              <a:rPr lang="en-US" altLang="zh-CN"/>
              <a:t>every</a:t>
            </a:r>
            <a:r>
              <a:rPr lang="zh-CN" altLang="en-US"/>
              <a:t> </a:t>
            </a:r>
            <a:r>
              <a:rPr lang="en-US" altLang="zh-CN"/>
              <a:t>day,</a:t>
            </a:r>
            <a:r>
              <a:rPr lang="zh-CN" altLang="en-US"/>
              <a:t> </a:t>
            </a:r>
            <a:r>
              <a:rPr lang="en-US" altLang="zh-CN"/>
              <a:t>that</a:t>
            </a:r>
            <a:r>
              <a:rPr lang="zh-CN" altLang="en-US"/>
              <a:t> </a:t>
            </a:r>
            <a:r>
              <a:rPr lang="en-US" altLang="zh-CN"/>
              <a:t>consistency</a:t>
            </a:r>
            <a:r>
              <a:rPr lang="zh-CN" altLang="en-US"/>
              <a:t> </a:t>
            </a:r>
            <a:r>
              <a:rPr lang="en-US" altLang="zh-CN"/>
              <a:t>maters</a:t>
            </a:r>
            <a:r>
              <a:rPr lang="zh-CN" altLang="en-US"/>
              <a:t> </a:t>
            </a:r>
            <a:r>
              <a:rPr lang="en-US" altLang="zh-CN"/>
              <a:t>more</a:t>
            </a:r>
            <a:r>
              <a:rPr lang="zh-CN" altLang="en-US"/>
              <a:t> </a:t>
            </a:r>
            <a:r>
              <a:rPr lang="en-US" altLang="zh-CN"/>
              <a:t>than</a:t>
            </a:r>
            <a:r>
              <a:rPr lang="zh-CN" altLang="en-US"/>
              <a:t> </a:t>
            </a:r>
            <a:r>
              <a:rPr lang="en-US" altLang="zh-CN"/>
              <a:t>a</a:t>
            </a:r>
            <a:r>
              <a:rPr lang="zh-CN" altLang="en-US"/>
              <a:t> </a:t>
            </a:r>
            <a:r>
              <a:rPr lang="en-US" altLang="zh-CN"/>
              <a:t>tiny</a:t>
            </a:r>
            <a:r>
              <a:rPr lang="zh-CN" altLang="en-US"/>
              <a:t> </a:t>
            </a:r>
            <a:r>
              <a:rPr lang="en-US" altLang="zh-CN"/>
              <a:t>lead</a:t>
            </a:r>
            <a:r>
              <a:rPr lang="zh-CN" altLang="en-US"/>
              <a:t> </a:t>
            </a:r>
            <a:r>
              <a:rPr lang="en-US" altLang="zh-CN"/>
              <a:t>on</a:t>
            </a:r>
            <a:r>
              <a:rPr lang="zh-CN" altLang="en-US"/>
              <a:t> </a:t>
            </a:r>
            <a:r>
              <a:rPr lang="en-US" altLang="zh-CN"/>
              <a:t>average.</a:t>
            </a:r>
            <a:r>
              <a:rPr lang="zh-CN" altLang="en-US"/>
              <a:t> </a:t>
            </a:r>
            <a:endParaRPr lang="en-AU" altLang="zh-CN"/>
          </a:p>
          <a:p>
            <a:r>
              <a:rPr lang="en-US" altLang="zh-CN"/>
              <a:t>That’s</a:t>
            </a:r>
            <a:r>
              <a:rPr lang="zh-CN" altLang="en-US"/>
              <a:t> </a:t>
            </a:r>
            <a:r>
              <a:rPr lang="en-US" altLang="zh-CN"/>
              <a:t>why</a:t>
            </a:r>
            <a:r>
              <a:rPr lang="zh-CN" altLang="en-US"/>
              <a:t> </a:t>
            </a:r>
            <a:r>
              <a:rPr lang="en-US" altLang="zh-CN"/>
              <a:t>LightGBM</a:t>
            </a:r>
            <a:r>
              <a:rPr lang="zh-CN" altLang="en-US"/>
              <a:t> </a:t>
            </a:r>
            <a:r>
              <a:rPr lang="en-US" altLang="zh-CN"/>
              <a:t>is</a:t>
            </a:r>
            <a:r>
              <a:rPr lang="zh-CN" altLang="en-US"/>
              <a:t> </a:t>
            </a:r>
            <a:r>
              <a:rPr lang="en-US" altLang="zh-CN"/>
              <a:t>our</a:t>
            </a:r>
            <a:r>
              <a:rPr lang="zh-CN" altLang="en-US"/>
              <a:t> </a:t>
            </a:r>
            <a:r>
              <a:rPr lang="en-US" altLang="zh-CN"/>
              <a:t>pick.</a:t>
            </a:r>
          </a:p>
          <a:p>
            <a:endParaRPr lang="en-US"/>
          </a:p>
        </p:txBody>
      </p:sp>
    </p:spTree>
    <p:extLst>
      <p:ext uri="{BB962C8B-B14F-4D97-AF65-F5344CB8AC3E}">
        <p14:creationId xmlns:p14="http://schemas.microsoft.com/office/powerpoint/2010/main" val="6149448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FC724-129D-1BD4-6BC1-80887EC6B8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84B829-6F07-42FB-AAFD-A35DA9BC58E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65AD102-C548-3C9F-354D-E6AAAABEF03A}"/>
              </a:ext>
            </a:extLst>
          </p:cNvPr>
          <p:cNvSpPr>
            <a:spLocks noGrp="1"/>
          </p:cNvSpPr>
          <p:nvPr>
            <p:ph type="body" idx="1"/>
          </p:nvPr>
        </p:nvSpPr>
        <p:spPr/>
        <p:txBody>
          <a:bodyPr/>
          <a:lstStyle/>
          <a:p>
            <a:r>
              <a:rPr lang="en-US" altLang="zh-CN"/>
              <a:t>But</a:t>
            </a:r>
            <a:r>
              <a:rPr lang="zh-CN" altLang="en-US"/>
              <a:t> </a:t>
            </a:r>
            <a:r>
              <a:rPr lang="en-US" altLang="zh-CN"/>
              <a:t>even</a:t>
            </a:r>
            <a:r>
              <a:rPr lang="zh-CN" altLang="en-US"/>
              <a:t> </a:t>
            </a:r>
            <a:r>
              <a:rPr lang="en-US" altLang="zh-CN"/>
              <a:t>the</a:t>
            </a:r>
            <a:r>
              <a:rPr lang="zh-CN" altLang="en-US"/>
              <a:t> </a:t>
            </a:r>
            <a:r>
              <a:rPr lang="en-US" altLang="zh-CN"/>
              <a:t>best</a:t>
            </a:r>
            <a:r>
              <a:rPr lang="zh-CN" altLang="en-US"/>
              <a:t> </a:t>
            </a:r>
            <a:r>
              <a:rPr lang="en-US" altLang="zh-CN"/>
              <a:t>model</a:t>
            </a:r>
            <a:r>
              <a:rPr lang="zh-CN" altLang="en-US"/>
              <a:t> </a:t>
            </a:r>
            <a:r>
              <a:rPr lang="en-US" altLang="zh-CN"/>
              <a:t>has</a:t>
            </a:r>
            <a:r>
              <a:rPr lang="zh-CN" altLang="en-US"/>
              <a:t> </a:t>
            </a:r>
            <a:r>
              <a:rPr lang="en-US" altLang="zh-CN"/>
              <a:t>a</a:t>
            </a:r>
            <a:r>
              <a:rPr lang="zh-CN" altLang="en-US"/>
              <a:t> </a:t>
            </a:r>
            <a:r>
              <a:rPr lang="en-US" altLang="zh-CN"/>
              <a:t>weak</a:t>
            </a:r>
            <a:r>
              <a:rPr lang="zh-CN" altLang="en-US"/>
              <a:t> </a:t>
            </a:r>
            <a:r>
              <a:rPr lang="en-US" altLang="zh-CN"/>
              <a:t>spot,</a:t>
            </a:r>
            <a:r>
              <a:rPr lang="zh-CN" altLang="en-US"/>
              <a:t> </a:t>
            </a:r>
            <a:r>
              <a:rPr lang="en-US" altLang="zh-CN"/>
              <a:t>and</a:t>
            </a:r>
            <a:r>
              <a:rPr lang="zh-CN" altLang="en-US"/>
              <a:t> </a:t>
            </a:r>
            <a:r>
              <a:rPr lang="en-US" altLang="zh-CN"/>
              <a:t>it’s</a:t>
            </a:r>
            <a:r>
              <a:rPr lang="zh-CN" altLang="en-US"/>
              <a:t> </a:t>
            </a:r>
            <a:r>
              <a:rPr lang="en-US" altLang="zh-CN"/>
              <a:t>the</a:t>
            </a:r>
            <a:r>
              <a:rPr lang="zh-CN" altLang="en-US"/>
              <a:t> </a:t>
            </a:r>
            <a:r>
              <a:rPr lang="en-US" altLang="zh-CN"/>
              <a:t>same</a:t>
            </a:r>
            <a:r>
              <a:rPr lang="zh-CN" altLang="en-US"/>
              <a:t> </a:t>
            </a:r>
            <a:r>
              <a:rPr lang="en-US" altLang="zh-CN"/>
              <a:t>for</a:t>
            </a:r>
            <a:r>
              <a:rPr lang="zh-CN" altLang="en-US"/>
              <a:t> </a:t>
            </a:r>
            <a:r>
              <a:rPr lang="en-US" altLang="zh-CN"/>
              <a:t>every</a:t>
            </a:r>
            <a:r>
              <a:rPr lang="zh-CN" altLang="en-US"/>
              <a:t> </a:t>
            </a:r>
            <a:r>
              <a:rPr lang="en-US" altLang="zh-CN"/>
              <a:t>single</a:t>
            </a:r>
            <a:r>
              <a:rPr lang="zh-CN" altLang="en-US"/>
              <a:t> </a:t>
            </a:r>
            <a:r>
              <a:rPr lang="en-US" altLang="zh-CN"/>
              <a:t>model:</a:t>
            </a:r>
            <a:r>
              <a:rPr lang="zh-CN" altLang="en-US"/>
              <a:t> </a:t>
            </a:r>
            <a:r>
              <a:rPr lang="en-US" altLang="zh-CN"/>
              <a:t>SUMMER!!!</a:t>
            </a:r>
          </a:p>
          <a:p>
            <a:endParaRPr lang="en-US"/>
          </a:p>
          <a:p>
            <a:r>
              <a:rPr lang="en-US" altLang="zh-CN"/>
              <a:t>Summer</a:t>
            </a:r>
            <a:r>
              <a:rPr lang="zh-CN" altLang="en-US"/>
              <a:t> </a:t>
            </a:r>
            <a:r>
              <a:rPr lang="en-US" altLang="zh-CN"/>
              <a:t>errors</a:t>
            </a:r>
            <a:r>
              <a:rPr lang="zh-CN" altLang="en-US"/>
              <a:t> </a:t>
            </a:r>
            <a:r>
              <a:rPr lang="en-US" altLang="zh-CN"/>
              <a:t>are</a:t>
            </a:r>
            <a:r>
              <a:rPr lang="zh-CN" altLang="en-US"/>
              <a:t> </a:t>
            </a:r>
            <a:r>
              <a:rPr lang="en-US" altLang="zh-CN"/>
              <a:t>roughly</a:t>
            </a:r>
            <a:r>
              <a:rPr lang="zh-CN" altLang="en-US"/>
              <a:t> </a:t>
            </a:r>
            <a:r>
              <a:rPr lang="en-US" altLang="zh-CN"/>
              <a:t>doubled</a:t>
            </a:r>
            <a:r>
              <a:rPr lang="zh-CN" altLang="en-US"/>
              <a:t> </a:t>
            </a:r>
            <a:r>
              <a:rPr lang="en-US" altLang="zh-CN"/>
              <a:t>autumn’s,</a:t>
            </a:r>
            <a:r>
              <a:rPr lang="zh-CN" altLang="en-US"/>
              <a:t> </a:t>
            </a:r>
            <a:endParaRPr lang="en-AU" altLang="zh-CN"/>
          </a:p>
        </p:txBody>
      </p:sp>
    </p:spTree>
    <p:extLst>
      <p:ext uri="{BB962C8B-B14F-4D97-AF65-F5344CB8AC3E}">
        <p14:creationId xmlns:p14="http://schemas.microsoft.com/office/powerpoint/2010/main" val="13266204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a:t>and</a:t>
            </a:r>
            <a:r>
              <a:rPr lang="zh-CN" altLang="en-US"/>
              <a:t> </a:t>
            </a:r>
            <a:r>
              <a:rPr lang="en-US" altLang="zh-CN"/>
              <a:t>about</a:t>
            </a:r>
            <a:r>
              <a:rPr lang="zh-CN" altLang="en-US"/>
              <a:t> </a:t>
            </a:r>
            <a:r>
              <a:rPr lang="en-US" altLang="zh-CN"/>
              <a:t>60%</a:t>
            </a:r>
            <a:r>
              <a:rPr lang="zh-CN" altLang="en-US"/>
              <a:t> </a:t>
            </a:r>
            <a:r>
              <a:rPr lang="en-US" altLang="zh-CN"/>
              <a:t>higher</a:t>
            </a:r>
            <a:r>
              <a:rPr lang="zh-CN" altLang="en-US"/>
              <a:t> </a:t>
            </a:r>
            <a:r>
              <a:rPr lang="en-US" altLang="zh-CN"/>
              <a:t>than</a:t>
            </a:r>
            <a:r>
              <a:rPr lang="zh-CN" altLang="en-US"/>
              <a:t> </a:t>
            </a:r>
            <a:r>
              <a:rPr lang="en-US" altLang="zh-CN"/>
              <a:t>winter</a:t>
            </a:r>
            <a:r>
              <a:rPr lang="zh-CN" altLang="en-US"/>
              <a:t> </a:t>
            </a:r>
            <a:r>
              <a:rPr lang="en-US" altLang="zh-CN"/>
              <a:t>or</a:t>
            </a:r>
            <a:r>
              <a:rPr lang="zh-CN" altLang="en-US"/>
              <a:t> </a:t>
            </a:r>
            <a:r>
              <a:rPr lang="en-US" altLang="zh-CN"/>
              <a:t>spring.</a:t>
            </a:r>
            <a:r>
              <a:rPr lang="zh-CN" altLang="en-US"/>
              <a:t> </a:t>
            </a:r>
            <a:endParaRPr lang="en-US" altLang="zh-CN"/>
          </a:p>
          <a:p>
            <a:endParaRPr lang="en-US"/>
          </a:p>
        </p:txBody>
      </p:sp>
    </p:spTree>
    <p:extLst>
      <p:ext uri="{BB962C8B-B14F-4D97-AF65-F5344CB8AC3E}">
        <p14:creationId xmlns:p14="http://schemas.microsoft.com/office/powerpoint/2010/main" val="16945891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B293A-6E5A-E72F-FC3D-0268CFBD9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E30A8-715E-8009-72F1-F44B41C394B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D697FB0-8B69-0085-F25F-EE36E9B65B2C}"/>
              </a:ext>
            </a:extLst>
          </p:cNvPr>
          <p:cNvSpPr>
            <a:spLocks noGrp="1"/>
          </p:cNvSpPr>
          <p:nvPr>
            <p:ph type="body" idx="1"/>
          </p:nvPr>
        </p:nvSpPr>
        <p:spPr/>
        <p:txBody>
          <a:bodyPr/>
          <a:lstStyle/>
          <a:p>
            <a:r>
              <a:rPr lang="en-US" altLang="zh-CN"/>
              <a:t>Autumn</a:t>
            </a:r>
            <a:r>
              <a:rPr lang="zh-CN" altLang="en-US"/>
              <a:t> </a:t>
            </a:r>
            <a:r>
              <a:rPr lang="en-US" altLang="zh-CN"/>
              <a:t>is</a:t>
            </a:r>
            <a:r>
              <a:rPr lang="zh-CN" altLang="en-US"/>
              <a:t> </a:t>
            </a:r>
            <a:r>
              <a:rPr lang="en-US" altLang="zh-CN"/>
              <a:t>the</a:t>
            </a:r>
            <a:r>
              <a:rPr lang="zh-CN" altLang="en-US"/>
              <a:t> </a:t>
            </a:r>
            <a:r>
              <a:rPr lang="en-US" altLang="zh-CN"/>
              <a:t>easiest</a:t>
            </a:r>
            <a:r>
              <a:rPr lang="zh-CN" altLang="en-US"/>
              <a:t> </a:t>
            </a:r>
            <a:r>
              <a:rPr lang="en-US" altLang="zh-CN"/>
              <a:t>season</a:t>
            </a:r>
            <a:r>
              <a:rPr lang="zh-CN" altLang="en-US"/>
              <a:t> </a:t>
            </a:r>
            <a:r>
              <a:rPr lang="en-US" altLang="zh-CN"/>
              <a:t>for</a:t>
            </a:r>
            <a:r>
              <a:rPr lang="zh-CN" altLang="en-US"/>
              <a:t> </a:t>
            </a:r>
            <a:r>
              <a:rPr lang="en-US" altLang="zh-CN"/>
              <a:t>all</a:t>
            </a:r>
            <a:r>
              <a:rPr lang="zh-CN" altLang="en-US"/>
              <a:t> </a:t>
            </a:r>
            <a:r>
              <a:rPr lang="en-US" altLang="zh-CN"/>
              <a:t>six</a:t>
            </a:r>
            <a:r>
              <a:rPr lang="zh-CN" altLang="en-US"/>
              <a:t> </a:t>
            </a:r>
            <a:r>
              <a:rPr lang="en-US" altLang="zh-CN"/>
              <a:t>models.</a:t>
            </a:r>
            <a:r>
              <a:rPr lang="zh-CN" altLang="en-US"/>
              <a:t> </a:t>
            </a:r>
            <a:endParaRPr lang="en-AU" altLang="zh-CN"/>
          </a:p>
          <a:p>
            <a:endParaRPr lang="en-US"/>
          </a:p>
        </p:txBody>
      </p:sp>
    </p:spTree>
    <p:extLst>
      <p:ext uri="{BB962C8B-B14F-4D97-AF65-F5344CB8AC3E}">
        <p14:creationId xmlns:p14="http://schemas.microsoft.com/office/powerpoint/2010/main" val="3537894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35A07-B27B-8F5A-D9D4-A2B9804693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EB3120-BEA1-BDE4-211F-076FA828B90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0EF60B2-012A-7E4C-54EF-CD45401E3FE3}"/>
              </a:ext>
            </a:extLst>
          </p:cNvPr>
          <p:cNvSpPr>
            <a:spLocks noGrp="1"/>
          </p:cNvSpPr>
          <p:nvPr>
            <p:ph type="body" idx="1"/>
          </p:nvPr>
        </p:nvSpPr>
        <p:spPr/>
        <p:txBody>
          <a:bodyPr/>
          <a:lstStyle/>
          <a:p>
            <a:r>
              <a:rPr lang="en-US" altLang="zh-CN"/>
              <a:t>Why?</a:t>
            </a:r>
            <a:endParaRPr lang="en-AU" altLang="zh-CN"/>
          </a:p>
          <a:p>
            <a:r>
              <a:rPr lang="en-US" altLang="zh-CN"/>
              <a:t>Because</a:t>
            </a:r>
            <a:r>
              <a:rPr lang="zh-CN" altLang="en-US"/>
              <a:t> </a:t>
            </a:r>
            <a:r>
              <a:rPr lang="en-US" altLang="zh-CN"/>
              <a:t>summer</a:t>
            </a:r>
            <a:r>
              <a:rPr lang="zh-CN" altLang="en-US"/>
              <a:t> </a:t>
            </a:r>
            <a:r>
              <a:rPr lang="en-US" altLang="zh-CN"/>
              <a:t>brings</a:t>
            </a:r>
            <a:r>
              <a:rPr lang="zh-CN" altLang="en-US"/>
              <a:t> </a:t>
            </a:r>
            <a:r>
              <a:rPr lang="en-US" altLang="zh-CN"/>
              <a:t>heatwaves</a:t>
            </a:r>
            <a:r>
              <a:rPr lang="zh-CN" altLang="en-US"/>
              <a:t> </a:t>
            </a:r>
            <a:r>
              <a:rPr lang="en-US" altLang="zh-CN"/>
              <a:t>and</a:t>
            </a:r>
            <a:r>
              <a:rPr lang="zh-CN" altLang="en-US"/>
              <a:t> </a:t>
            </a:r>
            <a:r>
              <a:rPr lang="en-US" altLang="zh-CN"/>
              <a:t>sudden</a:t>
            </a:r>
            <a:r>
              <a:rPr lang="zh-CN" altLang="en-US"/>
              <a:t> </a:t>
            </a:r>
            <a:r>
              <a:rPr lang="en-US" altLang="zh-CN"/>
              <a:t>cool</a:t>
            </a:r>
            <a:r>
              <a:rPr lang="zh-CN" altLang="en-US"/>
              <a:t> </a:t>
            </a:r>
            <a:r>
              <a:rPr lang="en-US" altLang="zh-CN"/>
              <a:t>changes.</a:t>
            </a:r>
          </a:p>
          <a:p>
            <a:endParaRPr lang="en-AU" altLang="zh-CN"/>
          </a:p>
          <a:p>
            <a:r>
              <a:rPr lang="en-AU"/>
              <a:t>Our models only know yesterday’s weather, so when tomorrow is very different from today, they miss. </a:t>
            </a:r>
          </a:p>
          <a:p>
            <a:r>
              <a:rPr lang="en-AU"/>
              <a:t>AEMO’s forecast also draws on tomorrow’s weather forecast and other data that we didn’t have.</a:t>
            </a:r>
            <a:endParaRPr lang="en-AU" altLang="zh-CN"/>
          </a:p>
          <a:p>
            <a:endParaRPr lang="en-US"/>
          </a:p>
          <a:p>
            <a:r>
              <a:rPr lang="en-US" altLang="zh-CN"/>
              <a:t>And</a:t>
            </a:r>
            <a:r>
              <a:rPr lang="zh-CN" altLang="en-US"/>
              <a:t> </a:t>
            </a:r>
            <a:r>
              <a:rPr lang="en-US" altLang="zh-CN"/>
              <a:t>that</a:t>
            </a:r>
            <a:r>
              <a:rPr lang="zh-CN" altLang="en-US"/>
              <a:t> </a:t>
            </a:r>
            <a:r>
              <a:rPr lang="en-US" altLang="zh-CN"/>
              <a:t>leads</a:t>
            </a:r>
            <a:r>
              <a:rPr lang="zh-CN" altLang="en-US"/>
              <a:t> </a:t>
            </a:r>
            <a:r>
              <a:rPr lang="en-US" altLang="zh-CN"/>
              <a:t>into</a:t>
            </a:r>
            <a:r>
              <a:rPr lang="zh-CN" altLang="en-US"/>
              <a:t> </a:t>
            </a:r>
            <a:r>
              <a:rPr lang="en-US" altLang="zh-CN"/>
              <a:t>our</a:t>
            </a:r>
            <a:r>
              <a:rPr lang="zh-CN" altLang="en-US"/>
              <a:t> </a:t>
            </a:r>
            <a:r>
              <a:rPr lang="en-US" altLang="zh-CN"/>
              <a:t>recommendations.</a:t>
            </a:r>
            <a:r>
              <a:rPr lang="zh-CN" altLang="en-US"/>
              <a:t> </a:t>
            </a:r>
            <a:r>
              <a:rPr lang="en-US" altLang="zh-CN"/>
              <a:t>Over</a:t>
            </a:r>
            <a:r>
              <a:rPr lang="zh-CN" altLang="en-US"/>
              <a:t> </a:t>
            </a:r>
            <a:r>
              <a:rPr lang="en-US" altLang="zh-CN"/>
              <a:t>to</a:t>
            </a:r>
            <a:r>
              <a:rPr lang="zh-CN" altLang="en-US"/>
              <a:t> </a:t>
            </a:r>
            <a:r>
              <a:rPr lang="en-US" altLang="zh-CN"/>
              <a:t>Arman.</a:t>
            </a:r>
            <a:r>
              <a:rPr lang="zh-CN" altLang="en-US"/>
              <a:t> </a:t>
            </a:r>
            <a:endParaRPr lang="en-US"/>
          </a:p>
          <a:p>
            <a:endParaRPr lang="en-US"/>
          </a:p>
        </p:txBody>
      </p:sp>
    </p:spTree>
    <p:extLst>
      <p:ext uri="{BB962C8B-B14F-4D97-AF65-F5344CB8AC3E}">
        <p14:creationId xmlns:p14="http://schemas.microsoft.com/office/powerpoint/2010/main" val="38795596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t>OPENING</a:t>
            </a:r>
          </a:p>
          <a:p>
            <a:r>
              <a:t>Looking beyond our results, how can forecasting keep up with a changing NSW?</a:t>
            </a:r>
          </a:p>
          <a:p>
            <a:endParaRPr/>
          </a:p>
          <a:p>
            <a:r>
              <a:t>POINT 1: Growing demand</a:t>
            </a:r>
          </a:p>
          <a:p>
            <a:r>
              <a:t>First, growing communities and businesses switching to electricity can increase demand. Large industries and new data </a:t>
            </a:r>
            <a:r>
              <a:rPr err="1"/>
              <a:t>centres</a:t>
            </a:r>
            <a:r>
              <a:t> matter too. </a:t>
            </a:r>
            <a:r>
              <a:rPr err="1"/>
              <a:t>Tomago</a:t>
            </a:r>
            <a:r>
              <a:t> </a:t>
            </a:r>
            <a:r>
              <a:rPr err="1"/>
              <a:t>Aluminium</a:t>
            </a:r>
            <a:r>
              <a:t> alone accounts for around twelve per cent of NSW’s demand. So forecasting needs to follow changes across households and major businesses.</a:t>
            </a:r>
          </a:p>
          <a:p>
            <a:endParaRPr/>
          </a:p>
          <a:p>
            <a:r>
              <a:t>POINT 2: Changing grid use</a:t>
            </a:r>
          </a:p>
          <a:p>
            <a:r>
              <a:t>Second, how much electricity people draw from the grid is changing. The NSW Government reports that around one in four households has rooftop solar, so a sunny afternoon can reduce their need for grid electricity. More efficient buildings and appliances can also reduce consumption.</a:t>
            </a:r>
          </a:p>
          <a:p>
            <a:endParaRPr/>
          </a:p>
          <a:p>
            <a:r>
              <a:t>POINT 3: Changing timing</a:t>
            </a:r>
          </a:p>
          <a:p>
            <a:r>
              <a:t>Third, the timing is changing. NSW passed one hundred thousand registered electric vehicles by late 2025. Charging after work creates a different demand pattern from charging overnight or during the day. Home batteries can also store daytime solar for evening use.</a:t>
            </a:r>
          </a:p>
          <a:p>
            <a:endParaRPr/>
          </a:p>
          <a:p>
            <a:r>
              <a:t>TRANSITION</a:t>
            </a:r>
          </a:p>
          <a:p>
            <a:r>
              <a:t>Together, these changes lead to three recommendations.</a:t>
            </a:r>
          </a:p>
          <a:p>
            <a:endParaRPr/>
          </a:p>
          <a:p>
            <a:r>
              <a:t>REFERENCES</a:t>
            </a:r>
          </a:p>
          <a:p>
            <a:r>
              <a:t>[1] Rio Tinto, </a:t>
            </a:r>
            <a:r>
              <a:rPr err="1"/>
              <a:t>Tomago</a:t>
            </a:r>
            <a:r>
              <a:t>, n.d. https://</a:t>
            </a:r>
            <a:r>
              <a:rPr err="1"/>
              <a:t>www.riotinto.com</a:t>
            </a:r>
            <a:r>
              <a:t>/</a:t>
            </a:r>
            <a:r>
              <a:rPr err="1"/>
              <a:t>en</a:t>
            </a:r>
            <a:r>
              <a:t>/operations/</a:t>
            </a:r>
            <a:r>
              <a:rPr err="1"/>
              <a:t>anz</a:t>
            </a:r>
            <a:r>
              <a:t>/</a:t>
            </a:r>
            <a:r>
              <a:rPr err="1"/>
              <a:t>tomago</a:t>
            </a:r>
            <a:endParaRPr/>
          </a:p>
          <a:p>
            <a:r>
              <a:t>[2] NSW Government, How our energy system is changing, n.d. https://</a:t>
            </a:r>
            <a:r>
              <a:rPr err="1"/>
              <a:t>www.energy.nsw.gov.au</a:t>
            </a:r>
            <a:r>
              <a:t>/households/action/energy-changing</a:t>
            </a:r>
          </a:p>
          <a:p>
            <a:r>
              <a:t>[3] NSW Government, NSW EV Milestone, 29 November 2025. https://</a:t>
            </a:r>
            <a:r>
              <a:rPr err="1"/>
              <a:t>www.nsw.gov.au</a:t>
            </a:r>
            <a:r>
              <a:t>/ministerial-releases/nsw-ev-milestone-over-100000-electric-vehicles-registered-121-million-litres-of-petrol-saved</a:t>
            </a:r>
          </a:p>
          <a:p>
            <a:r>
              <a:t>Additional context: NSW EPA, Energy consumption 2024. https://</a:t>
            </a:r>
            <a:r>
              <a:rPr err="1"/>
              <a:t>www.soe.epa.nsw.gov.au</a:t>
            </a:r>
            <a:r>
              <a:t>/all-themes/people-and-industry/energy-consumption-2024</a:t>
            </a:r>
          </a:p>
          <a:p>
            <a:r>
              <a:t>Figures describe different reporting dates. The solar estimate is the NSW Government overview, rather than a new 2026 census. Viewed 10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1DF12-993C-C324-6FA8-2CDB1500CF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9554B-E067-9BCD-3858-7F3C773F348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00BA3BA-D614-15AA-0A72-789AFB20498F}"/>
              </a:ext>
            </a:extLst>
          </p:cNvPr>
          <p:cNvSpPr>
            <a:spLocks noGrp="1"/>
          </p:cNvSpPr>
          <p:nvPr>
            <p:ph type="body" idx="1"/>
          </p:nvPr>
        </p:nvSpPr>
        <p:spPr/>
        <p:txBody>
          <a:bodyPr/>
          <a:lstStyle/>
          <a:p>
            <a:r>
              <a:t>OPENING</a:t>
            </a:r>
          </a:p>
          <a:p>
            <a:r>
              <a:t>Looking beyond our results, how can forecasting keep up with a changing NSW?</a:t>
            </a:r>
          </a:p>
          <a:p>
            <a:endParaRPr/>
          </a:p>
          <a:p>
            <a:r>
              <a:t>POINT 1: Growing demand</a:t>
            </a:r>
          </a:p>
          <a:p>
            <a:r>
              <a:t>First, growing communities and businesses switching to electricity can increase demand. Large industries and new data </a:t>
            </a:r>
            <a:r>
              <a:rPr err="1"/>
              <a:t>centres</a:t>
            </a:r>
            <a:r>
              <a:t> matter too. </a:t>
            </a:r>
            <a:r>
              <a:rPr err="1"/>
              <a:t>Tomago</a:t>
            </a:r>
            <a:r>
              <a:t> </a:t>
            </a:r>
            <a:r>
              <a:rPr err="1"/>
              <a:t>Aluminium</a:t>
            </a:r>
            <a:r>
              <a:t> alone accounts for around twelve per cent of NSW’s demand. So forecasting needs to follow changes across households and major businesses.</a:t>
            </a:r>
          </a:p>
          <a:p>
            <a:endParaRPr/>
          </a:p>
          <a:p>
            <a:r>
              <a:t>POINT 2: Changing grid use</a:t>
            </a:r>
          </a:p>
          <a:p>
            <a:r>
              <a:t>Second, how much electricity people draw from the grid is changing. The NSW Government reports that around one in four households has rooftop solar, so a sunny afternoon can reduce their need for grid electricity. More efficient buildings and appliances can also reduce consumption.</a:t>
            </a:r>
          </a:p>
          <a:p>
            <a:endParaRPr/>
          </a:p>
          <a:p>
            <a:r>
              <a:t>POINT 3: Changing timing</a:t>
            </a:r>
          </a:p>
          <a:p>
            <a:r>
              <a:t>Third, the timing is changing. NSW passed one hundred thousand registered electric vehicles by late 2025. Charging after work creates a different demand pattern from charging overnight or during the day. Home batteries can also store daytime solar for evening use.</a:t>
            </a:r>
          </a:p>
          <a:p>
            <a:endParaRPr/>
          </a:p>
          <a:p>
            <a:r>
              <a:t>TRANSITION</a:t>
            </a:r>
          </a:p>
          <a:p>
            <a:r>
              <a:t>Together, these changes lead to three recommendations.</a:t>
            </a:r>
          </a:p>
          <a:p>
            <a:endParaRPr/>
          </a:p>
          <a:p>
            <a:r>
              <a:t>REFERENCES</a:t>
            </a:r>
          </a:p>
          <a:p>
            <a:r>
              <a:t>[1] Rio Tinto, </a:t>
            </a:r>
            <a:r>
              <a:rPr err="1"/>
              <a:t>Tomago</a:t>
            </a:r>
            <a:r>
              <a:t>, n.d. https://www.riotinto.com/en/operations/anz/tomago</a:t>
            </a:r>
          </a:p>
          <a:p>
            <a:r>
              <a:t>[2] NSW Government, How our energy system is changing, n.d. https://www.energy.nsw.gov.au/households/action/energy-changing</a:t>
            </a:r>
          </a:p>
          <a:p>
            <a:r>
              <a:t>[3] NSW Government, NSW EV Milestone, 29 November 2025. https://www.nsw.gov.au/ministerial-releases/nsw-ev-milestone-over-100000-electric-vehicles-registered-121-million-litres-of-petrol-saved</a:t>
            </a:r>
          </a:p>
          <a:p>
            <a:r>
              <a:t>Additional context: NSW EPA, Energy consumption 2024. https://www.soe.epa.nsw.gov.au/all-themes/people-and-industry/energy-consumption-2024</a:t>
            </a:r>
          </a:p>
          <a:p>
            <a:r>
              <a:t>Figures describe different reporting dates. The solar estimate is the NSW Government overview, rather than a new 2026 census. Viewed 10 October 2026.</a:t>
            </a:r>
          </a:p>
        </p:txBody>
      </p:sp>
      <p:sp>
        <p:nvSpPr>
          <p:cNvPr id="4" name="Slide Number Placeholder 3">
            <a:extLst>
              <a:ext uri="{FF2B5EF4-FFF2-40B4-BE49-F238E27FC236}">
                <a16:creationId xmlns:a16="http://schemas.microsoft.com/office/drawing/2014/main" id="{0D20984A-B134-CEE1-3168-7A4DD81A854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680672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FABF1-5A0D-4898-58BC-2E0CA56BDF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8F7E1-D382-51F9-3A61-7CAC425B85A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76E6990-9B75-2F19-FFE4-18F8AC387E14}"/>
              </a:ext>
            </a:extLst>
          </p:cNvPr>
          <p:cNvSpPr>
            <a:spLocks noGrp="1"/>
          </p:cNvSpPr>
          <p:nvPr>
            <p:ph type="body" idx="1"/>
          </p:nvPr>
        </p:nvSpPr>
        <p:spPr/>
        <p:txBody>
          <a:bodyPr/>
          <a:lstStyle/>
          <a:p>
            <a:r>
              <a:t>OPENING</a:t>
            </a:r>
          </a:p>
          <a:p>
            <a:r>
              <a:t>Looking beyond our results, how can forecasting keep up with a changing NSW?</a:t>
            </a:r>
          </a:p>
          <a:p>
            <a:endParaRPr/>
          </a:p>
          <a:p>
            <a:r>
              <a:t>POINT 1: Growing demand</a:t>
            </a:r>
          </a:p>
          <a:p>
            <a:r>
              <a:t>First, growing communities and businesses switching to electricity can increase demand. Large industries and new data </a:t>
            </a:r>
            <a:r>
              <a:rPr err="1"/>
              <a:t>centres</a:t>
            </a:r>
            <a:r>
              <a:t> matter too. </a:t>
            </a:r>
            <a:r>
              <a:rPr err="1"/>
              <a:t>Tomago</a:t>
            </a:r>
            <a:r>
              <a:t> </a:t>
            </a:r>
            <a:r>
              <a:rPr err="1"/>
              <a:t>Aluminium</a:t>
            </a:r>
            <a:r>
              <a:t> alone accounts for around twelve per cent of NSW’s demand. So forecasting needs to follow changes across households and major businesses.</a:t>
            </a:r>
          </a:p>
          <a:p>
            <a:endParaRPr/>
          </a:p>
          <a:p>
            <a:r>
              <a:t>POINT 2: Changing grid use</a:t>
            </a:r>
          </a:p>
          <a:p>
            <a:r>
              <a:t>Second, how much electricity people draw from the grid is changing. The NSW Government reports that around one in four households has rooftop solar, so a sunny afternoon can reduce their need for grid electricity. More efficient buildings and appliances can also reduce consumption.</a:t>
            </a:r>
          </a:p>
          <a:p>
            <a:endParaRPr/>
          </a:p>
          <a:p>
            <a:r>
              <a:t>POINT 3: Changing timing</a:t>
            </a:r>
          </a:p>
          <a:p>
            <a:r>
              <a:t>Third, the timing is changing. NSW passed one hundred thousand registered electric vehicles by late 2025. Charging after work creates a different demand pattern from charging overnight or during the day. Home batteries can also store daytime solar for evening use.</a:t>
            </a:r>
          </a:p>
          <a:p>
            <a:endParaRPr/>
          </a:p>
          <a:p>
            <a:r>
              <a:t>TRANSITION</a:t>
            </a:r>
          </a:p>
          <a:p>
            <a:r>
              <a:t>Together, these changes lead to three recommendations.</a:t>
            </a:r>
          </a:p>
          <a:p>
            <a:endParaRPr/>
          </a:p>
          <a:p>
            <a:r>
              <a:t>REFERENCES</a:t>
            </a:r>
          </a:p>
          <a:p>
            <a:r>
              <a:t>[1] Rio Tinto, </a:t>
            </a:r>
            <a:r>
              <a:rPr err="1"/>
              <a:t>Tomago</a:t>
            </a:r>
            <a:r>
              <a:t>, n.d. https://www.riotinto.com/en/operations/anz/tomago</a:t>
            </a:r>
          </a:p>
          <a:p>
            <a:r>
              <a:t>[2] NSW Government, How our energy system is changing, n.d. https://www.energy.nsw.gov.au/households/action/energy-changing</a:t>
            </a:r>
          </a:p>
          <a:p>
            <a:r>
              <a:t>[3] NSW Government, NSW EV Milestone, 29 November 2025. https://www.nsw.gov.au/ministerial-releases/nsw-ev-milestone-over-100000-electric-vehicles-registered-121-million-litres-of-petrol-saved</a:t>
            </a:r>
          </a:p>
          <a:p>
            <a:r>
              <a:t>Additional context: NSW EPA, Energy consumption 2024. https://www.soe.epa.nsw.gov.au/all-themes/people-and-industry/energy-consumption-2024</a:t>
            </a:r>
          </a:p>
          <a:p>
            <a:r>
              <a:t>Figures describe different reporting dates. The solar estimate is the NSW Government overview, rather than a new 2026 census. Viewed 10 October 2026.</a:t>
            </a:r>
          </a:p>
        </p:txBody>
      </p:sp>
      <p:sp>
        <p:nvSpPr>
          <p:cNvPr id="4" name="Slide Number Placeholder 3">
            <a:extLst>
              <a:ext uri="{FF2B5EF4-FFF2-40B4-BE49-F238E27FC236}">
                <a16:creationId xmlns:a16="http://schemas.microsoft.com/office/drawing/2014/main" id="{3291DC90-A6CB-811F-99E7-0A37465BC48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686003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5A511-38B6-EE18-255F-D174B5CB2A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60B56-5235-7EC8-002A-77262EA3F86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5D48097-6061-4A10-B7D5-C955DC75479D}"/>
              </a:ext>
            </a:extLst>
          </p:cNvPr>
          <p:cNvSpPr>
            <a:spLocks noGrp="1"/>
          </p:cNvSpPr>
          <p:nvPr>
            <p:ph type="body" idx="1"/>
          </p:nvPr>
        </p:nvSpPr>
        <p:spPr/>
        <p:txBody>
          <a:bodyPr/>
          <a:lstStyle/>
          <a:p>
            <a:r>
              <a:t>POINT 1: Look ahead</a:t>
            </a:r>
          </a:p>
          <a:p>
            <a:r>
              <a:t>First, look ahead with better weather information. Forecasts of temperature, humidity and sunshine across several NSW locations could help anticipate tomorrow’s conditions, especially when they’re different from yesterday.</a:t>
            </a:r>
          </a:p>
          <a:p>
            <a:endParaRPr/>
          </a:p>
          <a:p>
            <a:r>
              <a:t>POINT 2: Keep up</a:t>
            </a:r>
          </a:p>
          <a:p>
            <a:r>
              <a:t>Second, keep up with changes in electricity use. That includes major industrial developments, rooftop solar, EV charging and batteries. For solar, knowing how sunny it will be is only part of the picture. We also need to know how much solar capacity is installed.</a:t>
            </a:r>
          </a:p>
          <a:p>
            <a:endParaRPr/>
          </a:p>
          <a:p>
            <a:r>
              <a:t>POINT 3: Stay reliable</a:t>
            </a:r>
          </a:p>
          <a:p>
            <a:r>
              <a:t>Third, keep checking reliability. Our study tested performance on 2019 data. More recent years would help show whether those results still hold. We should also check extreme weather and peak demand, because a good average result can hide larger errors.</a:t>
            </a:r>
          </a:p>
          <a:p>
            <a:endParaRPr/>
          </a:p>
          <a:p>
            <a:r>
              <a:t>CLOSING</a:t>
            </a:r>
          </a:p>
          <a:p>
            <a:r>
              <a:t>Our project gives us a useful starting point. The next step is to combine a suitable model with information that reflects NSW today, and keep checking it as electricity use changes. Thank you.</a:t>
            </a:r>
          </a:p>
          <a:p>
            <a:endParaRPr/>
          </a:p>
          <a:p>
            <a:r>
              <a:t>REFERENCES</a:t>
            </a:r>
          </a:p>
          <a:p>
            <a:r>
              <a:t>AEMO, Load forecasting in pre-dispatch and STPASA, n.d. https://www.aemo.com.au/energy-systems/electricity/national-electricity-market-nem/nem-forecasting-and-planning/operational-forecasting/load-forecasting-in-pre-dispatch-and-stpasa</a:t>
            </a:r>
          </a:p>
          <a:p>
            <a:r>
              <a:t>NSW EPA, Energy consumption 2024. https://www.soe.epa.nsw.gov.au/all-themes/people-and-industry/energy-consumption-2024</a:t>
            </a:r>
          </a:p>
          <a:p>
            <a:r>
              <a:t>Group A project report and shared model datasets: training 2010–2017, validation 2018, testing 2019.</a:t>
            </a:r>
          </a:p>
          <a:p>
            <a:r>
              <a:t>These are recommendations for future testing, rather than improvements established by the project. Viewed 10 October 2026.</a:t>
            </a:r>
          </a:p>
        </p:txBody>
      </p:sp>
      <p:sp>
        <p:nvSpPr>
          <p:cNvPr id="4" name="Slide Number Placeholder 3">
            <a:extLst>
              <a:ext uri="{FF2B5EF4-FFF2-40B4-BE49-F238E27FC236}">
                <a16:creationId xmlns:a16="http://schemas.microsoft.com/office/drawing/2014/main" id="{A7951723-96B6-968D-AB43-D0FFC4147D6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132447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t>POINT 1: Look ahead</a:t>
            </a:r>
          </a:p>
          <a:p>
            <a:r>
              <a:t>First, look ahead with better weather information. Forecasts of temperature, humidity and sunshine across several NSW locations could help anticipate tomorrow’s conditions, especially when they’re different from yesterday.</a:t>
            </a:r>
          </a:p>
          <a:p>
            <a:endParaRPr/>
          </a:p>
          <a:p>
            <a:r>
              <a:t>POINT 2: Keep up</a:t>
            </a:r>
          </a:p>
          <a:p>
            <a:r>
              <a:t>Second, keep up with changes in electricity use. That includes major industrial developments, rooftop solar, EV charging and batteries. For solar, knowing how sunny it will be is only part of the picture. We also need to know how much solar capacity is installed.</a:t>
            </a:r>
          </a:p>
          <a:p>
            <a:endParaRPr/>
          </a:p>
          <a:p>
            <a:r>
              <a:t>POINT 3: Stay reliable</a:t>
            </a:r>
          </a:p>
          <a:p>
            <a:r>
              <a:t>Third, keep checking reliability. Our study tested performance on 2019 data. More recent years would help show whether those results still hold. We should also check extreme weather and peak demand, because a good average result can hide larger errors.</a:t>
            </a:r>
          </a:p>
          <a:p>
            <a:endParaRPr/>
          </a:p>
          <a:p>
            <a:r>
              <a:t>CLOSING</a:t>
            </a:r>
          </a:p>
          <a:p>
            <a:r>
              <a:t>Our project gives us a useful starting point. The next step is to combine a suitable model with information that reflects NSW today, and keep checking it as electricity use changes. Thank you.</a:t>
            </a:r>
          </a:p>
          <a:p>
            <a:endParaRPr/>
          </a:p>
          <a:p>
            <a:r>
              <a:t>REFERENCES</a:t>
            </a:r>
          </a:p>
          <a:p>
            <a:r>
              <a:t>AEMO, Load forecasting in pre-dispatch and STPASA, n.d. https://www.aemo.com.au/energy-systems/electricity/national-electricity-market-nem/nem-forecasting-and-planning/operational-forecasting/load-forecasting-in-pre-dispatch-and-stpasa</a:t>
            </a:r>
          </a:p>
          <a:p>
            <a:r>
              <a:t>NSW EPA, Energy consumption 2024. https://www.soe.epa.nsw.gov.au/all-themes/people-and-industry/energy-consumption-2024</a:t>
            </a:r>
          </a:p>
          <a:p>
            <a:r>
              <a:t>Group A project report and shared model datasets: training 2010–2017, validation 2018, testing 2019.</a:t>
            </a:r>
          </a:p>
          <a:p>
            <a:r>
              <a:t>These are recommendations for future testing, rather than improvements established by the project. Viewed 10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AF60B-CCD5-6488-0108-F20A1C66D0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AFEAF1-9785-21A6-B822-A945AA8A52F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00059B1-390C-BD19-0AE9-74110C7F2B69}"/>
              </a:ext>
            </a:extLst>
          </p:cNvPr>
          <p:cNvSpPr>
            <a:spLocks noGrp="1"/>
          </p:cNvSpPr>
          <p:nvPr>
            <p:ph type="body" idx="1"/>
          </p:nvPr>
        </p:nvSpPr>
        <p:spPr/>
        <p:txBody>
          <a:bodyPr/>
          <a:lstStyle/>
          <a:p>
            <a:r>
              <a:t>POINT 1: Look ahead</a:t>
            </a:r>
          </a:p>
          <a:p>
            <a:r>
              <a:t>First, look ahead with better weather information. Forecasts of temperature, humidity and sunshine across several NSW locations could help anticipate tomorrow’s conditions, especially when they’re different from yesterday.</a:t>
            </a:r>
          </a:p>
          <a:p>
            <a:endParaRPr/>
          </a:p>
          <a:p>
            <a:r>
              <a:t>POINT 2: Keep up</a:t>
            </a:r>
          </a:p>
          <a:p>
            <a:r>
              <a:t>Second, keep up with changes in electricity use. That includes major industrial developments, rooftop solar, EV charging and batteries. For solar, knowing how sunny it will be is only part of the picture. We also need to know how much solar capacity is installed.</a:t>
            </a:r>
          </a:p>
          <a:p>
            <a:endParaRPr/>
          </a:p>
          <a:p>
            <a:r>
              <a:t>POINT 3: Stay reliable</a:t>
            </a:r>
          </a:p>
          <a:p>
            <a:r>
              <a:t>Third, keep checking reliability. Our study tested performance on 2019 data. More recent years would help show whether those results still hold. We should also check extreme weather and peak demand, because a good average result can hide larger errors.</a:t>
            </a:r>
          </a:p>
          <a:p>
            <a:endParaRPr/>
          </a:p>
          <a:p>
            <a:r>
              <a:t>CLOSING</a:t>
            </a:r>
          </a:p>
          <a:p>
            <a:r>
              <a:t>Our project gives us a useful starting point. The next step is to combine a suitable model with information that reflects NSW today, and keep checking it as electricity use changes. Thank you.</a:t>
            </a:r>
          </a:p>
          <a:p>
            <a:endParaRPr/>
          </a:p>
          <a:p>
            <a:r>
              <a:t>REFERENCES</a:t>
            </a:r>
          </a:p>
          <a:p>
            <a:r>
              <a:t>AEMO, Load forecasting in pre-dispatch and STPASA, n.d. https://www.aemo.com.au/energy-systems/electricity/national-electricity-market-nem/nem-forecasting-and-planning/operational-forecasting/load-forecasting-in-pre-dispatch-and-stpasa</a:t>
            </a:r>
          </a:p>
          <a:p>
            <a:r>
              <a:t>NSW EPA, Energy consumption 2024. https://www.soe.epa.nsw.gov.au/all-themes/people-and-industry/energy-consumption-2024</a:t>
            </a:r>
          </a:p>
          <a:p>
            <a:r>
              <a:t>Group A project report and shared model datasets: training 2010–2017, validation 2018, testing 2019.</a:t>
            </a:r>
          </a:p>
          <a:p>
            <a:r>
              <a:t>These are recommendations for future testing, rather than improvements established by the project. Viewed 10 October 2026.</a:t>
            </a:r>
          </a:p>
        </p:txBody>
      </p:sp>
      <p:sp>
        <p:nvSpPr>
          <p:cNvPr id="4" name="Slide Number Placeholder 3">
            <a:extLst>
              <a:ext uri="{FF2B5EF4-FFF2-40B4-BE49-F238E27FC236}">
                <a16:creationId xmlns:a16="http://schemas.microsoft.com/office/drawing/2014/main" id="{FE423554-323F-E709-D11C-194C3BE762B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45866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Presentation Title"/>
          <p:cNvSpPr txBox="1">
            <a:spLocks noGrp="1"/>
          </p:cNvSpPr>
          <p:nvPr>
            <p:ph type="title" hasCustomPrompt="1"/>
          </p:nvPr>
        </p:nvSpPr>
        <p:spPr>
          <a:xfrm>
            <a:off x="1270000" y="3289300"/>
            <a:ext cx="21844000" cy="3879454"/>
          </a:xfrm>
          <a:prstGeom prst="rect">
            <a:avLst/>
          </a:prstGeom>
        </p:spPr>
        <p:txBody>
          <a:bodyPr/>
          <a:lstStyle>
            <a:lvl1pPr defTabSz="2438338">
              <a:lnSpc>
                <a:spcPct val="90000"/>
              </a:lnSpc>
              <a:defRPr sz="11600" spc="-348">
                <a:gradFill flip="none" rotWithShape="1">
                  <a:gsLst>
                    <a:gs pos="0">
                      <a:srgbClr val="00E8FF"/>
                    </a:gs>
                    <a:gs pos="100000">
                      <a:srgbClr val="FF00F7"/>
                    </a:gs>
                  </a:gsLst>
                  <a:lin ang="3967761" scaled="0"/>
                </a:gradFill>
              </a:defRPr>
            </a:lvl1pPr>
          </a:lstStyle>
          <a:p>
            <a:r>
              <a:t>Presentation Title</a:t>
            </a:r>
          </a:p>
        </p:txBody>
      </p:sp>
      <p:sp>
        <p:nvSpPr>
          <p:cNvPr id="12" name="Author and Date"/>
          <p:cNvSpPr txBox="1">
            <a:spLocks noGrp="1"/>
          </p:cNvSpPr>
          <p:nvPr>
            <p:ph type="body" sz="quarter" idx="21" hasCustomPrompt="1"/>
          </p:nvPr>
        </p:nvSpPr>
        <p:spPr>
          <a:xfrm>
            <a:off x="1270000" y="12160429"/>
            <a:ext cx="21844000" cy="694056"/>
          </a:xfrm>
          <a:prstGeom prst="rect">
            <a:avLst/>
          </a:prstGeom>
        </p:spPr>
        <p:txBody>
          <a:bodyPr/>
          <a:lstStyle>
            <a:lvl1pPr marL="0" indent="0" algn="ctr" defTabSz="825500">
              <a:spcBef>
                <a:spcPts val="0"/>
              </a:spcBef>
              <a:buClrTx/>
              <a:buSzTx/>
              <a:buNone/>
              <a:defRPr sz="3500">
                <a:solidFill>
                  <a:srgbClr val="D5D5D5"/>
                </a:solidFill>
                <a:latin typeface="Graphik-Medium"/>
                <a:ea typeface="Graphik-Medium"/>
                <a:cs typeface="Graphik-Medium"/>
                <a:sym typeface="Graphik Medium"/>
              </a:defRPr>
            </a:lvl1pPr>
          </a:lstStyle>
          <a:p>
            <a:r>
              <a:t>Author and Date</a:t>
            </a:r>
          </a:p>
        </p:txBody>
      </p:sp>
      <p:sp>
        <p:nvSpPr>
          <p:cNvPr id="13" name="Body Level One…"/>
          <p:cNvSpPr txBox="1">
            <a:spLocks noGrp="1"/>
          </p:cNvSpPr>
          <p:nvPr>
            <p:ph type="body" sz="quarter" idx="1" hasCustomPrompt="1"/>
          </p:nvPr>
        </p:nvSpPr>
        <p:spPr>
          <a:xfrm>
            <a:off x="1270000" y="6985000"/>
            <a:ext cx="21844000" cy="2512352"/>
          </a:xfrm>
          <a:prstGeom prst="rect">
            <a:avLst/>
          </a:prstGeom>
        </p:spPr>
        <p:txBody>
          <a:bodyPr/>
          <a:lstStyle>
            <a:lvl1pPr marL="0" indent="0" algn="ctr" defTabSz="825500">
              <a:spcBef>
                <a:spcPts val="0"/>
              </a:spcBef>
              <a:buClrTx/>
              <a:buSzTx/>
              <a:buNone/>
              <a:defRPr sz="6400">
                <a:solidFill>
                  <a:srgbClr val="D5D5D5"/>
                </a:solidFill>
                <a:latin typeface="Graphik-Medium"/>
                <a:ea typeface="Graphik-Medium"/>
                <a:cs typeface="Graphik-Medium"/>
                <a:sym typeface="Graphik Medium"/>
              </a:defRPr>
            </a:lvl1pPr>
            <a:lvl2pPr marL="0" indent="0" algn="ctr" defTabSz="825500">
              <a:spcBef>
                <a:spcPts val="0"/>
              </a:spcBef>
              <a:buClrTx/>
              <a:buSzTx/>
              <a:buNone/>
              <a:defRPr sz="6400">
                <a:solidFill>
                  <a:srgbClr val="D5D5D5"/>
                </a:solidFill>
                <a:latin typeface="Graphik-Medium"/>
                <a:ea typeface="Graphik-Medium"/>
                <a:cs typeface="Graphik-Medium"/>
                <a:sym typeface="Graphik Medium"/>
              </a:defRPr>
            </a:lvl2pPr>
            <a:lvl3pPr marL="0" indent="0" algn="ctr" defTabSz="825500">
              <a:spcBef>
                <a:spcPts val="0"/>
              </a:spcBef>
              <a:buClrTx/>
              <a:buSzTx/>
              <a:buNone/>
              <a:defRPr sz="6400">
                <a:solidFill>
                  <a:srgbClr val="D5D5D5"/>
                </a:solidFill>
                <a:latin typeface="Graphik-Medium"/>
                <a:ea typeface="Graphik-Medium"/>
                <a:cs typeface="Graphik-Medium"/>
                <a:sym typeface="Graphik Medium"/>
              </a:defRPr>
            </a:lvl3pPr>
            <a:lvl4pPr marL="0" indent="0" algn="ctr" defTabSz="825500">
              <a:spcBef>
                <a:spcPts val="0"/>
              </a:spcBef>
              <a:buClrTx/>
              <a:buSzTx/>
              <a:buNone/>
              <a:defRPr sz="6400">
                <a:solidFill>
                  <a:srgbClr val="D5D5D5"/>
                </a:solidFill>
                <a:latin typeface="Graphik-Medium"/>
                <a:ea typeface="Graphik-Medium"/>
                <a:cs typeface="Graphik-Medium"/>
                <a:sym typeface="Graphik Medium"/>
              </a:defRPr>
            </a:lvl4pPr>
            <a:lvl5pPr marL="0" indent="0" algn="ctr" defTabSz="825500">
              <a:spcBef>
                <a:spcPts val="0"/>
              </a:spcBef>
              <a:buClrTx/>
              <a:buSzTx/>
              <a:buNone/>
              <a:defRPr sz="6400">
                <a:solidFill>
                  <a:srgbClr val="D5D5D5"/>
                </a:solidFill>
                <a:latin typeface="Graphik-Medium"/>
                <a:ea typeface="Graphik-Medium"/>
                <a:cs typeface="Graphik-Medium"/>
                <a:sym typeface="Graphik Medium"/>
              </a:defRPr>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Photo">
    <p:spTree>
      <p:nvGrpSpPr>
        <p:cNvPr id="1" name=""/>
        <p:cNvGrpSpPr/>
        <p:nvPr/>
      </p:nvGrpSpPr>
      <p:grpSpPr>
        <a:xfrm>
          <a:off x="0" y="0"/>
          <a:ext cx="0" cy="0"/>
          <a:chOff x="0" y="0"/>
          <a:chExt cx="0" cy="0"/>
        </a:xfrm>
      </p:grpSpPr>
      <p:sp>
        <p:nvSpPr>
          <p:cNvPr id="21" name="Northern Lights display in a dark night sky over mountains"/>
          <p:cNvSpPr>
            <a:spLocks noGrp="1"/>
          </p:cNvSpPr>
          <p:nvPr>
            <p:ph type="pic" idx="21"/>
          </p:nvPr>
        </p:nvSpPr>
        <p:spPr>
          <a:xfrm>
            <a:off x="0" y="-762000"/>
            <a:ext cx="24384000" cy="15240000"/>
          </a:xfrm>
          <a:prstGeom prst="rect">
            <a:avLst/>
          </a:prstGeom>
        </p:spPr>
        <p:txBody>
          <a:bodyPr lIns="91439" tIns="45719" rIns="91439" bIns="45719">
            <a:noAutofit/>
          </a:bodyPr>
          <a:lstStyle/>
          <a:p>
            <a:endParaRPr/>
          </a:p>
        </p:txBody>
      </p:sp>
      <p:sp>
        <p:nvSpPr>
          <p:cNvPr id="22" name="Author and Date"/>
          <p:cNvSpPr txBox="1">
            <a:spLocks noGrp="1"/>
          </p:cNvSpPr>
          <p:nvPr>
            <p:ph type="body" sz="quarter" idx="22" hasCustomPrompt="1"/>
          </p:nvPr>
        </p:nvSpPr>
        <p:spPr>
          <a:xfrm>
            <a:off x="1270000" y="12166600"/>
            <a:ext cx="21844000" cy="694055"/>
          </a:xfrm>
          <a:prstGeom prst="rect">
            <a:avLst/>
          </a:prstGeom>
        </p:spPr>
        <p:txBody>
          <a:bodyPr/>
          <a:lstStyle>
            <a:lvl1pPr marL="0" indent="0" algn="ctr" defTabSz="825500">
              <a:spcBef>
                <a:spcPts val="0"/>
              </a:spcBef>
              <a:buClrTx/>
              <a:buSzTx/>
              <a:buNone/>
              <a:defRPr sz="3500">
                <a:solidFill>
                  <a:srgbClr val="D5D5D5"/>
                </a:solidFill>
                <a:latin typeface="Graphik-Medium"/>
                <a:ea typeface="Graphik-Medium"/>
                <a:cs typeface="Graphik-Medium"/>
                <a:sym typeface="Graphik Medium"/>
              </a:defRPr>
            </a:lvl1pPr>
          </a:lstStyle>
          <a:p>
            <a:r>
              <a:t>Author and Date</a:t>
            </a:r>
          </a:p>
        </p:txBody>
      </p:sp>
      <p:sp>
        <p:nvSpPr>
          <p:cNvPr id="23" name="Presentation Title"/>
          <p:cNvSpPr txBox="1">
            <a:spLocks noGrp="1"/>
          </p:cNvSpPr>
          <p:nvPr>
            <p:ph type="title" hasCustomPrompt="1"/>
          </p:nvPr>
        </p:nvSpPr>
        <p:spPr>
          <a:xfrm>
            <a:off x="1270000" y="3289300"/>
            <a:ext cx="21844000" cy="3873500"/>
          </a:xfrm>
          <a:prstGeom prst="rect">
            <a:avLst/>
          </a:prstGeom>
        </p:spPr>
        <p:txBody>
          <a:bodyPr/>
          <a:lstStyle>
            <a:lvl1pPr defTabSz="2438400">
              <a:lnSpc>
                <a:spcPct val="90000"/>
              </a:lnSpc>
              <a:defRPr sz="11600" spc="-348"/>
            </a:lvl1pPr>
          </a:lstStyle>
          <a:p>
            <a:r>
              <a:t>Presentation Title</a:t>
            </a:r>
          </a:p>
        </p:txBody>
      </p:sp>
      <p:sp>
        <p:nvSpPr>
          <p:cNvPr id="24" name="Body Level One…"/>
          <p:cNvSpPr txBox="1">
            <a:spLocks noGrp="1"/>
          </p:cNvSpPr>
          <p:nvPr>
            <p:ph type="body" sz="quarter" idx="1" hasCustomPrompt="1"/>
          </p:nvPr>
        </p:nvSpPr>
        <p:spPr>
          <a:xfrm>
            <a:off x="1270000" y="6985000"/>
            <a:ext cx="21844000" cy="2514600"/>
          </a:xfrm>
          <a:prstGeom prst="rect">
            <a:avLst/>
          </a:prstGeom>
        </p:spPr>
        <p:txBody>
          <a:bodyPr/>
          <a:lstStyle>
            <a:lvl1pPr marL="0" indent="0" algn="ctr" defTabSz="825500">
              <a:spcBef>
                <a:spcPts val="0"/>
              </a:spcBef>
              <a:buClrTx/>
              <a:buSzTx/>
              <a:buNone/>
              <a:defRPr sz="6400">
                <a:solidFill>
                  <a:srgbClr val="D5D5D5"/>
                </a:solidFill>
                <a:latin typeface="Graphik-Medium"/>
                <a:ea typeface="Graphik-Medium"/>
                <a:cs typeface="Graphik-Medium"/>
                <a:sym typeface="Graphik Medium"/>
              </a:defRPr>
            </a:lvl1pPr>
            <a:lvl2pPr marL="0" indent="0" algn="ctr" defTabSz="825500">
              <a:spcBef>
                <a:spcPts val="0"/>
              </a:spcBef>
              <a:buClrTx/>
              <a:buSzTx/>
              <a:buNone/>
              <a:defRPr sz="6400">
                <a:solidFill>
                  <a:srgbClr val="D5D5D5"/>
                </a:solidFill>
                <a:latin typeface="Graphik-Medium"/>
                <a:ea typeface="Graphik-Medium"/>
                <a:cs typeface="Graphik-Medium"/>
                <a:sym typeface="Graphik Medium"/>
              </a:defRPr>
            </a:lvl2pPr>
            <a:lvl3pPr marL="0" indent="0" algn="ctr" defTabSz="825500">
              <a:spcBef>
                <a:spcPts val="0"/>
              </a:spcBef>
              <a:buClrTx/>
              <a:buSzTx/>
              <a:buNone/>
              <a:defRPr sz="6400">
                <a:solidFill>
                  <a:srgbClr val="D5D5D5"/>
                </a:solidFill>
                <a:latin typeface="Graphik-Medium"/>
                <a:ea typeface="Graphik-Medium"/>
                <a:cs typeface="Graphik-Medium"/>
                <a:sym typeface="Graphik Medium"/>
              </a:defRPr>
            </a:lvl3pPr>
            <a:lvl4pPr marL="0" indent="0" algn="ctr" defTabSz="825500">
              <a:spcBef>
                <a:spcPts val="0"/>
              </a:spcBef>
              <a:buClrTx/>
              <a:buSzTx/>
              <a:buNone/>
              <a:defRPr sz="6400">
                <a:solidFill>
                  <a:srgbClr val="D5D5D5"/>
                </a:solidFill>
                <a:latin typeface="Graphik-Medium"/>
                <a:ea typeface="Graphik-Medium"/>
                <a:cs typeface="Graphik-Medium"/>
                <a:sym typeface="Graphik Medium"/>
              </a:defRPr>
            </a:lvl4pPr>
            <a:lvl5pPr marL="0" indent="0" algn="ctr" defTabSz="825500">
              <a:spcBef>
                <a:spcPts val="0"/>
              </a:spcBef>
              <a:buClrTx/>
              <a:buSzTx/>
              <a:buNone/>
              <a:defRPr sz="6400">
                <a:solidFill>
                  <a:srgbClr val="D5D5D5"/>
                </a:solidFill>
                <a:latin typeface="Graphik-Medium"/>
                <a:ea typeface="Graphik-Medium"/>
                <a:cs typeface="Graphik-Medium"/>
                <a:sym typeface="Graphik Medium"/>
              </a:defRPr>
            </a:lvl5pPr>
          </a:lstStyle>
          <a:p>
            <a:r>
              <a:t>Presentation Subtitle</a:t>
            </a:r>
          </a:p>
          <a:p>
            <a:pPr lvl="1"/>
            <a:endParaRPr/>
          </a:p>
          <a:p>
            <a:pPr lvl="2"/>
            <a:endParaRPr/>
          </a:p>
          <a:p>
            <a:pPr lvl="3"/>
            <a:endParaRPr/>
          </a:p>
          <a:p>
            <a:pPr lvl="4"/>
            <a:endParaRP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Photo Alt">
    <p:spTree>
      <p:nvGrpSpPr>
        <p:cNvPr id="1" name=""/>
        <p:cNvGrpSpPr/>
        <p:nvPr/>
      </p:nvGrpSpPr>
      <p:grpSpPr>
        <a:xfrm>
          <a:off x="0" y="0"/>
          <a:ext cx="0" cy="0"/>
          <a:chOff x="0" y="0"/>
          <a:chExt cx="0" cy="0"/>
        </a:xfrm>
      </p:grpSpPr>
      <p:sp>
        <p:nvSpPr>
          <p:cNvPr id="32" name="Colourful clouds against a starry night sky"/>
          <p:cNvSpPr>
            <a:spLocks noGrp="1"/>
          </p:cNvSpPr>
          <p:nvPr>
            <p:ph type="pic" idx="21"/>
          </p:nvPr>
        </p:nvSpPr>
        <p:spPr>
          <a:xfrm>
            <a:off x="7962900" y="-25400"/>
            <a:ext cx="20650200" cy="13766800"/>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70000" y="3886200"/>
            <a:ext cx="9652000" cy="3200202"/>
          </a:xfrm>
          <a:prstGeom prst="rect">
            <a:avLst/>
          </a:prstGeom>
        </p:spPr>
        <p:txBody>
          <a:bodyPr/>
          <a:lstStyle/>
          <a:p>
            <a:r>
              <a:t>Slide Title</a:t>
            </a:r>
          </a:p>
        </p:txBody>
      </p:sp>
      <p:sp>
        <p:nvSpPr>
          <p:cNvPr id="34" name="Body Level One…"/>
          <p:cNvSpPr txBox="1">
            <a:spLocks noGrp="1"/>
          </p:cNvSpPr>
          <p:nvPr>
            <p:ph type="body" sz="quarter" idx="1" hasCustomPrompt="1"/>
          </p:nvPr>
        </p:nvSpPr>
        <p:spPr>
          <a:xfrm>
            <a:off x="1270000" y="6845300"/>
            <a:ext cx="9652000" cy="5664200"/>
          </a:xfrm>
          <a:prstGeom prst="rect">
            <a:avLst/>
          </a:prstGeom>
        </p:spPr>
        <p:txBody>
          <a:bodyPr/>
          <a:lstStyle>
            <a:lvl1pPr marL="0" indent="0" algn="ctr" defTabSz="825500">
              <a:spcBef>
                <a:spcPts val="0"/>
              </a:spcBef>
              <a:buClrTx/>
              <a:buSzTx/>
              <a:buNone/>
              <a:defRPr sz="5400">
                <a:solidFill>
                  <a:srgbClr val="D5D5D5"/>
                </a:solidFill>
                <a:latin typeface="Graphik-Medium"/>
                <a:ea typeface="Graphik-Medium"/>
                <a:cs typeface="Graphik-Medium"/>
                <a:sym typeface="Graphik Medium"/>
              </a:defRPr>
            </a:lvl1pPr>
            <a:lvl2pPr marL="0" indent="457200" algn="ctr" defTabSz="825500">
              <a:spcBef>
                <a:spcPts val="0"/>
              </a:spcBef>
              <a:buClrTx/>
              <a:buSzTx/>
              <a:buNone/>
              <a:defRPr sz="5400">
                <a:solidFill>
                  <a:srgbClr val="D5D5D5"/>
                </a:solidFill>
                <a:latin typeface="Graphik-Medium"/>
                <a:ea typeface="Graphik-Medium"/>
                <a:cs typeface="Graphik-Medium"/>
                <a:sym typeface="Graphik Medium"/>
              </a:defRPr>
            </a:lvl2pPr>
            <a:lvl3pPr marL="0" indent="914400" algn="ctr" defTabSz="825500">
              <a:spcBef>
                <a:spcPts val="0"/>
              </a:spcBef>
              <a:buClrTx/>
              <a:buSzTx/>
              <a:buNone/>
              <a:defRPr sz="5400">
                <a:solidFill>
                  <a:srgbClr val="D5D5D5"/>
                </a:solidFill>
                <a:latin typeface="Graphik-Medium"/>
                <a:ea typeface="Graphik-Medium"/>
                <a:cs typeface="Graphik-Medium"/>
                <a:sym typeface="Graphik Medium"/>
              </a:defRPr>
            </a:lvl3pPr>
            <a:lvl4pPr marL="0" indent="1371600" algn="ctr" defTabSz="825500">
              <a:spcBef>
                <a:spcPts val="0"/>
              </a:spcBef>
              <a:buClrTx/>
              <a:buSzTx/>
              <a:buNone/>
              <a:defRPr sz="5400">
                <a:solidFill>
                  <a:srgbClr val="D5D5D5"/>
                </a:solidFill>
                <a:latin typeface="Graphik-Medium"/>
                <a:ea typeface="Graphik-Medium"/>
                <a:cs typeface="Graphik-Medium"/>
                <a:sym typeface="Graphik Medium"/>
              </a:defRPr>
            </a:lvl4pPr>
            <a:lvl5pPr marL="0" indent="1828800" algn="ctr" defTabSz="825500">
              <a:spcBef>
                <a:spcPts val="0"/>
              </a:spcBef>
              <a:buClrTx/>
              <a:buSzTx/>
              <a:buNone/>
              <a:defRPr sz="5400">
                <a:solidFill>
                  <a:srgbClr val="D5D5D5"/>
                </a:solidFill>
                <a:latin typeface="Graphik-Medium"/>
                <a:ea typeface="Graphik-Medium"/>
                <a:cs typeface="Graphik-Medium"/>
                <a:sym typeface="Graphik Medium"/>
              </a:defRPr>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1270000" y="2133600"/>
            <a:ext cx="21844000" cy="1016000"/>
          </a:xfrm>
          <a:prstGeom prst="rect">
            <a:avLst/>
          </a:prstGeom>
        </p:spPr>
        <p:txBody>
          <a:bodyPr/>
          <a:lstStyle>
            <a:lvl1pPr marL="0" indent="0" algn="ctr" defTabSz="825500">
              <a:spcBef>
                <a:spcPts val="0"/>
              </a:spcBef>
              <a:buClrTx/>
              <a:buSzTx/>
              <a:buNone/>
              <a:defRPr sz="5400">
                <a:solidFill>
                  <a:srgbClr val="D5D5D5"/>
                </a:solidFill>
                <a:latin typeface="Graphik-Medium"/>
                <a:ea typeface="Graphik-Medium"/>
                <a:cs typeface="Graphik-Medium"/>
                <a:sym typeface="Graphik Medium"/>
              </a:defRPr>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xfrm>
            <a:off x="1270000" y="4269316"/>
            <a:ext cx="21844000" cy="8432801"/>
          </a:xfrm>
          <a:prstGeom prst="rect">
            <a:avLst/>
          </a:prstGeom>
        </p:spPr>
        <p:txBody>
          <a:bodyPr numCol="2" spcCol="1092200"/>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nd Photo">
    <p:spTree>
      <p:nvGrpSpPr>
        <p:cNvPr id="1" name=""/>
        <p:cNvGrpSpPr/>
        <p:nvPr/>
      </p:nvGrpSpPr>
      <p:grpSpPr>
        <a:xfrm>
          <a:off x="0" y="0"/>
          <a:ext cx="0" cy="0"/>
          <a:chOff x="0" y="0"/>
          <a:chExt cx="0" cy="0"/>
        </a:xfrm>
      </p:grpSpPr>
      <p:sp>
        <p:nvSpPr>
          <p:cNvPr id="60" name="Northern Lights display over a snowy mountain landscape"/>
          <p:cNvSpPr>
            <a:spLocks noGrp="1"/>
          </p:cNvSpPr>
          <p:nvPr>
            <p:ph type="pic" idx="21"/>
          </p:nvPr>
        </p:nvSpPr>
        <p:spPr>
          <a:xfrm>
            <a:off x="12204700" y="-2277533"/>
            <a:ext cx="12192000" cy="18271067"/>
          </a:xfrm>
          <a:prstGeom prst="rect">
            <a:avLst/>
          </a:prstGeom>
        </p:spPr>
        <p:txBody>
          <a:bodyPr lIns="91439" tIns="45719" rIns="91439" bIns="45719">
            <a:noAutofit/>
          </a:bodyPr>
          <a:lstStyle/>
          <a:p>
            <a:endParaRPr/>
          </a:p>
        </p:txBody>
      </p:sp>
      <p:sp>
        <p:nvSpPr>
          <p:cNvPr id="61" name="Slide Title"/>
          <p:cNvSpPr txBox="1">
            <a:spLocks noGrp="1"/>
          </p:cNvSpPr>
          <p:nvPr>
            <p:ph type="title" hasCustomPrompt="1"/>
          </p:nvPr>
        </p:nvSpPr>
        <p:spPr>
          <a:xfrm>
            <a:off x="1270000" y="838200"/>
            <a:ext cx="9652000" cy="1549400"/>
          </a:xfrm>
          <a:prstGeom prst="rect">
            <a:avLst/>
          </a:prstGeom>
        </p:spPr>
        <p:txBody>
          <a:bodyPr/>
          <a:lstStyle/>
          <a:p>
            <a:r>
              <a:t>Slide Title</a:t>
            </a:r>
          </a:p>
        </p:txBody>
      </p:sp>
      <p:sp>
        <p:nvSpPr>
          <p:cNvPr id="62" name="Body Level One…"/>
          <p:cNvSpPr txBox="1">
            <a:spLocks noGrp="1"/>
          </p:cNvSpPr>
          <p:nvPr>
            <p:ph type="body" sz="half" idx="1" hasCustomPrompt="1"/>
          </p:nvPr>
        </p:nvSpPr>
        <p:spPr>
          <a:xfrm>
            <a:off x="1270000" y="4267200"/>
            <a:ext cx="9652000" cy="8432800"/>
          </a:xfrm>
          <a:prstGeom prst="rect">
            <a:avLst/>
          </a:prstGeom>
        </p:spPr>
        <p:txBody>
          <a:bodyPr/>
          <a:lstStyle/>
          <a:p>
            <a:r>
              <a:t>Slide bullet text</a:t>
            </a:r>
          </a:p>
          <a:p>
            <a:pPr lvl="1"/>
            <a:endParaRPr/>
          </a:p>
          <a:p>
            <a:pPr lvl="2"/>
            <a:endParaRPr/>
          </a:p>
          <a:p>
            <a:pPr lvl="3"/>
            <a:endParaRPr/>
          </a:p>
          <a:p>
            <a:pPr lvl="4"/>
            <a:endParaRPr/>
          </a:p>
        </p:txBody>
      </p:sp>
      <p:sp>
        <p:nvSpPr>
          <p:cNvPr id="63" name="Slide Subtitle"/>
          <p:cNvSpPr txBox="1">
            <a:spLocks noGrp="1"/>
          </p:cNvSpPr>
          <p:nvPr>
            <p:ph type="body" sz="quarter" idx="22" hasCustomPrompt="1"/>
          </p:nvPr>
        </p:nvSpPr>
        <p:spPr>
          <a:xfrm>
            <a:off x="1270000" y="2133600"/>
            <a:ext cx="9652000" cy="1016000"/>
          </a:xfrm>
          <a:prstGeom prst="rect">
            <a:avLst/>
          </a:prstGeom>
        </p:spPr>
        <p:txBody>
          <a:bodyPr/>
          <a:lstStyle>
            <a:lvl1pPr marL="0" indent="0" algn="ctr" defTabSz="825500">
              <a:spcBef>
                <a:spcPts val="0"/>
              </a:spcBef>
              <a:buClrTx/>
              <a:buSzTx/>
              <a:buNone/>
              <a:defRPr sz="5400">
                <a:solidFill>
                  <a:srgbClr val="D5D5D5"/>
                </a:solidFill>
                <a:latin typeface="Graphik-Medium"/>
                <a:ea typeface="Graphik-Medium"/>
                <a:cs typeface="Graphik-Medium"/>
                <a:sym typeface="Graphik Medium"/>
              </a:defRPr>
            </a:lvl1pPr>
          </a:lstStyle>
          <a:p>
            <a:r>
              <a:t>Slide Subtitle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nd Live Video Small">
    <p:spTree>
      <p:nvGrpSpPr>
        <p:cNvPr id="1" name=""/>
        <p:cNvGrpSpPr/>
        <p:nvPr/>
      </p:nvGrpSpPr>
      <p:grpSpPr>
        <a:xfrm>
          <a:off x="0" y="0"/>
          <a:ext cx="0" cy="0"/>
          <a:chOff x="0" y="0"/>
          <a:chExt cx="0" cy="0"/>
        </a:xfrm>
      </p:grpSpPr>
      <p:sp>
        <p:nvSpPr>
          <p:cNvPr id="71" name="Slide Title"/>
          <p:cNvSpPr txBox="1">
            <a:spLocks noGrp="1"/>
          </p:cNvSpPr>
          <p:nvPr>
            <p:ph type="title" hasCustomPrompt="1"/>
          </p:nvPr>
        </p:nvSpPr>
        <p:spPr>
          <a:xfrm>
            <a:off x="1270000" y="838200"/>
            <a:ext cx="9652000" cy="1549400"/>
          </a:xfrm>
          <a:prstGeom prst="rect">
            <a:avLst/>
          </a:prstGeom>
        </p:spPr>
        <p:txBody>
          <a:bodyPr/>
          <a:lstStyle/>
          <a:p>
            <a:r>
              <a:t>Slide Title</a:t>
            </a:r>
          </a:p>
        </p:txBody>
      </p:sp>
      <p:sp>
        <p:nvSpPr>
          <p:cNvPr id="72" name="Body Level One…"/>
          <p:cNvSpPr txBox="1">
            <a:spLocks noGrp="1"/>
          </p:cNvSpPr>
          <p:nvPr>
            <p:ph type="body" sz="half" idx="1" hasCustomPrompt="1"/>
          </p:nvPr>
        </p:nvSpPr>
        <p:spPr>
          <a:xfrm>
            <a:off x="1270000" y="4267200"/>
            <a:ext cx="9652000" cy="8432800"/>
          </a:xfrm>
          <a:prstGeom prst="rect">
            <a:avLst/>
          </a:prstGeom>
        </p:spPr>
        <p:txBody>
          <a:bodyPr/>
          <a:lstStyle/>
          <a:p>
            <a:r>
              <a:t>Slide bullet text</a:t>
            </a:r>
          </a:p>
          <a:p>
            <a:pPr lvl="1"/>
            <a:endParaRPr/>
          </a:p>
          <a:p>
            <a:pPr lvl="2"/>
            <a:endParaRPr/>
          </a:p>
          <a:p>
            <a:pPr lvl="3"/>
            <a:endParaRPr/>
          </a:p>
          <a:p>
            <a:pPr lvl="4"/>
            <a:endParaRPr/>
          </a:p>
        </p:txBody>
      </p:sp>
      <p:sp>
        <p:nvSpPr>
          <p:cNvPr id="73" name="Slide Subtitle"/>
          <p:cNvSpPr txBox="1">
            <a:spLocks noGrp="1"/>
          </p:cNvSpPr>
          <p:nvPr>
            <p:ph type="body" sz="quarter" idx="21" hasCustomPrompt="1"/>
          </p:nvPr>
        </p:nvSpPr>
        <p:spPr>
          <a:xfrm>
            <a:off x="1270000" y="2133600"/>
            <a:ext cx="9652000" cy="1016000"/>
          </a:xfrm>
          <a:prstGeom prst="rect">
            <a:avLst/>
          </a:prstGeom>
        </p:spPr>
        <p:txBody>
          <a:bodyPr/>
          <a:lstStyle>
            <a:lvl1pPr marL="0" indent="0" algn="ctr" defTabSz="825500">
              <a:spcBef>
                <a:spcPts val="0"/>
              </a:spcBef>
              <a:buClrTx/>
              <a:buSzTx/>
              <a:buNone/>
              <a:defRPr sz="5400">
                <a:solidFill>
                  <a:srgbClr val="D5D5D5"/>
                </a:solidFill>
                <a:latin typeface="Graphik-Medium"/>
                <a:ea typeface="Graphik-Medium"/>
                <a:cs typeface="Graphik-Medium"/>
                <a:sym typeface="Graphik Medium"/>
              </a:defRPr>
            </a:lvl1pPr>
          </a:lstStyle>
          <a:p>
            <a:r>
              <a:t>Slide Subtitle</a:t>
            </a: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nd Live Video Large">
    <p:spTree>
      <p:nvGrpSpPr>
        <p:cNvPr id="1" name=""/>
        <p:cNvGrpSpPr/>
        <p:nvPr/>
      </p:nvGrpSpPr>
      <p:grpSpPr>
        <a:xfrm>
          <a:off x="0" y="0"/>
          <a:ext cx="0" cy="0"/>
          <a:chOff x="0" y="0"/>
          <a:chExt cx="0" cy="0"/>
        </a:xfrm>
      </p:grpSpPr>
      <p:sp>
        <p:nvSpPr>
          <p:cNvPr id="81" name="Slide Title"/>
          <p:cNvSpPr txBox="1">
            <a:spLocks noGrp="1"/>
          </p:cNvSpPr>
          <p:nvPr>
            <p:ph type="title" hasCustomPrompt="1"/>
          </p:nvPr>
        </p:nvSpPr>
        <p:spPr>
          <a:xfrm>
            <a:off x="1270000" y="838200"/>
            <a:ext cx="9652000" cy="1549400"/>
          </a:xfrm>
          <a:prstGeom prst="rect">
            <a:avLst/>
          </a:prstGeom>
        </p:spPr>
        <p:txBody>
          <a:bodyPr/>
          <a:lstStyle/>
          <a:p>
            <a:r>
              <a:t>Slide Title</a:t>
            </a:r>
          </a:p>
        </p:txBody>
      </p:sp>
      <p:sp>
        <p:nvSpPr>
          <p:cNvPr id="82" name="Body Level One…"/>
          <p:cNvSpPr txBox="1">
            <a:spLocks noGrp="1"/>
          </p:cNvSpPr>
          <p:nvPr>
            <p:ph type="body" sz="half" idx="1" hasCustomPrompt="1"/>
          </p:nvPr>
        </p:nvSpPr>
        <p:spPr>
          <a:xfrm>
            <a:off x="1270000" y="4267200"/>
            <a:ext cx="9652000" cy="8432800"/>
          </a:xfrm>
          <a:prstGeom prst="rect">
            <a:avLst/>
          </a:prstGeom>
        </p:spPr>
        <p:txBody>
          <a:bodyPr/>
          <a:lstStyle/>
          <a:p>
            <a:r>
              <a:t>Slide bullet text</a:t>
            </a:r>
          </a:p>
          <a:p>
            <a:pPr lvl="1"/>
            <a:endParaRPr/>
          </a:p>
          <a:p>
            <a:pPr lvl="2"/>
            <a:endParaRPr/>
          </a:p>
          <a:p>
            <a:pPr lvl="3"/>
            <a:endParaRPr/>
          </a:p>
          <a:p>
            <a:pPr lvl="4"/>
            <a:endParaRPr/>
          </a:p>
        </p:txBody>
      </p:sp>
      <p:sp>
        <p:nvSpPr>
          <p:cNvPr id="83" name="Slide Subtitle"/>
          <p:cNvSpPr txBox="1">
            <a:spLocks noGrp="1"/>
          </p:cNvSpPr>
          <p:nvPr>
            <p:ph type="body" sz="quarter" idx="21" hasCustomPrompt="1"/>
          </p:nvPr>
        </p:nvSpPr>
        <p:spPr>
          <a:xfrm>
            <a:off x="1270000" y="2133600"/>
            <a:ext cx="9652000" cy="1016000"/>
          </a:xfrm>
          <a:prstGeom prst="rect">
            <a:avLst/>
          </a:prstGeom>
        </p:spPr>
        <p:txBody>
          <a:bodyPr/>
          <a:lstStyle>
            <a:lvl1pPr marL="0" indent="0" algn="ctr" defTabSz="825500">
              <a:spcBef>
                <a:spcPts val="0"/>
              </a:spcBef>
              <a:buClrTx/>
              <a:buSzTx/>
              <a:buNone/>
              <a:defRPr sz="5400">
                <a:solidFill>
                  <a:srgbClr val="D5D5D5"/>
                </a:solidFill>
                <a:latin typeface="Graphik-Medium"/>
                <a:ea typeface="Graphik-Medium"/>
                <a:cs typeface="Graphik-Medium"/>
                <a:sym typeface="Graphik Medium"/>
              </a:defRPr>
            </a:lvl1pPr>
          </a:lstStyle>
          <a:p>
            <a:r>
              <a:t>Slide Subtitle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1270000" y="3289300"/>
            <a:ext cx="21844000" cy="3873500"/>
          </a:xfrm>
          <a:prstGeom prst="rect">
            <a:avLst/>
          </a:prstGeom>
        </p:spPr>
        <p:txBody>
          <a:bodyPr/>
          <a:lstStyle>
            <a:lvl1pPr>
              <a:lnSpc>
                <a:spcPct val="90000"/>
              </a:lnSpc>
              <a:defRPr sz="11600" spc="-348">
                <a:gradFill flip="none" rotWithShape="1">
                  <a:gsLst>
                    <a:gs pos="0">
                      <a:srgbClr val="00FF00"/>
                    </a:gs>
                    <a:gs pos="100000">
                      <a:srgbClr val="007DFF"/>
                    </a:gs>
                  </a:gsLst>
                  <a:lin ang="3965999" scaled="0"/>
                </a:gradFill>
              </a:defRPr>
            </a:lvl1pPr>
          </a:lstStyle>
          <a:p>
            <a:r>
              <a:t>Section Title</a:t>
            </a:r>
          </a:p>
        </p:txBody>
      </p:sp>
      <p:sp>
        <p:nvSpPr>
          <p:cNvPr id="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prstGeom prst="rect">
            <a:avLst/>
          </a:prstGeom>
        </p:spPr>
        <p:txBody>
          <a:bodyPr/>
          <a:lstStyle/>
          <a:p>
            <a:r>
              <a:t>Slide Title</a:t>
            </a:r>
          </a:p>
        </p:txBody>
      </p:sp>
      <p:sp>
        <p:nvSpPr>
          <p:cNvPr id="100" name="Slide Subtitle"/>
          <p:cNvSpPr txBox="1">
            <a:spLocks noGrp="1"/>
          </p:cNvSpPr>
          <p:nvPr>
            <p:ph type="body" sz="quarter" idx="21" hasCustomPrompt="1"/>
          </p:nvPr>
        </p:nvSpPr>
        <p:spPr>
          <a:xfrm>
            <a:off x="1270000" y="2133600"/>
            <a:ext cx="21844000" cy="1016000"/>
          </a:xfrm>
          <a:prstGeom prst="rect">
            <a:avLst/>
          </a:prstGeom>
        </p:spPr>
        <p:txBody>
          <a:bodyPr/>
          <a:lstStyle>
            <a:lvl1pPr marL="0" indent="0" algn="ctr" defTabSz="825500">
              <a:spcBef>
                <a:spcPts val="0"/>
              </a:spcBef>
              <a:buClrTx/>
              <a:buSzTx/>
              <a:buNone/>
              <a:defRPr sz="5400">
                <a:solidFill>
                  <a:srgbClr val="D5D5D5"/>
                </a:solidFill>
                <a:latin typeface="Graphik-Medium"/>
                <a:ea typeface="Graphik-Medium"/>
                <a:cs typeface="Graphik-Medium"/>
                <a:sym typeface="Graphik Medium"/>
              </a:defRPr>
            </a:lvl1pPr>
          </a:lstStyle>
          <a:p>
            <a:r>
              <a:t>Slide Subtitle</a:t>
            </a:r>
          </a:p>
        </p:txBody>
      </p:sp>
      <p:sp>
        <p:nvSpPr>
          <p:cNvPr id="1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xfrm>
            <a:off x="1270000" y="812800"/>
            <a:ext cx="21844000" cy="1562100"/>
          </a:xfrm>
          <a:prstGeom prst="rect">
            <a:avLst/>
          </a:prstGeom>
        </p:spPr>
        <p:txBody>
          <a:bodyPr/>
          <a:lstStyle/>
          <a:p>
            <a:r>
              <a:t>Agenda Title</a:t>
            </a:r>
          </a:p>
        </p:txBody>
      </p:sp>
      <p:sp>
        <p:nvSpPr>
          <p:cNvPr id="109" name="Agenda Subtitle"/>
          <p:cNvSpPr txBox="1">
            <a:spLocks noGrp="1"/>
          </p:cNvSpPr>
          <p:nvPr>
            <p:ph type="body" sz="quarter" idx="21" hasCustomPrompt="1"/>
          </p:nvPr>
        </p:nvSpPr>
        <p:spPr>
          <a:xfrm>
            <a:off x="1270000" y="2133600"/>
            <a:ext cx="21844000" cy="1016000"/>
          </a:xfrm>
          <a:prstGeom prst="rect">
            <a:avLst/>
          </a:prstGeom>
        </p:spPr>
        <p:txBody>
          <a:bodyPr/>
          <a:lstStyle>
            <a:lvl1pPr marL="0" indent="0" algn="ctr" defTabSz="825500">
              <a:spcBef>
                <a:spcPts val="0"/>
              </a:spcBef>
              <a:buClrTx/>
              <a:buSzTx/>
              <a:buNone/>
              <a:defRPr sz="5400">
                <a:solidFill>
                  <a:srgbClr val="D5D5D5"/>
                </a:solidFill>
                <a:latin typeface="Graphik-Medium"/>
                <a:ea typeface="Graphik-Medium"/>
                <a:cs typeface="Graphik-Medium"/>
                <a:sym typeface="Graphik Medium"/>
              </a:defRPr>
            </a:lvl1pPr>
          </a:lstStyle>
          <a:p>
            <a:r>
              <a:t>Agenda Subtitle</a:t>
            </a:r>
          </a:p>
        </p:txBody>
      </p:sp>
      <p:sp>
        <p:nvSpPr>
          <p:cNvPr id="110" name="Body Level One…"/>
          <p:cNvSpPr txBox="1">
            <a:spLocks noGrp="1"/>
          </p:cNvSpPr>
          <p:nvPr>
            <p:ph type="body" idx="1" hasCustomPrompt="1"/>
          </p:nvPr>
        </p:nvSpPr>
        <p:spPr>
          <a:prstGeom prst="rect">
            <a:avLst/>
          </a:prstGeom>
        </p:spPr>
        <p:txBody>
          <a:bodyPr/>
          <a:lstStyle>
            <a:lvl1pPr marL="0" indent="0" defTabSz="825500">
              <a:buClrTx/>
              <a:buSzTx/>
              <a:buNone/>
              <a:defRPr sz="5500" spc="-55"/>
            </a:lvl1pPr>
            <a:lvl2pPr marL="0" indent="457200" defTabSz="825500">
              <a:buClrTx/>
              <a:buSzTx/>
              <a:buNone/>
              <a:defRPr sz="5500" spc="-55"/>
            </a:lvl2pPr>
            <a:lvl3pPr marL="0" indent="914400" defTabSz="825500">
              <a:buClrTx/>
              <a:buSzTx/>
              <a:buNone/>
              <a:defRPr sz="5500" spc="-55"/>
            </a:lvl3pPr>
            <a:lvl4pPr marL="0" indent="1371600" defTabSz="825500">
              <a:buClrTx/>
              <a:buSzTx/>
              <a:buNone/>
              <a:defRPr sz="5500" spc="-55"/>
            </a:lvl4pPr>
            <a:lvl5pPr marL="0" indent="1828800" defTabSz="825500">
              <a:buClrTx/>
              <a:buSzTx/>
              <a:buNone/>
              <a:defRPr sz="5500" spc="-55"/>
            </a:lvl5pPr>
          </a:lstStyle>
          <a:p>
            <a:r>
              <a:t>Agenda Topics</a:t>
            </a:r>
          </a:p>
          <a:p>
            <a:pPr lvl="1"/>
            <a:endParaRPr/>
          </a:p>
          <a:p>
            <a:pPr lvl="2"/>
            <a:endParaRPr/>
          </a:p>
          <a:p>
            <a:pPr lvl="3"/>
            <a:endParaRPr/>
          </a:p>
          <a:p>
            <a:pPr lvl="4"/>
            <a:endParaRP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sz="half" idx="1" hasCustomPrompt="1"/>
          </p:nvPr>
        </p:nvSpPr>
        <p:spPr>
          <a:xfrm>
            <a:off x="1270000" y="4546600"/>
            <a:ext cx="21844000" cy="4678065"/>
          </a:xfrm>
          <a:prstGeom prst="rect">
            <a:avLst/>
          </a:prstGeom>
        </p:spPr>
        <p:txBody>
          <a:bodyPr anchor="ctr"/>
          <a:lstStyle>
            <a:lvl1pPr marL="0" indent="0" algn="ctr">
              <a:spcBef>
                <a:spcPts val="0"/>
              </a:spcBef>
              <a:buClrTx/>
              <a:buSzTx/>
              <a:buNone/>
              <a:defRPr sz="8400" spc="-252">
                <a:gradFill flip="none" rotWithShape="1">
                  <a:gsLst>
                    <a:gs pos="0">
                      <a:srgbClr val="FFFFFF"/>
                    </a:gs>
                    <a:gs pos="100000">
                      <a:srgbClr val="929292"/>
                    </a:gs>
                  </a:gsLst>
                  <a:lin ang="5400000" scaled="0"/>
                </a:gradFill>
                <a:latin typeface="Graphik-Medium"/>
                <a:ea typeface="Graphik-Medium"/>
                <a:cs typeface="Graphik-Medium"/>
                <a:sym typeface="Graphik Medium"/>
              </a:defRPr>
            </a:lvl1pPr>
            <a:lvl2pPr marL="0" indent="457200" algn="ctr">
              <a:spcBef>
                <a:spcPts val="0"/>
              </a:spcBef>
              <a:buClrTx/>
              <a:buSzTx/>
              <a:buNone/>
              <a:defRPr sz="8400" spc="-252">
                <a:gradFill flip="none" rotWithShape="1">
                  <a:gsLst>
                    <a:gs pos="0">
                      <a:srgbClr val="FFFFFF"/>
                    </a:gs>
                    <a:gs pos="100000">
                      <a:srgbClr val="929292"/>
                    </a:gs>
                  </a:gsLst>
                  <a:lin ang="5400000" scaled="0"/>
                </a:gradFill>
                <a:latin typeface="Graphik-Medium"/>
                <a:ea typeface="Graphik-Medium"/>
                <a:cs typeface="Graphik-Medium"/>
                <a:sym typeface="Graphik Medium"/>
              </a:defRPr>
            </a:lvl2pPr>
            <a:lvl3pPr marL="0" indent="914400" algn="ctr">
              <a:spcBef>
                <a:spcPts val="0"/>
              </a:spcBef>
              <a:buClrTx/>
              <a:buSzTx/>
              <a:buNone/>
              <a:defRPr sz="8400" spc="-252">
                <a:gradFill flip="none" rotWithShape="1">
                  <a:gsLst>
                    <a:gs pos="0">
                      <a:srgbClr val="FFFFFF"/>
                    </a:gs>
                    <a:gs pos="100000">
                      <a:srgbClr val="929292"/>
                    </a:gs>
                  </a:gsLst>
                  <a:lin ang="5400000" scaled="0"/>
                </a:gradFill>
                <a:latin typeface="Graphik-Medium"/>
                <a:ea typeface="Graphik-Medium"/>
                <a:cs typeface="Graphik-Medium"/>
                <a:sym typeface="Graphik Medium"/>
              </a:defRPr>
            </a:lvl3pPr>
            <a:lvl4pPr marL="0" indent="1371600" algn="ctr">
              <a:spcBef>
                <a:spcPts val="0"/>
              </a:spcBef>
              <a:buClrTx/>
              <a:buSzTx/>
              <a:buNone/>
              <a:defRPr sz="8400" spc="-252">
                <a:gradFill flip="none" rotWithShape="1">
                  <a:gsLst>
                    <a:gs pos="0">
                      <a:srgbClr val="FFFFFF"/>
                    </a:gs>
                    <a:gs pos="100000">
                      <a:srgbClr val="929292"/>
                    </a:gs>
                  </a:gsLst>
                  <a:lin ang="5400000" scaled="0"/>
                </a:gradFill>
                <a:latin typeface="Graphik-Medium"/>
                <a:ea typeface="Graphik-Medium"/>
                <a:cs typeface="Graphik-Medium"/>
                <a:sym typeface="Graphik Medium"/>
              </a:defRPr>
            </a:lvl4pPr>
            <a:lvl5pPr marL="0" indent="1828800" algn="ctr">
              <a:spcBef>
                <a:spcPts val="0"/>
              </a:spcBef>
              <a:buClrTx/>
              <a:buSzTx/>
              <a:buNone/>
              <a:defRPr sz="8400" spc="-252">
                <a:gradFill flip="none" rotWithShape="1">
                  <a:gsLst>
                    <a:gs pos="0">
                      <a:srgbClr val="FFFFFF"/>
                    </a:gs>
                    <a:gs pos="100000">
                      <a:srgbClr val="929292"/>
                    </a:gs>
                  </a:gsLst>
                  <a:lin ang="5400000" scaled="0"/>
                </a:gradFill>
                <a:latin typeface="Graphik-Medium"/>
                <a:ea typeface="Graphik-Medium"/>
                <a:cs typeface="Graphik-Medium"/>
                <a:sym typeface="Graphik Medium"/>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Body Level One…"/>
          <p:cNvSpPr txBox="1">
            <a:spLocks noGrp="1"/>
          </p:cNvSpPr>
          <p:nvPr>
            <p:ph type="body" sz="half" idx="1" hasCustomPrompt="1"/>
          </p:nvPr>
        </p:nvSpPr>
        <p:spPr>
          <a:xfrm>
            <a:off x="1270000" y="3906096"/>
            <a:ext cx="21844000" cy="4488604"/>
          </a:xfrm>
          <a:prstGeom prst="rect">
            <a:avLst/>
          </a:prstGeom>
        </p:spPr>
        <p:txBody>
          <a:bodyPr anchor="b"/>
          <a:lstStyle>
            <a:lvl1pPr marL="0" indent="0" algn="ctr" defTabSz="2438338">
              <a:lnSpc>
                <a:spcPct val="80000"/>
              </a:lnSpc>
              <a:spcBef>
                <a:spcPts val="0"/>
              </a:spcBef>
              <a:buClrTx/>
              <a:buSzTx/>
              <a:buNone/>
              <a:defRPr sz="22400" spc="-448">
                <a:gradFill flip="none" rotWithShape="1">
                  <a:gsLst>
                    <a:gs pos="0">
                      <a:srgbClr val="00E8FF"/>
                    </a:gs>
                    <a:gs pos="100000">
                      <a:srgbClr val="FF00F7"/>
                    </a:gs>
                  </a:gsLst>
                  <a:lin ang="3967761" scaled="0"/>
                </a:gradFill>
                <a:latin typeface="+mn-lt"/>
                <a:ea typeface="+mn-ea"/>
                <a:cs typeface="+mn-cs"/>
                <a:sym typeface="Graphik Semibold"/>
              </a:defRPr>
            </a:lvl1pPr>
            <a:lvl2pPr marL="0" indent="457200" algn="ctr" defTabSz="2438338">
              <a:lnSpc>
                <a:spcPct val="80000"/>
              </a:lnSpc>
              <a:spcBef>
                <a:spcPts val="0"/>
              </a:spcBef>
              <a:buClrTx/>
              <a:buSzTx/>
              <a:buNone/>
              <a:defRPr sz="22400" spc="-448">
                <a:gradFill flip="none" rotWithShape="1">
                  <a:gsLst>
                    <a:gs pos="0">
                      <a:srgbClr val="00E8FF"/>
                    </a:gs>
                    <a:gs pos="100000">
                      <a:srgbClr val="FF00F7"/>
                    </a:gs>
                  </a:gsLst>
                  <a:lin ang="3967761" scaled="0"/>
                </a:gradFill>
                <a:latin typeface="+mn-lt"/>
                <a:ea typeface="+mn-ea"/>
                <a:cs typeface="+mn-cs"/>
                <a:sym typeface="Graphik Semibold"/>
              </a:defRPr>
            </a:lvl2pPr>
            <a:lvl3pPr marL="0" indent="914400" algn="ctr" defTabSz="2438338">
              <a:lnSpc>
                <a:spcPct val="80000"/>
              </a:lnSpc>
              <a:spcBef>
                <a:spcPts val="0"/>
              </a:spcBef>
              <a:buClrTx/>
              <a:buSzTx/>
              <a:buNone/>
              <a:defRPr sz="22400" spc="-448">
                <a:gradFill flip="none" rotWithShape="1">
                  <a:gsLst>
                    <a:gs pos="0">
                      <a:srgbClr val="00E8FF"/>
                    </a:gs>
                    <a:gs pos="100000">
                      <a:srgbClr val="FF00F7"/>
                    </a:gs>
                  </a:gsLst>
                  <a:lin ang="3967761" scaled="0"/>
                </a:gradFill>
                <a:latin typeface="+mn-lt"/>
                <a:ea typeface="+mn-ea"/>
                <a:cs typeface="+mn-cs"/>
                <a:sym typeface="Graphik Semibold"/>
              </a:defRPr>
            </a:lvl3pPr>
            <a:lvl4pPr marL="0" indent="1371600" algn="ctr" defTabSz="2438338">
              <a:lnSpc>
                <a:spcPct val="80000"/>
              </a:lnSpc>
              <a:spcBef>
                <a:spcPts val="0"/>
              </a:spcBef>
              <a:buClrTx/>
              <a:buSzTx/>
              <a:buNone/>
              <a:defRPr sz="22400" spc="-448">
                <a:gradFill flip="none" rotWithShape="1">
                  <a:gsLst>
                    <a:gs pos="0">
                      <a:srgbClr val="00E8FF"/>
                    </a:gs>
                    <a:gs pos="100000">
                      <a:srgbClr val="FF00F7"/>
                    </a:gs>
                  </a:gsLst>
                  <a:lin ang="3967761" scaled="0"/>
                </a:gradFill>
                <a:latin typeface="+mn-lt"/>
                <a:ea typeface="+mn-ea"/>
                <a:cs typeface="+mn-cs"/>
                <a:sym typeface="Graphik Semibold"/>
              </a:defRPr>
            </a:lvl4pPr>
            <a:lvl5pPr marL="0" indent="1828800" algn="ctr" defTabSz="2438338">
              <a:lnSpc>
                <a:spcPct val="80000"/>
              </a:lnSpc>
              <a:spcBef>
                <a:spcPts val="0"/>
              </a:spcBef>
              <a:buClrTx/>
              <a:buSzTx/>
              <a:buNone/>
              <a:defRPr sz="22400" spc="-448">
                <a:gradFill flip="none" rotWithShape="1">
                  <a:gsLst>
                    <a:gs pos="0">
                      <a:srgbClr val="00E8FF"/>
                    </a:gs>
                    <a:gs pos="100000">
                      <a:srgbClr val="FF00F7"/>
                    </a:gs>
                  </a:gsLst>
                  <a:lin ang="3967761" scaled="0"/>
                </a:gradFill>
                <a:latin typeface="+mn-lt"/>
                <a:ea typeface="+mn-ea"/>
                <a:cs typeface="+mn-cs"/>
                <a:sym typeface="Graphik Semibold"/>
              </a:defRPr>
            </a:lvl5pPr>
          </a:lstStyle>
          <a:p>
            <a:r>
              <a:t>100%</a:t>
            </a:r>
          </a:p>
          <a:p>
            <a:pPr lvl="1"/>
            <a:endParaRPr/>
          </a:p>
          <a:p>
            <a:pPr lvl="2"/>
            <a:endParaRPr/>
          </a:p>
          <a:p>
            <a:pPr lvl="3"/>
            <a:endParaRPr/>
          </a:p>
          <a:p>
            <a:pPr lvl="4"/>
            <a:endParaRPr/>
          </a:p>
        </p:txBody>
      </p:sp>
      <p:sp>
        <p:nvSpPr>
          <p:cNvPr id="127" name="Fact information"/>
          <p:cNvSpPr txBox="1">
            <a:spLocks noGrp="1"/>
          </p:cNvSpPr>
          <p:nvPr>
            <p:ph type="body" sz="quarter" idx="21" hasCustomPrompt="1"/>
          </p:nvPr>
        </p:nvSpPr>
        <p:spPr>
          <a:xfrm>
            <a:off x="1270000" y="8521700"/>
            <a:ext cx="21844000" cy="1016000"/>
          </a:xfrm>
          <a:prstGeom prst="rect">
            <a:avLst/>
          </a:prstGeom>
        </p:spPr>
        <p:txBody>
          <a:bodyPr/>
          <a:lstStyle>
            <a:lvl1pPr marL="0" indent="0" algn="ctr" defTabSz="825500">
              <a:spcBef>
                <a:spcPts val="0"/>
              </a:spcBef>
              <a:buClrTx/>
              <a:buSzTx/>
              <a:buNone/>
              <a:defRPr sz="4400">
                <a:solidFill>
                  <a:srgbClr val="D5D5D5"/>
                </a:solidFill>
                <a:latin typeface="Graphik-Medium"/>
                <a:ea typeface="Graphik-Medium"/>
                <a:cs typeface="Graphik-Medium"/>
                <a:sym typeface="Graphik Medium"/>
              </a:defRPr>
            </a:lvl1pPr>
          </a:lstStyle>
          <a:p>
            <a:r>
              <a:t>Fact information</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Attribution"/>
          <p:cNvSpPr txBox="1">
            <a:spLocks noGrp="1"/>
          </p:cNvSpPr>
          <p:nvPr>
            <p:ph type="body" sz="quarter" idx="21" hasCustomPrompt="1"/>
          </p:nvPr>
        </p:nvSpPr>
        <p:spPr>
          <a:xfrm>
            <a:off x="1270000" y="11155086"/>
            <a:ext cx="21844000" cy="832613"/>
          </a:xfrm>
          <a:prstGeom prst="rect">
            <a:avLst/>
          </a:prstGeom>
        </p:spPr>
        <p:txBody>
          <a:bodyPr anchor="ctr"/>
          <a:lstStyle>
            <a:lvl1pPr marL="0" indent="0" algn="ctr" defTabSz="825500">
              <a:spcBef>
                <a:spcPts val="0"/>
              </a:spcBef>
              <a:buClrTx/>
              <a:buSzTx/>
              <a:buNone/>
              <a:defRPr sz="4400">
                <a:solidFill>
                  <a:srgbClr val="D5D5D5"/>
                </a:solidFill>
                <a:latin typeface="Graphik-Medium"/>
                <a:ea typeface="Graphik-Medium"/>
                <a:cs typeface="Graphik-Medium"/>
                <a:sym typeface="Graphik Medium"/>
              </a:defRPr>
            </a:lvl1pPr>
          </a:lstStyle>
          <a:p>
            <a:r>
              <a:t>Attribution</a:t>
            </a:r>
          </a:p>
        </p:txBody>
      </p:sp>
      <p:sp>
        <p:nvSpPr>
          <p:cNvPr id="136" name="Body Level One…"/>
          <p:cNvSpPr txBox="1">
            <a:spLocks noGrp="1"/>
          </p:cNvSpPr>
          <p:nvPr>
            <p:ph type="body" sz="half" idx="1" hasCustomPrompt="1"/>
          </p:nvPr>
        </p:nvSpPr>
        <p:spPr>
          <a:xfrm>
            <a:off x="1270000" y="4659369"/>
            <a:ext cx="21844000" cy="4394201"/>
          </a:xfrm>
          <a:prstGeom prst="rect">
            <a:avLst/>
          </a:prstGeom>
        </p:spPr>
        <p:txBody>
          <a:bodyPr anchor="ctr"/>
          <a:lstStyle>
            <a:lvl1pPr marL="0" indent="0" algn="ctr">
              <a:lnSpc>
                <a:spcPct val="80000"/>
              </a:lnSpc>
              <a:spcBef>
                <a:spcPts val="0"/>
              </a:spcBef>
              <a:buClrTx/>
              <a:buSzTx/>
              <a:buNone/>
              <a:defRPr sz="8400" spc="-168">
                <a:gradFill flip="none" rotWithShape="1">
                  <a:gsLst>
                    <a:gs pos="0">
                      <a:srgbClr val="FF00D8"/>
                    </a:gs>
                    <a:gs pos="100000">
                      <a:srgbClr val="FFFD00"/>
                    </a:gs>
                  </a:gsLst>
                  <a:lin ang="2700000" scaled="0"/>
                </a:gradFill>
                <a:latin typeface="+mn-lt"/>
                <a:ea typeface="+mn-ea"/>
                <a:cs typeface="+mn-cs"/>
                <a:sym typeface="Graphik Semibold"/>
              </a:defRPr>
            </a:lvl1pPr>
            <a:lvl2pPr marL="0" indent="457200" algn="ctr">
              <a:lnSpc>
                <a:spcPct val="80000"/>
              </a:lnSpc>
              <a:spcBef>
                <a:spcPts val="0"/>
              </a:spcBef>
              <a:buClrTx/>
              <a:buSzTx/>
              <a:buNone/>
              <a:defRPr sz="8400" spc="-168">
                <a:gradFill flip="none" rotWithShape="1">
                  <a:gsLst>
                    <a:gs pos="0">
                      <a:srgbClr val="FF00D8"/>
                    </a:gs>
                    <a:gs pos="100000">
                      <a:srgbClr val="FFFD00"/>
                    </a:gs>
                  </a:gsLst>
                  <a:lin ang="2700000" scaled="0"/>
                </a:gradFill>
                <a:latin typeface="+mn-lt"/>
                <a:ea typeface="+mn-ea"/>
                <a:cs typeface="+mn-cs"/>
                <a:sym typeface="Graphik Semibold"/>
              </a:defRPr>
            </a:lvl2pPr>
            <a:lvl3pPr marL="0" indent="914400" algn="ctr">
              <a:lnSpc>
                <a:spcPct val="80000"/>
              </a:lnSpc>
              <a:spcBef>
                <a:spcPts val="0"/>
              </a:spcBef>
              <a:buClrTx/>
              <a:buSzTx/>
              <a:buNone/>
              <a:defRPr sz="8400" spc="-168">
                <a:gradFill flip="none" rotWithShape="1">
                  <a:gsLst>
                    <a:gs pos="0">
                      <a:srgbClr val="FF00D8"/>
                    </a:gs>
                    <a:gs pos="100000">
                      <a:srgbClr val="FFFD00"/>
                    </a:gs>
                  </a:gsLst>
                  <a:lin ang="2700000" scaled="0"/>
                </a:gradFill>
                <a:latin typeface="+mn-lt"/>
                <a:ea typeface="+mn-ea"/>
                <a:cs typeface="+mn-cs"/>
                <a:sym typeface="Graphik Semibold"/>
              </a:defRPr>
            </a:lvl3pPr>
            <a:lvl4pPr marL="0" indent="1371600" algn="ctr">
              <a:lnSpc>
                <a:spcPct val="80000"/>
              </a:lnSpc>
              <a:spcBef>
                <a:spcPts val="0"/>
              </a:spcBef>
              <a:buClrTx/>
              <a:buSzTx/>
              <a:buNone/>
              <a:defRPr sz="8400" spc="-168">
                <a:gradFill flip="none" rotWithShape="1">
                  <a:gsLst>
                    <a:gs pos="0">
                      <a:srgbClr val="FF00D8"/>
                    </a:gs>
                    <a:gs pos="100000">
                      <a:srgbClr val="FFFD00"/>
                    </a:gs>
                  </a:gsLst>
                  <a:lin ang="2700000" scaled="0"/>
                </a:gradFill>
                <a:latin typeface="+mn-lt"/>
                <a:ea typeface="+mn-ea"/>
                <a:cs typeface="+mn-cs"/>
                <a:sym typeface="Graphik Semibold"/>
              </a:defRPr>
            </a:lvl4pPr>
            <a:lvl5pPr marL="0" indent="1828800" algn="ctr">
              <a:lnSpc>
                <a:spcPct val="80000"/>
              </a:lnSpc>
              <a:spcBef>
                <a:spcPts val="0"/>
              </a:spcBef>
              <a:buClrTx/>
              <a:buSzTx/>
              <a:buNone/>
              <a:defRPr sz="8400" spc="-168">
                <a:gradFill flip="none" rotWithShape="1">
                  <a:gsLst>
                    <a:gs pos="0">
                      <a:srgbClr val="FF00D8"/>
                    </a:gs>
                    <a:gs pos="100000">
                      <a:srgbClr val="FFFD00"/>
                    </a:gs>
                  </a:gsLst>
                  <a:lin ang="2700000" scaled="0"/>
                </a:gradFill>
                <a:latin typeface="+mn-lt"/>
                <a:ea typeface="+mn-ea"/>
                <a:cs typeface="+mn-cs"/>
                <a:sym typeface="Graphik Semibold"/>
              </a:defRPr>
            </a:lvl5pPr>
          </a:lstStyle>
          <a:p>
            <a:r>
              <a:t>“Notable Quote”</a:t>
            </a:r>
          </a:p>
          <a:p>
            <a:pPr lvl="1"/>
            <a:endParaRPr/>
          </a:p>
          <a:p>
            <a:pPr lvl="2"/>
            <a:endParaRPr/>
          </a:p>
          <a:p>
            <a:pPr lvl="3"/>
            <a:endParaRPr/>
          </a:p>
          <a:p>
            <a:pPr lvl="4"/>
            <a:endParaRP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Northern Lights display over a snowy landscape"/>
          <p:cNvSpPr>
            <a:spLocks noGrp="1"/>
          </p:cNvSpPr>
          <p:nvPr>
            <p:ph type="pic" sz="half" idx="21"/>
          </p:nvPr>
        </p:nvSpPr>
        <p:spPr>
          <a:xfrm>
            <a:off x="12192000" y="6229350"/>
            <a:ext cx="12192000" cy="8128000"/>
          </a:xfrm>
          <a:prstGeom prst="rect">
            <a:avLst/>
          </a:prstGeom>
        </p:spPr>
        <p:txBody>
          <a:bodyPr lIns="91439" tIns="45719" rIns="91439" bIns="45719">
            <a:noAutofit/>
          </a:bodyPr>
          <a:lstStyle/>
          <a:p>
            <a:endParaRPr/>
          </a:p>
        </p:txBody>
      </p:sp>
      <p:sp>
        <p:nvSpPr>
          <p:cNvPr id="145" name="Colourful clouds against a starry night sky"/>
          <p:cNvSpPr>
            <a:spLocks noGrp="1"/>
          </p:cNvSpPr>
          <p:nvPr>
            <p:ph type="pic" sz="half" idx="22"/>
          </p:nvPr>
        </p:nvSpPr>
        <p:spPr>
          <a:xfrm>
            <a:off x="12192000" y="-641351"/>
            <a:ext cx="12192000" cy="8128001"/>
          </a:xfrm>
          <a:prstGeom prst="rect">
            <a:avLst/>
          </a:prstGeom>
        </p:spPr>
        <p:txBody>
          <a:bodyPr lIns="91439" tIns="45719" rIns="91439" bIns="45719">
            <a:noAutofit/>
          </a:bodyPr>
          <a:lstStyle/>
          <a:p>
            <a:endParaRPr/>
          </a:p>
        </p:txBody>
      </p:sp>
      <p:sp>
        <p:nvSpPr>
          <p:cNvPr id="146" name="Northern Lights display over a snowy mountain landscape"/>
          <p:cNvSpPr>
            <a:spLocks noGrp="1"/>
          </p:cNvSpPr>
          <p:nvPr>
            <p:ph type="pic" idx="23"/>
          </p:nvPr>
        </p:nvSpPr>
        <p:spPr>
          <a:xfrm>
            <a:off x="-1" y="-2258501"/>
            <a:ext cx="12166601" cy="18233003"/>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Northern Lights display over a snowy landscape"/>
          <p:cNvSpPr>
            <a:spLocks noGrp="1"/>
          </p:cNvSpPr>
          <p:nvPr>
            <p:ph type="pic" idx="21"/>
          </p:nvPr>
        </p:nvSpPr>
        <p:spPr>
          <a:xfrm>
            <a:off x="0" y="-1270000"/>
            <a:ext cx="24384000" cy="16256000"/>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00000"/>
            </a:gs>
            <a:gs pos="100000">
              <a:srgbClr val="3B3B3B"/>
            </a:gs>
          </a:gsLst>
          <a:lin ang="5400000" scaled="0"/>
        </a:gra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70000" y="812800"/>
            <a:ext cx="21844000" cy="155743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rmAutofit/>
          </a:bodyPr>
          <a:lstStyle/>
          <a:p>
            <a:r>
              <a:t>Slide Title</a:t>
            </a:r>
          </a:p>
        </p:txBody>
      </p:sp>
      <p:sp>
        <p:nvSpPr>
          <p:cNvPr id="3" name="Body Level One…"/>
          <p:cNvSpPr txBox="1">
            <a:spLocks noGrp="1"/>
          </p:cNvSpPr>
          <p:nvPr>
            <p:ph type="body" idx="1" hasCustomPrompt="1"/>
          </p:nvPr>
        </p:nvSpPr>
        <p:spPr>
          <a:xfrm>
            <a:off x="1270000" y="4267200"/>
            <a:ext cx="21844000" cy="84328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1977623" y="13081000"/>
            <a:ext cx="416053" cy="467107"/>
          </a:xfrm>
          <a:prstGeom prst="rect">
            <a:avLst/>
          </a:prstGeom>
          <a:ln w="12700">
            <a:miter lim="400000"/>
          </a:ln>
        </p:spPr>
        <p:txBody>
          <a:bodyPr wrap="none" lIns="50800" tIns="50800" rIns="50800" bIns="50800" anchor="b">
            <a:spAutoFit/>
          </a:bodyPr>
          <a:lstStyle>
            <a:lvl1pPr algn="ctr" defTabSz="825500">
              <a:spcBef>
                <a:spcPts val="0"/>
              </a:spcBef>
              <a:defRPr sz="2200"/>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1pPr>
      <a:lvl2pPr marL="0" marR="0" indent="4572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2pPr>
      <a:lvl3pPr marL="0" marR="0" indent="9144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3pPr>
      <a:lvl4pPr marL="0" marR="0" indent="13716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4pPr>
      <a:lvl5pPr marL="0" marR="0" indent="18288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5pPr>
      <a:lvl6pPr marL="0" marR="0" indent="22860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6pPr>
      <a:lvl7pPr marL="0" marR="0" indent="27432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7pPr>
      <a:lvl8pPr marL="0" marR="0" indent="32004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8pPr>
      <a:lvl9pPr marL="0" marR="0" indent="36576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9pPr>
    </p:titleStyle>
    <p:bodyStyle>
      <a:lvl1pPr marL="558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p:bodyStyle>
    <p:otherStyle>
      <a:lvl1pPr marL="0" marR="0" indent="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1pPr>
      <a:lvl2pPr marL="0" marR="0" indent="4572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2pPr>
      <a:lvl3pPr marL="0" marR="0" indent="9144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3pPr>
      <a:lvl4pPr marL="0" marR="0" indent="13716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4pPr>
      <a:lvl5pPr marL="0" marR="0" indent="18288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5pPr>
      <a:lvl6pPr marL="0" marR="0" indent="22860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6pPr>
      <a:lvl7pPr marL="0" marR="0" indent="27432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7pPr>
      <a:lvl8pPr marL="0" marR="0" indent="32004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8pPr>
      <a:lvl9pPr marL="0" marR="0" indent="3657600" algn="ctr" defTabSz="825500" rtl="0"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Graphik"/>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jpeg"/><Relationship Id="rId7"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4" Type="http://schemas.openxmlformats.org/officeDocument/2006/relationships/image" Target="../media/image5.jpeg"/><Relationship Id="rId9"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slideLayout" Target="../slideLayouts/slideLayout10.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7.sv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8" Type="http://schemas.openxmlformats.org/officeDocument/2006/relationships/hyperlink" Target="https://github.com/danielc088/ZZSC9020-group-A/blob/main/src/data_joined.ipynb" TargetMode="External"/><Relationship Id="rId3" Type="http://schemas.openxmlformats.org/officeDocument/2006/relationships/image" Target="../media/image11.svg"/><Relationship Id="rId7" Type="http://schemas.openxmlformats.org/officeDocument/2006/relationships/hyperlink" Target="https://github.com/danielc088/ZZSC9020-group-A/blob/main/data/NSW/solar_radiation_bankstown_66137.csv" TargetMode="External"/><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hyperlink" Target="https://github.com/danielc088/ZZSC9020-group-A/tree/main/data/NSW" TargetMode="External"/><Relationship Id="rId11" Type="http://schemas.openxmlformats.org/officeDocument/2006/relationships/image" Target="../media/image17.svg"/><Relationship Id="rId5" Type="http://schemas.openxmlformats.org/officeDocument/2006/relationships/hyperlink" Target="https://github.com/danielc088/ZZSC9020-group-A/blob/main/data/NSW/temperature_nsw.csv.zip" TargetMode="External"/><Relationship Id="rId10" Type="http://schemas.openxmlformats.org/officeDocument/2006/relationships/hyperlink" Target="https://github.com/danielc088/ZZSC9020-group-A/blob/main/data/NSW/nsw_cleaned.csv" TargetMode="External"/><Relationship Id="rId4" Type="http://schemas.openxmlformats.org/officeDocument/2006/relationships/hyperlink" Target="https://github.com/danielc088/ZZSC9020-group-A/blob/main/data/NSW/totaldemand_nsw.csv.zip" TargetMode="External"/><Relationship Id="rId9" Type="http://schemas.openxmlformats.org/officeDocument/2006/relationships/hyperlink" Target="https://github.com/danielc088/ZZSC9020-group-A/blob/main/src/data_cleaning.ipynb"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github.com/danielc088/ZZSC9020-group-A/blob/main/src/data_joined.ipynb" TargetMode="External"/><Relationship Id="rId3" Type="http://schemas.openxmlformats.org/officeDocument/2006/relationships/image" Target="../media/image18.svg"/><Relationship Id="rId7" Type="http://schemas.openxmlformats.org/officeDocument/2006/relationships/hyperlink" Target="https://github.com/danielc088/ZZSC9020-group-A/blob/main/data/NSW/solar_radiation_bankstown_66137.csv" TargetMode="External"/><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hyperlink" Target="https://github.com/danielc088/ZZSC9020-group-A/tree/main/data/NSW" TargetMode="External"/><Relationship Id="rId11" Type="http://schemas.openxmlformats.org/officeDocument/2006/relationships/image" Target="../media/image17.svg"/><Relationship Id="rId5" Type="http://schemas.openxmlformats.org/officeDocument/2006/relationships/hyperlink" Target="https://github.com/danielc088/ZZSC9020-group-A/blob/main/data/NSW/temperature_nsw.csv.zip" TargetMode="External"/><Relationship Id="rId10" Type="http://schemas.openxmlformats.org/officeDocument/2006/relationships/hyperlink" Target="https://github.com/danielc088/ZZSC9020-group-A/blob/main/data/NSW/nsw_cleaned.csv" TargetMode="External"/><Relationship Id="rId4" Type="http://schemas.openxmlformats.org/officeDocument/2006/relationships/hyperlink" Target="https://github.com/danielc088/ZZSC9020-group-A/blob/main/data/NSW/totaldemand_nsw.csv.zip" TargetMode="External"/><Relationship Id="rId9" Type="http://schemas.openxmlformats.org/officeDocument/2006/relationships/hyperlink" Target="https://github.com/danielc088/ZZSC9020-group-A/blob/main/src/data_cleaning.ipynb"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github.com/danielc088/ZZSC9020-group-A/blob/main/src/data_joined.ipynb" TargetMode="External"/><Relationship Id="rId3" Type="http://schemas.openxmlformats.org/officeDocument/2006/relationships/image" Target="../media/image11.svg"/><Relationship Id="rId7" Type="http://schemas.openxmlformats.org/officeDocument/2006/relationships/hyperlink" Target="https://github.com/danielc088/ZZSC9020-group-A/blob/main/data/NSW/solar_radiation_bankstown_66137.csv" TargetMode="External"/><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hyperlink" Target="https://github.com/danielc088/ZZSC9020-group-A/tree/main/data/NSW" TargetMode="External"/><Relationship Id="rId11" Type="http://schemas.openxmlformats.org/officeDocument/2006/relationships/image" Target="../media/image17.svg"/><Relationship Id="rId5" Type="http://schemas.openxmlformats.org/officeDocument/2006/relationships/hyperlink" Target="https://github.com/danielc088/ZZSC9020-group-A/blob/main/data/NSW/temperature_nsw.csv.zip" TargetMode="External"/><Relationship Id="rId10" Type="http://schemas.openxmlformats.org/officeDocument/2006/relationships/hyperlink" Target="https://github.com/danielc088/ZZSC9020-group-A/blob/main/data/NSW/nsw_cleaned.csv" TargetMode="External"/><Relationship Id="rId4" Type="http://schemas.openxmlformats.org/officeDocument/2006/relationships/hyperlink" Target="https://github.com/danielc088/ZZSC9020-group-A/blob/main/data/NSW/totaldemand_nsw.csv.zip" TargetMode="External"/><Relationship Id="rId9" Type="http://schemas.openxmlformats.org/officeDocument/2006/relationships/hyperlink" Target="https://github.com/danielc088/ZZSC9020-group-A/blob/main/src/data_cleaning.ipynb"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github.com/danielc088/ZZSC9020-group-A/blob/main/src/data_joined.ipynb" TargetMode="External"/><Relationship Id="rId3" Type="http://schemas.openxmlformats.org/officeDocument/2006/relationships/image" Target="../media/image11.svg"/><Relationship Id="rId7" Type="http://schemas.openxmlformats.org/officeDocument/2006/relationships/hyperlink" Target="https://github.com/danielc088/ZZSC9020-group-A/blob/main/data/NSW/solar_radiation_bankstown_66137.csv" TargetMode="External"/><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hyperlink" Target="https://github.com/danielc088/ZZSC9020-group-A/tree/main/data/NSW" TargetMode="External"/><Relationship Id="rId11" Type="http://schemas.openxmlformats.org/officeDocument/2006/relationships/image" Target="../media/image17.svg"/><Relationship Id="rId5" Type="http://schemas.openxmlformats.org/officeDocument/2006/relationships/hyperlink" Target="https://github.com/danielc088/ZZSC9020-group-A/blob/main/data/NSW/temperature_nsw.csv.zip" TargetMode="External"/><Relationship Id="rId10" Type="http://schemas.openxmlformats.org/officeDocument/2006/relationships/hyperlink" Target="https://github.com/danielc088/ZZSC9020-group-A/blob/main/data/NSW/nsw_cleaned.csv" TargetMode="External"/><Relationship Id="rId4" Type="http://schemas.openxmlformats.org/officeDocument/2006/relationships/hyperlink" Target="https://github.com/danielc088/ZZSC9020-group-A/blob/main/data/NSW/totaldemand_nsw.csv.zip" TargetMode="External"/><Relationship Id="rId9" Type="http://schemas.openxmlformats.org/officeDocument/2006/relationships/hyperlink" Target="https://github.com/danielc088/ZZSC9020-group-A/blob/main/src/data_cleaning.ipynb"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github.com/danielc088/ZZSC9020-group-A/blob/main/src/data_joined.ipynb" TargetMode="External"/><Relationship Id="rId3" Type="http://schemas.openxmlformats.org/officeDocument/2006/relationships/image" Target="../media/image2.svg"/><Relationship Id="rId7" Type="http://schemas.openxmlformats.org/officeDocument/2006/relationships/hyperlink" Target="https://github.com/danielc088/ZZSC9020-group-A/blob/main/data/NSW/solar_radiation_bankstown_66137.csv" TargetMode="External"/><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hyperlink" Target="https://github.com/danielc088/ZZSC9020-group-A/tree/main/data/NSW" TargetMode="External"/><Relationship Id="rId11" Type="http://schemas.openxmlformats.org/officeDocument/2006/relationships/image" Target="../media/image17.svg"/><Relationship Id="rId5" Type="http://schemas.openxmlformats.org/officeDocument/2006/relationships/hyperlink" Target="https://github.com/danielc088/ZZSC9020-group-A/blob/main/data/NSW/temperature_nsw.csv.zip" TargetMode="External"/><Relationship Id="rId10" Type="http://schemas.openxmlformats.org/officeDocument/2006/relationships/hyperlink" Target="https://github.com/danielc088/ZZSC9020-group-A/blob/main/data/NSW/nsw_cleaned.csv" TargetMode="External"/><Relationship Id="rId4" Type="http://schemas.openxmlformats.org/officeDocument/2006/relationships/hyperlink" Target="https://github.com/danielc088/ZZSC9020-group-A/blob/main/data/NSW/totaldemand_nsw.csv.zip" TargetMode="External"/><Relationship Id="rId9" Type="http://schemas.openxmlformats.org/officeDocument/2006/relationships/hyperlink" Target="https://github.com/danielc088/ZZSC9020-group-A/blob/main/src/data_cleaning.ipynb"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github.com/danielc088/ZZSC9020-group-A/blob/main/src/data_joined.ipynb" TargetMode="External"/><Relationship Id="rId3" Type="http://schemas.openxmlformats.org/officeDocument/2006/relationships/image" Target="../media/image11.svg"/><Relationship Id="rId7" Type="http://schemas.openxmlformats.org/officeDocument/2006/relationships/hyperlink" Target="https://github.com/danielc088/ZZSC9020-group-A/blob/main/data/NSW/solar_radiation_bankstown_66137.csv" TargetMode="External"/><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hyperlink" Target="https://github.com/danielc088/ZZSC9020-group-A/tree/main/data/NSW" TargetMode="External"/><Relationship Id="rId11" Type="http://schemas.openxmlformats.org/officeDocument/2006/relationships/image" Target="../media/image17.svg"/><Relationship Id="rId5" Type="http://schemas.openxmlformats.org/officeDocument/2006/relationships/hyperlink" Target="https://github.com/danielc088/ZZSC9020-group-A/blob/main/data/NSW/temperature_nsw.csv.zip" TargetMode="External"/><Relationship Id="rId10" Type="http://schemas.openxmlformats.org/officeDocument/2006/relationships/hyperlink" Target="https://github.com/danielc088/ZZSC9020-group-A/blob/main/data/NSW/nsw_cleaned.csv" TargetMode="External"/><Relationship Id="rId4" Type="http://schemas.openxmlformats.org/officeDocument/2006/relationships/hyperlink" Target="https://github.com/danielc088/ZZSC9020-group-A/blob/main/data/NSW/totaldemand_nsw.csv.zip" TargetMode="External"/><Relationship Id="rId9" Type="http://schemas.openxmlformats.org/officeDocument/2006/relationships/hyperlink" Target="https://github.com/danielc088/ZZSC9020-group-A/blob/main/src/data_cleaning.ipynb"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github.com/danielc088/ZZSC9020-group-A/blob/main/src/data_joined.ipynb" TargetMode="External"/><Relationship Id="rId3" Type="http://schemas.openxmlformats.org/officeDocument/2006/relationships/image" Target="../media/image11.svg"/><Relationship Id="rId7" Type="http://schemas.openxmlformats.org/officeDocument/2006/relationships/hyperlink" Target="https://github.com/danielc088/ZZSC9020-group-A/blob/main/data/NSW/solar_radiation_bankstown_66137.csv" TargetMode="External"/><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hyperlink" Target="https://github.com/danielc088/ZZSC9020-group-A/tree/main/data/NSW" TargetMode="External"/><Relationship Id="rId11" Type="http://schemas.openxmlformats.org/officeDocument/2006/relationships/image" Target="../media/image17.svg"/><Relationship Id="rId5" Type="http://schemas.openxmlformats.org/officeDocument/2006/relationships/hyperlink" Target="https://github.com/danielc088/ZZSC9020-group-A/blob/main/data/NSW/temperature_nsw.csv.zip" TargetMode="External"/><Relationship Id="rId10" Type="http://schemas.openxmlformats.org/officeDocument/2006/relationships/hyperlink" Target="https://github.com/danielc088/ZZSC9020-group-A/blob/main/data/NSW/nsw_cleaned.csv" TargetMode="External"/><Relationship Id="rId4" Type="http://schemas.openxmlformats.org/officeDocument/2006/relationships/hyperlink" Target="https://github.com/danielc088/ZZSC9020-group-A/blob/main/data/NSW/totaldemand_nsw.csv.zip" TargetMode="External"/><Relationship Id="rId9" Type="http://schemas.openxmlformats.org/officeDocument/2006/relationships/hyperlink" Target="https://github.com/danielc088/ZZSC9020-group-A/blob/main/src/data_cleaning.ipynb"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7.sv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image" Target="../media/image17.svg"/><Relationship Id="rId4" Type="http://schemas.openxmlformats.org/officeDocument/2006/relationships/image" Target="../media/image2.sv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0.xml"/><Relationship Id="rId5" Type="http://schemas.openxmlformats.org/officeDocument/2006/relationships/image" Target="../media/image17.svg"/><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9.png"/><Relationship Id="rId1" Type="http://schemas.openxmlformats.org/officeDocument/2006/relationships/slideLayout" Target="../slideLayouts/slideLayout10.xml"/><Relationship Id="rId4" Type="http://schemas.openxmlformats.org/officeDocument/2006/relationships/image" Target="../media/image17.sv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9.png"/><Relationship Id="rId1" Type="http://schemas.openxmlformats.org/officeDocument/2006/relationships/slideLayout" Target="../slideLayouts/slideLayout10.xml"/><Relationship Id="rId4" Type="http://schemas.openxmlformats.org/officeDocument/2006/relationships/image" Target="../media/image17.svg"/></Relationships>
</file>

<file path=ppt/slides/_rels/slide2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9.png"/><Relationship Id="rId1" Type="http://schemas.openxmlformats.org/officeDocument/2006/relationships/slideLayout" Target="../slideLayouts/slideLayout10.xml"/><Relationship Id="rId4" Type="http://schemas.openxmlformats.org/officeDocument/2006/relationships/image" Target="../media/image17.svg"/></Relationships>
</file>

<file path=ppt/slides/_rels/slide2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9.png"/><Relationship Id="rId1" Type="http://schemas.openxmlformats.org/officeDocument/2006/relationships/slideLayout" Target="../slideLayouts/slideLayout10.xml"/><Relationship Id="rId4" Type="http://schemas.openxmlformats.org/officeDocument/2006/relationships/image" Target="../media/image17.sv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0.xml"/><Relationship Id="rId5" Type="http://schemas.openxmlformats.org/officeDocument/2006/relationships/image" Target="../media/image17.svg"/><Relationship Id="rId4" Type="http://schemas.openxmlformats.org/officeDocument/2006/relationships/image" Target="../media/image2.sv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0.xml"/><Relationship Id="rId5" Type="http://schemas.openxmlformats.org/officeDocument/2006/relationships/image" Target="../media/image17.svg"/><Relationship Id="rId4" Type="http://schemas.openxmlformats.org/officeDocument/2006/relationships/image" Target="../media/image2.sv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0.xml"/><Relationship Id="rId5" Type="http://schemas.openxmlformats.org/officeDocument/2006/relationships/image" Target="../media/image17.svg"/><Relationship Id="rId4" Type="http://schemas.openxmlformats.org/officeDocument/2006/relationships/image" Target="../media/image2.sv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0.xml"/><Relationship Id="rId5" Type="http://schemas.openxmlformats.org/officeDocument/2006/relationships/image" Target="../media/image17.svg"/><Relationship Id="rId4" Type="http://schemas.openxmlformats.org/officeDocument/2006/relationships/image" Target="../media/image2.sv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0.xml"/><Relationship Id="rId5" Type="http://schemas.openxmlformats.org/officeDocument/2006/relationships/image" Target="../media/image17.svg"/><Relationship Id="rId4" Type="http://schemas.openxmlformats.org/officeDocument/2006/relationships/image" Target="../media/image11.svg"/></Relationships>
</file>

<file path=ppt/slides/_rels/slide3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21.png"/><Relationship Id="rId1" Type="http://schemas.openxmlformats.org/officeDocument/2006/relationships/slideLayout" Target="../slideLayouts/slideLayout10.xml"/><Relationship Id="rId4" Type="http://schemas.openxmlformats.org/officeDocument/2006/relationships/image" Target="../media/image17.svg"/></Relationships>
</file>

<file path=ppt/slides/_rels/slide3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21.png"/><Relationship Id="rId1" Type="http://schemas.openxmlformats.org/officeDocument/2006/relationships/slideLayout" Target="../slideLayouts/slideLayout10.xml"/><Relationship Id="rId4" Type="http://schemas.openxmlformats.org/officeDocument/2006/relationships/image" Target="../media/image17.svg"/></Relationships>
</file>

<file path=ppt/slides/_rels/slide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2.png"/><Relationship Id="rId1" Type="http://schemas.openxmlformats.org/officeDocument/2006/relationships/slideLayout" Target="../slideLayouts/slideLayout10.xml"/><Relationship Id="rId4" Type="http://schemas.openxmlformats.org/officeDocument/2006/relationships/image" Target="../media/image17.svg"/></Relationships>
</file>

<file path=ppt/slides/_rels/slide3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0.xml"/><Relationship Id="rId5" Type="http://schemas.openxmlformats.org/officeDocument/2006/relationships/image" Target="../media/image11.svg"/><Relationship Id="rId4" Type="http://schemas.openxmlformats.org/officeDocument/2006/relationships/image" Target="../media/image17.svg"/></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0.xml"/><Relationship Id="rId5" Type="http://schemas.openxmlformats.org/officeDocument/2006/relationships/image" Target="../media/image11.svg"/><Relationship Id="rId4" Type="http://schemas.openxmlformats.org/officeDocument/2006/relationships/image" Target="../media/image17.svg"/></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0.xml"/><Relationship Id="rId5" Type="http://schemas.openxmlformats.org/officeDocument/2006/relationships/image" Target="../media/image11.svg"/><Relationship Id="rId4" Type="http://schemas.openxmlformats.org/officeDocument/2006/relationships/image" Target="../media/image17.svg"/></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0.xml"/><Relationship Id="rId5" Type="http://schemas.openxmlformats.org/officeDocument/2006/relationships/image" Target="../media/image11.svg"/><Relationship Id="rId4" Type="http://schemas.openxmlformats.org/officeDocument/2006/relationships/image" Target="../media/image17.svg"/></Relationships>
</file>

<file path=ppt/slides/_rels/slide3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11.svg"/></Relationships>
</file>

<file path=ppt/slides/_rels/slide4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28.xml"/><Relationship Id="rId1" Type="http://schemas.openxmlformats.org/officeDocument/2006/relationships/slideLayout" Target="../slideLayouts/slideLayout10.xml"/><Relationship Id="rId4" Type="http://schemas.openxmlformats.org/officeDocument/2006/relationships/image" Target="../media/image11.svg"/></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10.xml"/><Relationship Id="rId5" Type="http://schemas.openxmlformats.org/officeDocument/2006/relationships/image" Target="../media/image11.svg"/><Relationship Id="rId4" Type="http://schemas.openxmlformats.org/officeDocument/2006/relationships/image" Target="../media/image17.svg"/></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10.xml"/><Relationship Id="rId5" Type="http://schemas.openxmlformats.org/officeDocument/2006/relationships/image" Target="../media/image11.svg"/><Relationship Id="rId4" Type="http://schemas.openxmlformats.org/officeDocument/2006/relationships/image" Target="../media/image17.svg"/></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10.xml"/><Relationship Id="rId5" Type="http://schemas.openxmlformats.org/officeDocument/2006/relationships/image" Target="../media/image11.svg"/><Relationship Id="rId4" Type="http://schemas.openxmlformats.org/officeDocument/2006/relationships/image" Target="../media/image17.svg"/></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10.xml"/><Relationship Id="rId5" Type="http://schemas.openxmlformats.org/officeDocument/2006/relationships/image" Target="../media/image11.svg"/><Relationship Id="rId4" Type="http://schemas.openxmlformats.org/officeDocument/2006/relationships/image" Target="../media/image17.svg"/></Relationships>
</file>

<file path=ppt/slides/_rels/slide45.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7.svg"/><Relationship Id="rId2" Type="http://schemas.openxmlformats.org/officeDocument/2006/relationships/notesSlide" Target="../notesSlides/notesSlide33.xml"/><Relationship Id="rId1" Type="http://schemas.openxmlformats.org/officeDocument/2006/relationships/slideLayout" Target="../slideLayouts/slideLayout10.xml"/><Relationship Id="rId6" Type="http://schemas.openxmlformats.org/officeDocument/2006/relationships/hyperlink" Target="https://www.nsw.gov.au/ministerial-releases/nsw-ev-milestone-over-100000-electric-vehicles-registered-121-million-litres-of-petrol-saved" TargetMode="External"/><Relationship Id="rId5" Type="http://schemas.openxmlformats.org/officeDocument/2006/relationships/hyperlink" Target="https://www.energy.nsw.gov.au/households/action/energy-changing" TargetMode="External"/><Relationship Id="rId4" Type="http://schemas.openxmlformats.org/officeDocument/2006/relationships/hyperlink" Target="https://www.riotinto.com/en/operations/anz/tomago"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7.svg"/><Relationship Id="rId2" Type="http://schemas.openxmlformats.org/officeDocument/2006/relationships/notesSlide" Target="../notesSlides/notesSlide34.xml"/><Relationship Id="rId1" Type="http://schemas.openxmlformats.org/officeDocument/2006/relationships/slideLayout" Target="../slideLayouts/slideLayout10.xml"/><Relationship Id="rId6" Type="http://schemas.openxmlformats.org/officeDocument/2006/relationships/hyperlink" Target="https://www.nsw.gov.au/ministerial-releases/nsw-ev-milestone-over-100000-electric-vehicles-registered-121-million-litres-of-petrol-saved" TargetMode="External"/><Relationship Id="rId5" Type="http://schemas.openxmlformats.org/officeDocument/2006/relationships/hyperlink" Target="https://www.energy.nsw.gov.au/households/action/energy-changing" TargetMode="External"/><Relationship Id="rId4" Type="http://schemas.openxmlformats.org/officeDocument/2006/relationships/hyperlink" Target="https://www.riotinto.com/en/operations/anz/tomago"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7.svg"/><Relationship Id="rId2" Type="http://schemas.openxmlformats.org/officeDocument/2006/relationships/notesSlide" Target="../notesSlides/notesSlide35.xml"/><Relationship Id="rId1" Type="http://schemas.openxmlformats.org/officeDocument/2006/relationships/slideLayout" Target="../slideLayouts/slideLayout10.xml"/><Relationship Id="rId6" Type="http://schemas.openxmlformats.org/officeDocument/2006/relationships/hyperlink" Target="https://www.nsw.gov.au/ministerial-releases/nsw-ev-milestone-over-100000-electric-vehicles-registered-121-million-litres-of-petrol-saved" TargetMode="External"/><Relationship Id="rId5" Type="http://schemas.openxmlformats.org/officeDocument/2006/relationships/hyperlink" Target="https://www.energy.nsw.gov.au/households/action/energy-changing" TargetMode="External"/><Relationship Id="rId4" Type="http://schemas.openxmlformats.org/officeDocument/2006/relationships/hyperlink" Target="https://www.riotinto.com/en/operations/anz/tomago"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36.xml"/><Relationship Id="rId1" Type="http://schemas.openxmlformats.org/officeDocument/2006/relationships/slideLayout" Target="../slideLayouts/slideLayout10.xml"/><Relationship Id="rId6" Type="http://schemas.openxmlformats.org/officeDocument/2006/relationships/image" Target="../media/image17.svg"/><Relationship Id="rId5" Type="http://schemas.openxmlformats.org/officeDocument/2006/relationships/hyperlink" Target="https://www.soe.epa.nsw.gov.au/all-themes/people-and-industry/energy-consumption-2024" TargetMode="External"/><Relationship Id="rId4" Type="http://schemas.openxmlformats.org/officeDocument/2006/relationships/hyperlink" Target="https://www.aemo.com.au/energy-systems/electricity/national-electricity-market-nem/nem-forecasting-and-planning/operational-forecasting/load-forecasting-in-pre-dispatch-and-stpasa"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37.xml"/><Relationship Id="rId1" Type="http://schemas.openxmlformats.org/officeDocument/2006/relationships/slideLayout" Target="../slideLayouts/slideLayout10.xml"/><Relationship Id="rId6" Type="http://schemas.openxmlformats.org/officeDocument/2006/relationships/image" Target="../media/image17.svg"/><Relationship Id="rId5" Type="http://schemas.openxmlformats.org/officeDocument/2006/relationships/hyperlink" Target="https://www.soe.epa.nsw.gov.au/all-themes/people-and-industry/energy-consumption-2024" TargetMode="External"/><Relationship Id="rId4" Type="http://schemas.openxmlformats.org/officeDocument/2006/relationships/hyperlink" Target="https://www.aemo.com.au/energy-systems/electricity/national-electricity-market-nem/nem-forecasting-and-planning/operational-forecasting/load-forecasting-in-pre-dispatch-and-stpasa"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38.xml"/><Relationship Id="rId1" Type="http://schemas.openxmlformats.org/officeDocument/2006/relationships/slideLayout" Target="../slideLayouts/slideLayout10.xml"/><Relationship Id="rId6" Type="http://schemas.openxmlformats.org/officeDocument/2006/relationships/image" Target="../media/image17.svg"/><Relationship Id="rId5" Type="http://schemas.openxmlformats.org/officeDocument/2006/relationships/hyperlink" Target="https://www.soe.epa.nsw.gov.au/all-themes/people-and-industry/energy-consumption-2024" TargetMode="External"/><Relationship Id="rId4" Type="http://schemas.openxmlformats.org/officeDocument/2006/relationships/hyperlink" Target="https://www.aemo.com.au/energy-systems/electricity/national-electricity-market-nem/nem-forecasting-and-planning/operational-forecasting/load-forecasting-in-pre-dispatch-and-stpasa" TargetMode="External"/></Relationships>
</file>

<file path=ppt/slides/_rels/slide5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Forecasting Tomorrow’s Electricity Demand in New South Wales"/>
          <p:cNvSpPr txBox="1">
            <a:spLocks noGrp="1"/>
          </p:cNvSpPr>
          <p:nvPr>
            <p:ph type="ctrTitle"/>
          </p:nvPr>
        </p:nvSpPr>
        <p:spPr>
          <a:xfrm>
            <a:off x="1270000" y="3673848"/>
            <a:ext cx="21844000" cy="3879454"/>
          </a:xfrm>
          <a:prstGeom prst="rect">
            <a:avLst/>
          </a:prstGeom>
        </p:spPr>
        <p:txBody>
          <a:bodyPr/>
          <a:lstStyle>
            <a:lvl1pPr defTabSz="2292038">
              <a:defRPr sz="10904" spc="-327"/>
            </a:lvl1pPr>
          </a:lstStyle>
          <a:p>
            <a:r>
              <a:rPr lang="en-AU" sz="10900">
                <a:gradFill flip="none">
                  <a:gsLst>
                    <a:gs pos="0">
                      <a:srgbClr val="00E8FF"/>
                    </a:gs>
                    <a:gs pos="100000">
                      <a:srgbClr val="FF00F7"/>
                    </a:gs>
                  </a:gsLst>
                  <a:lin ang="3967761" scaled="0"/>
                </a:gradFill>
                <a:latin typeface="Myriad Set Pro Text"/>
              </a:rPr>
              <a:t>Forecasting Tomorrow’s Electricity Demand in New South Wales</a:t>
            </a:r>
          </a:p>
        </p:txBody>
      </p:sp>
      <p:sp>
        <p:nvSpPr>
          <p:cNvPr id="172" name="Kelly Hamilton · Daniel Cao · Swapnil Shinde · Faiza Mumtaz · Xavier Sun · Arman Hajisafi…"/>
          <p:cNvSpPr txBox="1">
            <a:spLocks noGrp="1"/>
          </p:cNvSpPr>
          <p:nvPr>
            <p:ph type="body" idx="21"/>
          </p:nvPr>
        </p:nvSpPr>
        <p:spPr>
          <a:xfrm>
            <a:off x="1270000" y="11492077"/>
            <a:ext cx="21844000" cy="1116271"/>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pPr defTabSz="718184">
              <a:defRPr sz="3045"/>
            </a:pPr>
            <a:r>
              <a:t>Kelly Hamilton · Daniel Cao · Swapnil Shinde · Faiza Mumtaz · Xavier Sun · Arman Hajisafi</a:t>
            </a:r>
          </a:p>
          <a:p>
            <a:pPr defTabSz="718184">
              <a:defRPr sz="3045"/>
            </a:pPr>
            <a:r>
              <a:t>October 2026</a:t>
            </a:r>
          </a:p>
        </p:txBody>
      </p:sp>
      <p:sp>
        <p:nvSpPr>
          <p:cNvPr id="173" name="ZZSC9020 DATA SCIENCE CAPSTONE…"/>
          <p:cNvSpPr txBox="1">
            <a:spLocks noGrp="1"/>
          </p:cNvSpPr>
          <p:nvPr>
            <p:ph type="subTitle" sz="quarter" idx="1"/>
          </p:nvPr>
        </p:nvSpPr>
        <p:spPr>
          <a:xfrm>
            <a:off x="1269999" y="7889964"/>
            <a:ext cx="21844001" cy="2512353"/>
          </a:xfrm>
          <a:prstGeom prst="rect">
            <a:avLst/>
          </a:prstGeom>
        </p:spPr>
        <p:txBody>
          <a:bodyPr lIns="50800" tIns="50800" rIns="50800" bIns="50800" anchor="t">
            <a:normAutofit/>
          </a:bodyPr>
          <a:lstStyle/>
          <a:p>
            <a:pPr marL="0" indent="0" algn="ctr">
              <a:buNone/>
            </a:pPr>
            <a:r>
              <a:rPr lang="en-AU">
                <a:latin typeface="Myriad Set Pro Bold"/>
              </a:rPr>
              <a:t>ZZSC9020 DATA SCIENCE CAPSTONE  </a:t>
            </a:r>
          </a:p>
          <a:p>
            <a:pPr marL="0" indent="0" algn="ctr">
              <a:buNone/>
            </a:pPr>
            <a:r>
              <a:rPr lang="en-AU">
                <a:latin typeface="Myriad Set Pro Bold"/>
              </a:rPr>
              <a:t>GROUP A</a:t>
            </a:r>
          </a:p>
        </p:txBody>
      </p:sp>
      <p:pic>
        <p:nvPicPr>
          <p:cNvPr id="174" name="Image" descr="Image"/>
          <p:cNvPicPr>
            <a:picLocks noChangeAspect="1"/>
          </p:cNvPicPr>
          <p:nvPr/>
        </p:nvPicPr>
        <p:blipFill>
          <a:blip r:embed="rId3"/>
          <a:srcRect l="12722" t="9839" r="12722" b="20540"/>
          <a:stretch>
            <a:fillRect/>
          </a:stretch>
        </p:blipFill>
        <p:spPr>
          <a:xfrm>
            <a:off x="10625152" y="1214765"/>
            <a:ext cx="3133695" cy="2926306"/>
          </a:xfrm>
          <a:prstGeom prst="roundRect">
            <a:avLst/>
          </a:prstGeom>
          <a:ln w="12700">
            <a:miter lim="400000"/>
          </a:ln>
        </p:spPr>
      </p:pic>
      <p:pic>
        <p:nvPicPr>
          <p:cNvPr id="2" name="Camera 1">
            <a:extLst>
              <a:ext uri="{FF2B5EF4-FFF2-40B4-BE49-F238E27FC236}">
                <a16:creationId xmlns:a16="http://schemas.microsoft.com/office/drawing/2014/main" id="{84BD2891-076E-61B6-51E2-84CE5B5A2D6C}"/>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4"/>
              </a:ext>
            </a:extLst>
          </a:blip>
          <a:stretch>
            <a:fillRect/>
          </a:stretch>
        </p:blipFill>
        <p:spPr>
          <a:xfrm>
            <a:off x="20256674" y="26271"/>
            <a:ext cx="4114800" cy="4114800"/>
          </a:xfrm>
          <a:prstGeom prst="ellipse">
            <a:avLst/>
          </a:prstGeom>
          <a:ln>
            <a:noFill/>
          </a:ln>
          <a:effectLst>
            <a:outerShdw blurRad="190500" algn="tl" rotWithShape="0">
              <a:srgbClr val="000000">
                <a:alpha val="30000"/>
              </a:srgbClr>
            </a:outerShdw>
          </a:effectLst>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1. Team Intro"/>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t>1. Team Intro</a:t>
            </a:r>
          </a:p>
        </p:txBody>
      </p:sp>
      <p:sp>
        <p:nvSpPr>
          <p:cNvPr id="181" name="by Swapnil"/>
          <p:cNvSpPr txBox="1"/>
          <p:nvPr/>
        </p:nvSpPr>
        <p:spPr>
          <a:xfrm>
            <a:off x="7160885" y="7516724"/>
            <a:ext cx="9652001" cy="15494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rmAutofit/>
          </a:bodyPr>
          <a:lstStyle>
            <a:lvl1pPr algn="ctr" defTabSz="825500">
              <a:lnSpc>
                <a:spcPct val="80000"/>
              </a:lnSpc>
              <a:spcBef>
                <a:spcPts val="0"/>
              </a:spcBef>
              <a:defRPr sz="8400" spc="-252">
                <a:gradFill flip="none" rotWithShape="1">
                  <a:gsLst>
                    <a:gs pos="0">
                      <a:srgbClr val="FFFFFF"/>
                    </a:gs>
                    <a:gs pos="100000">
                      <a:srgbClr val="929292"/>
                    </a:gs>
                  </a:gsLst>
                  <a:lin ang="5400000" scaled="0"/>
                </a:gradFill>
                <a:latin typeface="Myriad Set Pro Bold"/>
                <a:ea typeface="Myriad Set Pro Bold"/>
                <a:cs typeface="Myriad Set Pro Bold"/>
                <a:sym typeface="Myriad Set Pro Bold"/>
              </a:defRPr>
            </a:lvl1pPr>
          </a:lstStyle>
          <a:p>
            <a:r>
              <a:t>by Swapnil</a:t>
            </a:r>
          </a:p>
        </p:txBody>
      </p:sp>
      <p:pic>
        <p:nvPicPr>
          <p:cNvPr id="3" name="Camera 2">
            <a:extLst>
              <a:ext uri="{FF2B5EF4-FFF2-40B4-BE49-F238E27FC236}">
                <a16:creationId xmlns:a16="http://schemas.microsoft.com/office/drawing/2014/main" id="{03B2F744-EB09-ED93-5827-C962FAD0492C}"/>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18120682" y="157641"/>
            <a:ext cx="6263318" cy="6263318"/>
          </a:xfrm>
          <a:prstGeom prst="ellipse">
            <a:avLst/>
          </a:prstGeom>
          <a:ln>
            <a:noFill/>
          </a:ln>
          <a:effectLst>
            <a:outerShdw blurRad="190500" algn="tl" rotWithShape="0">
              <a:srgbClr val="000000">
                <a:alpha val="30000"/>
              </a:srgbClr>
            </a:outerShdw>
          </a:effectLst>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AutoShape 3"/>
          <p:cNvSpPr/>
          <p:nvPr/>
        </p:nvSpPr>
        <p:spPr>
          <a:xfrm flipH="1">
            <a:off x="1975149" y="6187474"/>
            <a:ext cx="1559484" cy="1"/>
          </a:xfrm>
          <a:prstGeom prst="line">
            <a:avLst/>
          </a:prstGeom>
          <a:ln w="38100">
            <a:solidFill>
              <a:srgbClr val="FA975C"/>
            </a:solidFill>
          </a:ln>
        </p:spPr>
        <p:txBody>
          <a:bodyPr lIns="60959" tIns="60959" rIns="60959" bIns="60959"/>
          <a:lstStyle/>
          <a:p>
            <a:pPr defTabSz="1219200">
              <a:spcBef>
                <a:spcPts val="0"/>
              </a:spcBef>
              <a:defRPr sz="2400">
                <a:solidFill>
                  <a:srgbClr val="000000"/>
                </a:solidFill>
                <a:latin typeface="SF Hello Regular"/>
                <a:ea typeface="SF Hello Regular"/>
                <a:cs typeface="SF Hello Regular"/>
                <a:sym typeface="SF Hello Regular"/>
              </a:defRPr>
            </a:pPr>
            <a:endParaRPr/>
          </a:p>
        </p:txBody>
      </p:sp>
      <p:pic>
        <p:nvPicPr>
          <p:cNvPr id="185" name="Picture 6" descr="Picture 6"/>
          <p:cNvPicPr>
            <a:picLocks noChangeAspect="1"/>
          </p:cNvPicPr>
          <p:nvPr/>
        </p:nvPicPr>
        <p:blipFill>
          <a:blip r:embed="rId2"/>
          <a:stretch>
            <a:fillRect/>
          </a:stretch>
        </p:blipFill>
        <p:spPr>
          <a:xfrm>
            <a:off x="11058185" y="7498515"/>
            <a:ext cx="2021887" cy="202188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86" name="AutoShape 7"/>
          <p:cNvSpPr/>
          <p:nvPr/>
        </p:nvSpPr>
        <p:spPr>
          <a:xfrm>
            <a:off x="2031360" y="8455526"/>
            <a:ext cx="4353628" cy="1"/>
          </a:xfrm>
          <a:prstGeom prst="line">
            <a:avLst/>
          </a:prstGeom>
          <a:ln w="25400">
            <a:solidFill>
              <a:srgbClr val="FA975C"/>
            </a:solidFill>
          </a:ln>
        </p:spPr>
        <p:txBody>
          <a:bodyPr lIns="60959" tIns="60959" rIns="60959" bIns="60959"/>
          <a:lstStyle/>
          <a:p>
            <a:pPr defTabSz="1219200">
              <a:spcBef>
                <a:spcPts val="0"/>
              </a:spcBef>
              <a:defRPr sz="2400">
                <a:solidFill>
                  <a:srgbClr val="000000"/>
                </a:solidFill>
                <a:latin typeface="SF Hello Regular"/>
                <a:ea typeface="SF Hello Regular"/>
                <a:cs typeface="SF Hello Regular"/>
                <a:sym typeface="SF Hello Regular"/>
              </a:defRPr>
            </a:pPr>
            <a:endParaRPr/>
          </a:p>
        </p:txBody>
      </p:sp>
      <p:sp>
        <p:nvSpPr>
          <p:cNvPr id="187" name="AutoShape 8"/>
          <p:cNvSpPr/>
          <p:nvPr/>
        </p:nvSpPr>
        <p:spPr>
          <a:xfrm>
            <a:off x="2031360" y="12319000"/>
            <a:ext cx="4353628" cy="0"/>
          </a:xfrm>
          <a:prstGeom prst="line">
            <a:avLst/>
          </a:prstGeom>
          <a:ln w="25400">
            <a:solidFill>
              <a:srgbClr val="FA975C"/>
            </a:solidFill>
          </a:ln>
        </p:spPr>
        <p:txBody>
          <a:bodyPr lIns="60959" tIns="60959" rIns="60959" bIns="60959"/>
          <a:lstStyle/>
          <a:p>
            <a:pPr defTabSz="1219200">
              <a:spcBef>
                <a:spcPts val="0"/>
              </a:spcBef>
              <a:defRPr sz="2400">
                <a:solidFill>
                  <a:srgbClr val="000000"/>
                </a:solidFill>
                <a:latin typeface="SF Hello Regular"/>
                <a:ea typeface="SF Hello Regular"/>
                <a:cs typeface="SF Hello Regular"/>
                <a:sym typeface="SF Hello Regular"/>
              </a:defRPr>
            </a:pPr>
            <a:endParaRPr/>
          </a:p>
        </p:txBody>
      </p:sp>
      <p:sp>
        <p:nvSpPr>
          <p:cNvPr id="188" name="TextBox 9"/>
          <p:cNvSpPr txBox="1"/>
          <p:nvPr/>
        </p:nvSpPr>
        <p:spPr>
          <a:xfrm>
            <a:off x="1855393" y="4241197"/>
            <a:ext cx="7516035" cy="1162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1219200">
              <a:lnSpc>
                <a:spcPts val="9200"/>
              </a:lnSpc>
              <a:spcBef>
                <a:spcPts val="0"/>
              </a:spcBef>
              <a:defRPr sz="7200" spc="769">
                <a:latin typeface="Myriad Set Pro Text"/>
                <a:ea typeface="Myriad Set Pro Text"/>
                <a:cs typeface="Myriad Set Pro Text"/>
                <a:sym typeface="Myriad Set Pro Text"/>
              </a:defRPr>
            </a:lvl1pPr>
          </a:lstStyle>
          <a:p>
            <a:r>
              <a:t>THE TEAM</a:t>
            </a:r>
          </a:p>
        </p:txBody>
      </p:sp>
      <p:sp>
        <p:nvSpPr>
          <p:cNvPr id="189" name="TextBox 10"/>
          <p:cNvSpPr txBox="1"/>
          <p:nvPr/>
        </p:nvSpPr>
        <p:spPr>
          <a:xfrm>
            <a:off x="1975149" y="6545729"/>
            <a:ext cx="7516035" cy="11932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defTabSz="1219200">
              <a:lnSpc>
                <a:spcPts val="4600"/>
              </a:lnSpc>
              <a:spcBef>
                <a:spcPts val="0"/>
              </a:spcBef>
              <a:defRPr sz="4000" spc="492">
                <a:latin typeface="Myriad Set Pro Text"/>
                <a:ea typeface="Myriad Set Pro Text"/>
                <a:cs typeface="Myriad Set Pro Text"/>
                <a:sym typeface="Myriad Set Pro Text"/>
              </a:defRPr>
            </a:pPr>
            <a:r>
              <a:rPr lang="en-AU"/>
              <a:t>Group</a:t>
            </a:r>
            <a:r>
              <a:t> </a:t>
            </a:r>
            <a:r>
              <a:rPr lang="en-AU"/>
              <a:t>A </a:t>
            </a:r>
            <a:r>
              <a:t>is made up of</a:t>
            </a:r>
          </a:p>
          <a:p>
            <a:pPr defTabSz="1219200">
              <a:lnSpc>
                <a:spcPts val="4600"/>
              </a:lnSpc>
              <a:spcBef>
                <a:spcPts val="0"/>
              </a:spcBef>
              <a:defRPr sz="4000" spc="492">
                <a:latin typeface="Myriad Set Pro Text"/>
                <a:ea typeface="Myriad Set Pro Text"/>
                <a:cs typeface="Myriad Set Pro Text"/>
                <a:sym typeface="Myriad Set Pro Text"/>
              </a:defRPr>
            </a:pPr>
            <a:r>
              <a:t>6 team members.</a:t>
            </a:r>
          </a:p>
        </p:txBody>
      </p:sp>
      <p:sp>
        <p:nvSpPr>
          <p:cNvPr id="190" name="TextBox 11"/>
          <p:cNvSpPr txBox="1"/>
          <p:nvPr/>
        </p:nvSpPr>
        <p:spPr>
          <a:xfrm>
            <a:off x="2094861" y="9035563"/>
            <a:ext cx="5800734" cy="2702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defTabSz="1219200">
              <a:lnSpc>
                <a:spcPts val="4200"/>
              </a:lnSpc>
              <a:spcBef>
                <a:spcPts val="0"/>
              </a:spcBef>
              <a:defRPr sz="3200" spc="204">
                <a:latin typeface="Myriad Set Pro Text"/>
                <a:ea typeface="Myriad Set Pro Text"/>
                <a:cs typeface="Myriad Set Pro Text"/>
                <a:sym typeface="Myriad Set Pro Text"/>
              </a:defRPr>
            </a:pPr>
            <a:r>
              <a:t>A combination of </a:t>
            </a:r>
          </a:p>
          <a:p>
            <a:pPr defTabSz="1219200">
              <a:lnSpc>
                <a:spcPts val="4200"/>
              </a:lnSpc>
              <a:spcBef>
                <a:spcPts val="0"/>
              </a:spcBef>
              <a:defRPr sz="3200" spc="204">
                <a:latin typeface="Myriad Set Pro Text"/>
                <a:ea typeface="Myriad Set Pro Text"/>
                <a:cs typeface="Myriad Set Pro Text"/>
                <a:sym typeface="Myriad Set Pro Text"/>
              </a:defRPr>
            </a:pPr>
            <a:r>
              <a:t>knowledge and skills </a:t>
            </a:r>
          </a:p>
          <a:p>
            <a:pPr defTabSz="1219200">
              <a:lnSpc>
                <a:spcPts val="4200"/>
              </a:lnSpc>
              <a:spcBef>
                <a:spcPts val="0"/>
              </a:spcBef>
              <a:defRPr sz="3200" spc="204">
                <a:latin typeface="Myriad Set Pro Text"/>
                <a:ea typeface="Myriad Set Pro Text"/>
                <a:cs typeface="Myriad Set Pro Text"/>
                <a:sym typeface="Myriad Set Pro Text"/>
              </a:defRPr>
            </a:pPr>
            <a:r>
              <a:t>in various fields can </a:t>
            </a:r>
          </a:p>
          <a:p>
            <a:pPr defTabSz="1219200">
              <a:lnSpc>
                <a:spcPts val="4200"/>
              </a:lnSpc>
              <a:spcBef>
                <a:spcPts val="0"/>
              </a:spcBef>
              <a:defRPr sz="3200" spc="204">
                <a:latin typeface="Myriad Set Pro Text"/>
                <a:ea typeface="Myriad Set Pro Text"/>
                <a:cs typeface="Myriad Set Pro Text"/>
                <a:sym typeface="Myriad Set Pro Text"/>
              </a:defRPr>
            </a:pPr>
            <a:r>
              <a:t>enhance business performance.</a:t>
            </a:r>
          </a:p>
        </p:txBody>
      </p:sp>
      <p:sp>
        <p:nvSpPr>
          <p:cNvPr id="191" name="TextBox 12"/>
          <p:cNvSpPr txBox="1"/>
          <p:nvPr/>
        </p:nvSpPr>
        <p:spPr>
          <a:xfrm>
            <a:off x="19994773" y="10182410"/>
            <a:ext cx="3045781" cy="12950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gn="ctr" defTabSz="1219200">
              <a:lnSpc>
                <a:spcPts val="5300"/>
              </a:lnSpc>
              <a:spcBef>
                <a:spcPts val="0"/>
              </a:spcBef>
              <a:defRPr sz="3800" spc="466">
                <a:latin typeface="Myriad Set Pro Text"/>
                <a:ea typeface="Myriad Set Pro Text"/>
                <a:cs typeface="Myriad Set Pro Text"/>
                <a:sym typeface="Myriad Set Pro Text"/>
              </a:defRPr>
            </a:pPr>
            <a:r>
              <a:t>Xavier</a:t>
            </a:r>
          </a:p>
          <a:p>
            <a:pPr algn="ctr" defTabSz="1219200">
              <a:lnSpc>
                <a:spcPts val="5300"/>
              </a:lnSpc>
              <a:spcBef>
                <a:spcPts val="0"/>
              </a:spcBef>
              <a:defRPr sz="2400" u="sng" spc="294">
                <a:latin typeface="Myriad Set Pro Text"/>
                <a:ea typeface="Myriad Set Pro Text"/>
                <a:cs typeface="Myriad Set Pro Text"/>
                <a:sym typeface="Myriad Set Pro Text"/>
              </a:defRPr>
            </a:pPr>
            <a:r>
              <a:t>Product Manager</a:t>
            </a:r>
          </a:p>
        </p:txBody>
      </p:sp>
      <p:sp>
        <p:nvSpPr>
          <p:cNvPr id="192" name="TextBox 14"/>
          <p:cNvSpPr txBox="1"/>
          <p:nvPr/>
        </p:nvSpPr>
        <p:spPr>
          <a:xfrm>
            <a:off x="19994773" y="4674145"/>
            <a:ext cx="3045781" cy="12950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gn="ctr" defTabSz="1219200">
              <a:lnSpc>
                <a:spcPts val="5300"/>
              </a:lnSpc>
              <a:spcBef>
                <a:spcPts val="0"/>
              </a:spcBef>
              <a:defRPr sz="3800" spc="466">
                <a:latin typeface="Myriad Set Pro Text"/>
                <a:ea typeface="Myriad Set Pro Text"/>
                <a:cs typeface="Myriad Set Pro Text"/>
                <a:sym typeface="Myriad Set Pro Text"/>
              </a:defRPr>
            </a:pPr>
            <a:r>
              <a:t>Faiza</a:t>
            </a:r>
          </a:p>
          <a:p>
            <a:pPr algn="ctr" defTabSz="1219200">
              <a:lnSpc>
                <a:spcPts val="5300"/>
              </a:lnSpc>
              <a:spcBef>
                <a:spcPts val="0"/>
              </a:spcBef>
              <a:defRPr sz="2400" u="sng" spc="294">
                <a:latin typeface="Myriad Set Pro Text"/>
                <a:ea typeface="Myriad Set Pro Text"/>
                <a:cs typeface="Myriad Set Pro Text"/>
                <a:sym typeface="Myriad Set Pro Text"/>
              </a:defRPr>
            </a:pPr>
            <a:r>
              <a:t>Data Scientist</a:t>
            </a:r>
          </a:p>
        </p:txBody>
      </p:sp>
      <p:pic>
        <p:nvPicPr>
          <p:cNvPr id="193" name="Picture 16"/>
          <p:cNvPicPr>
            <a:picLocks noChangeAspect="1"/>
          </p:cNvPicPr>
          <p:nvPr/>
        </p:nvPicPr>
        <p:blipFill>
          <a:blip r:embed="rId3"/>
          <a:srcRect l="4685" t="5925" r="8295" b="19417"/>
          <a:stretch>
            <a:fillRect/>
          </a:stretch>
        </p:blipFill>
        <p:spPr>
          <a:xfrm>
            <a:off x="11036542" y="2171799"/>
            <a:ext cx="2362209" cy="246629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94" name="TextBox 17"/>
          <p:cNvSpPr txBox="1"/>
          <p:nvPr/>
        </p:nvSpPr>
        <p:spPr>
          <a:xfrm>
            <a:off x="10530667" y="4674556"/>
            <a:ext cx="3045781" cy="12950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spAutoFit/>
          </a:bodyPr>
          <a:lstStyle/>
          <a:p>
            <a:pPr algn="ctr" defTabSz="1219200">
              <a:lnSpc>
                <a:spcPts val="5300"/>
              </a:lnSpc>
              <a:spcBef>
                <a:spcPts val="0"/>
              </a:spcBef>
              <a:defRPr sz="3800" spc="466">
                <a:latin typeface="Myriad Set Pro Text"/>
                <a:ea typeface="Myriad Set Pro Text"/>
                <a:cs typeface="Myriad Set Pro Text"/>
                <a:sym typeface="Myriad Set Pro Text"/>
              </a:defRPr>
            </a:pPr>
            <a:r>
              <a:t>Arman</a:t>
            </a:r>
          </a:p>
          <a:p>
            <a:pPr algn="ctr" defTabSz="1219200">
              <a:lnSpc>
                <a:spcPts val="5300"/>
              </a:lnSpc>
              <a:spcBef>
                <a:spcPts val="0"/>
              </a:spcBef>
              <a:defRPr sz="2400" u="sng" spc="294">
                <a:latin typeface="Myriad Set Pro Text"/>
                <a:ea typeface="Myriad Set Pro Text"/>
                <a:cs typeface="Myriad Set Pro Text"/>
                <a:sym typeface="Myriad Set Pro Text"/>
              </a:defRPr>
            </a:pPr>
            <a:r>
              <a:t>Data </a:t>
            </a:r>
            <a:r>
              <a:rPr lang="en-US"/>
              <a:t>Engineer</a:t>
            </a:r>
            <a:endParaRPr/>
          </a:p>
        </p:txBody>
      </p:sp>
      <p:sp>
        <p:nvSpPr>
          <p:cNvPr id="195" name="TextBox 12"/>
          <p:cNvSpPr txBox="1"/>
          <p:nvPr/>
        </p:nvSpPr>
        <p:spPr>
          <a:xfrm>
            <a:off x="10574826" y="10055623"/>
            <a:ext cx="3045781" cy="12950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gn="ctr" defTabSz="1219200">
              <a:lnSpc>
                <a:spcPts val="5300"/>
              </a:lnSpc>
              <a:spcBef>
                <a:spcPts val="0"/>
              </a:spcBef>
              <a:defRPr sz="3800" spc="466">
                <a:latin typeface="Myriad Set Pro Text"/>
                <a:ea typeface="Myriad Set Pro Text"/>
                <a:cs typeface="Myriad Set Pro Text"/>
                <a:sym typeface="Myriad Set Pro Text"/>
              </a:defRPr>
            </a:pPr>
            <a:r>
              <a:t>Kelly</a:t>
            </a:r>
          </a:p>
          <a:p>
            <a:pPr algn="ctr" defTabSz="1219200">
              <a:lnSpc>
                <a:spcPts val="5300"/>
              </a:lnSpc>
              <a:spcBef>
                <a:spcPts val="0"/>
              </a:spcBef>
              <a:defRPr sz="2400" u="sng" spc="294">
                <a:latin typeface="Myriad Set Pro Text"/>
                <a:ea typeface="Myriad Set Pro Text"/>
                <a:cs typeface="Myriad Set Pro Text"/>
                <a:sym typeface="Myriad Set Pro Text"/>
              </a:defRPr>
            </a:pPr>
            <a:r>
              <a:t>Research Lead</a:t>
            </a:r>
          </a:p>
        </p:txBody>
      </p:sp>
      <p:pic>
        <p:nvPicPr>
          <p:cNvPr id="197" name="Picture 16" descr="A person smiling for the camera&#10;&#10;AI-generated content may be incorrect."/>
          <p:cNvPicPr>
            <a:picLocks noChangeAspect="1"/>
          </p:cNvPicPr>
          <p:nvPr/>
        </p:nvPicPr>
        <p:blipFill rotWithShape="1">
          <a:blip r:embed="rId4"/>
          <a:srcRect l="7678" t="272" r="6389" b="14645"/>
          <a:stretch>
            <a:fillRect/>
          </a:stretch>
        </p:blipFill>
        <p:spPr>
          <a:xfrm>
            <a:off x="15407770" y="7142374"/>
            <a:ext cx="2687892" cy="2687892"/>
          </a:xfrm>
          <a:prstGeom prst="ellipse">
            <a:avLst/>
          </a:prstGeom>
          <a:ln>
            <a:noFill/>
          </a:ln>
          <a:effectLst>
            <a:softEdge rad="112500"/>
          </a:effectLst>
        </p:spPr>
      </p:pic>
      <p:sp>
        <p:nvSpPr>
          <p:cNvPr id="198" name="TextBox 17"/>
          <p:cNvSpPr txBox="1"/>
          <p:nvPr/>
        </p:nvSpPr>
        <p:spPr>
          <a:xfrm>
            <a:off x="15407770" y="10199853"/>
            <a:ext cx="3045781" cy="12950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gn="ctr" defTabSz="1219200">
              <a:lnSpc>
                <a:spcPts val="5300"/>
              </a:lnSpc>
              <a:spcBef>
                <a:spcPts val="0"/>
              </a:spcBef>
              <a:defRPr sz="3800" spc="466">
                <a:latin typeface="Myriad Set Pro Text"/>
                <a:ea typeface="Myriad Set Pro Text"/>
                <a:cs typeface="Myriad Set Pro Text"/>
                <a:sym typeface="Myriad Set Pro Text"/>
              </a:defRPr>
            </a:pPr>
            <a:r>
              <a:t>Swapnil</a:t>
            </a:r>
          </a:p>
          <a:p>
            <a:pPr algn="ctr" defTabSz="1219200">
              <a:lnSpc>
                <a:spcPts val="5300"/>
              </a:lnSpc>
              <a:spcBef>
                <a:spcPts val="0"/>
              </a:spcBef>
              <a:defRPr sz="2400" u="sng" spc="294">
                <a:latin typeface="Myriad Set Pro Text"/>
                <a:ea typeface="Myriad Set Pro Text"/>
                <a:cs typeface="Myriad Set Pro Text"/>
                <a:sym typeface="Myriad Set Pro Text"/>
              </a:defRPr>
            </a:pPr>
            <a:r>
              <a:t>Team Lead</a:t>
            </a:r>
          </a:p>
        </p:txBody>
      </p:sp>
      <p:pic>
        <p:nvPicPr>
          <p:cNvPr id="199" name="Picture 16" descr="Picture 16"/>
          <p:cNvPicPr>
            <a:picLocks noChangeAspect="1"/>
          </p:cNvPicPr>
          <p:nvPr/>
        </p:nvPicPr>
        <p:blipFill>
          <a:blip r:embed="rId2"/>
          <a:stretch>
            <a:fillRect/>
          </a:stretch>
        </p:blipFill>
        <p:spPr>
          <a:xfrm>
            <a:off x="15963875" y="2170082"/>
            <a:ext cx="2021888" cy="2021887"/>
          </a:xfrm>
          <a:prstGeom prst="rect">
            <a:avLst/>
          </a:prstGeom>
          <a:ln w="12700">
            <a:miter lim="400000"/>
          </a:ln>
        </p:spPr>
      </p:pic>
      <p:sp>
        <p:nvSpPr>
          <p:cNvPr id="200" name="TextBox 17"/>
          <p:cNvSpPr txBox="1"/>
          <p:nvPr/>
        </p:nvSpPr>
        <p:spPr>
          <a:xfrm>
            <a:off x="15407770" y="4669309"/>
            <a:ext cx="3045781" cy="12950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gn="ctr" defTabSz="1219200">
              <a:lnSpc>
                <a:spcPts val="5300"/>
              </a:lnSpc>
              <a:spcBef>
                <a:spcPts val="0"/>
              </a:spcBef>
              <a:defRPr sz="3800" spc="466">
                <a:latin typeface="Myriad Set Pro Text"/>
                <a:ea typeface="Myriad Set Pro Text"/>
                <a:cs typeface="Myriad Set Pro Text"/>
                <a:sym typeface="Myriad Set Pro Text"/>
              </a:defRPr>
            </a:pPr>
            <a:r>
              <a:t>Daniel</a:t>
            </a:r>
          </a:p>
          <a:p>
            <a:pPr algn="ctr" defTabSz="1219200">
              <a:lnSpc>
                <a:spcPts val="5300"/>
              </a:lnSpc>
              <a:spcBef>
                <a:spcPts val="0"/>
              </a:spcBef>
              <a:defRPr sz="2400" u="sng" spc="294">
                <a:latin typeface="Myriad Set Pro Text"/>
                <a:ea typeface="Myriad Set Pro Text"/>
                <a:cs typeface="Myriad Set Pro Text"/>
                <a:sym typeface="Myriad Set Pro Text"/>
              </a:defRPr>
            </a:pPr>
            <a:r>
              <a:t>MLE Lead</a:t>
            </a:r>
          </a:p>
        </p:txBody>
      </p:sp>
      <p:pic>
        <p:nvPicPr>
          <p:cNvPr id="3" name="Camera 2">
            <a:extLst>
              <a:ext uri="{FF2B5EF4-FFF2-40B4-BE49-F238E27FC236}">
                <a16:creationId xmlns:a16="http://schemas.microsoft.com/office/drawing/2014/main" id="{BD2DC0F1-E1BF-5C96-2F06-826082D09DA4}"/>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5"/>
              </a:ext>
            </a:extLst>
          </a:blip>
          <a:stretch>
            <a:fillRect/>
          </a:stretch>
        </p:blipFill>
        <p:spPr>
          <a:xfrm>
            <a:off x="61524" y="62633"/>
            <a:ext cx="4114800" cy="4114800"/>
          </a:xfrm>
          <a:prstGeom prst="ellipse">
            <a:avLst/>
          </a:prstGeom>
          <a:ln>
            <a:noFill/>
          </a:ln>
          <a:effectLst>
            <a:outerShdw blurRad="190500" algn="tl" rotWithShape="0">
              <a:srgbClr val="000000">
                <a:alpha val="30000"/>
              </a:srgbClr>
            </a:outerShdw>
          </a:effectLst>
        </p:spPr>
      </p:pic>
      <p:pic>
        <p:nvPicPr>
          <p:cNvPr id="4" name="Picture 3">
            <a:extLst>
              <a:ext uri="{FF2B5EF4-FFF2-40B4-BE49-F238E27FC236}">
                <a16:creationId xmlns:a16="http://schemas.microsoft.com/office/drawing/2014/main" id="{1909536D-A5DE-113C-A079-8511E9E529BD}"/>
              </a:ext>
            </a:extLst>
          </p:cNvPr>
          <p:cNvPicPr>
            <a:picLocks noChangeAspect="1"/>
          </p:cNvPicPr>
          <p:nvPr/>
        </p:nvPicPr>
        <p:blipFill rotWithShape="1">
          <a:blip r:embed="rId6"/>
          <a:srcRect l="7979" r="7979"/>
          <a:stretch>
            <a:fillRect/>
          </a:stretch>
        </p:blipFill>
        <p:spPr>
          <a:xfrm>
            <a:off x="15850530" y="2071907"/>
            <a:ext cx="2160259" cy="2160259"/>
          </a:xfrm>
          <a:prstGeom prst="ellipse">
            <a:avLst/>
          </a:prstGeom>
        </p:spPr>
      </p:pic>
      <p:pic>
        <p:nvPicPr>
          <p:cNvPr id="2" name="Picture 1" descr="A person with long blonde hair&#10;&#10;AI-generated content may be incorrect.">
            <a:extLst>
              <a:ext uri="{FF2B5EF4-FFF2-40B4-BE49-F238E27FC236}">
                <a16:creationId xmlns:a16="http://schemas.microsoft.com/office/drawing/2014/main" id="{C5FC1953-0910-8AE1-67AF-B2502803452E}"/>
              </a:ext>
            </a:extLst>
          </p:cNvPr>
          <p:cNvPicPr>
            <a:picLocks noChangeAspect="1"/>
          </p:cNvPicPr>
          <p:nvPr/>
        </p:nvPicPr>
        <p:blipFill rotWithShape="1">
          <a:blip r:embed="rId7"/>
          <a:srcRect l="12934" t="12364" r="5187" b="11995"/>
          <a:stretch>
            <a:fillRect/>
          </a:stretch>
        </p:blipFill>
        <p:spPr>
          <a:xfrm>
            <a:off x="10799107" y="7227481"/>
            <a:ext cx="2597217" cy="259721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7CE4DFA1-4AE1-416A-FA11-0404559DD4A7}"/>
              </a:ext>
            </a:extLst>
          </p:cNvPr>
          <p:cNvPicPr>
            <a:picLocks noChangeAspect="1"/>
          </p:cNvPicPr>
          <p:nvPr/>
        </p:nvPicPr>
        <p:blipFill rotWithShape="1">
          <a:blip r:embed="rId8"/>
          <a:srcRect l="-420" t="5211" r="-420" b="10302"/>
          <a:stretch>
            <a:fillRect/>
          </a:stretch>
        </p:blipFill>
        <p:spPr>
          <a:xfrm>
            <a:off x="20072674" y="7272702"/>
            <a:ext cx="2714684" cy="2714684"/>
          </a:xfrm>
          <a:prstGeom prst="ellipse">
            <a:avLst/>
          </a:prstGeom>
        </p:spPr>
      </p:pic>
      <p:pic>
        <p:nvPicPr>
          <p:cNvPr id="9" name="Picture 16">
            <a:extLst>
              <a:ext uri="{FF2B5EF4-FFF2-40B4-BE49-F238E27FC236}">
                <a16:creationId xmlns:a16="http://schemas.microsoft.com/office/drawing/2014/main" id="{1E9CFD8A-2C37-49BC-C7E6-279F74B51A12}"/>
              </a:ext>
            </a:extLst>
          </p:cNvPr>
          <p:cNvPicPr>
            <a:picLocks noChangeAspect="1"/>
          </p:cNvPicPr>
          <p:nvPr/>
        </p:nvPicPr>
        <p:blipFill>
          <a:blip r:embed="rId9"/>
          <a:srcRect l="-1220" t="2251" r="1363" b="27119"/>
          <a:stretch>
            <a:fillRect/>
          </a:stretch>
        </p:blipFill>
        <p:spPr>
          <a:xfrm>
            <a:off x="20921753" y="2168046"/>
            <a:ext cx="2127051" cy="208366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6" name="Northern Lights display over a snowy mountain landscape" descr="Northern Lights display over a snowy mountain landscape"/>
          <p:cNvPicPr>
            <a:picLocks noGrp="1" noChangeAspect="1"/>
          </p:cNvPicPr>
          <p:nvPr>
            <p:ph type="pic" idx="21"/>
          </p:nvPr>
        </p:nvPicPr>
        <p:blipFill>
          <a:blip r:embed="rId3"/>
          <a:srcRect t="12465" b="12465"/>
          <a:stretch>
            <a:fillRect/>
          </a:stretch>
        </p:blipFill>
        <p:spPr>
          <a:xfrm>
            <a:off x="12192000" y="-6905"/>
            <a:ext cx="12204275" cy="13729810"/>
          </a:xfrm>
          <a:prstGeom prst="rect">
            <a:avLst/>
          </a:prstGeom>
        </p:spPr>
      </p:pic>
      <p:sp>
        <p:nvSpPr>
          <p:cNvPr id="177" name="Agenda"/>
          <p:cNvSpPr txBox="1">
            <a:spLocks noGrp="1"/>
          </p:cNvSpPr>
          <p:nvPr>
            <p:ph type="title"/>
          </p:nvPr>
        </p:nvSpPr>
        <p:spPr>
          <a:xfrm>
            <a:off x="1270000" y="1117155"/>
            <a:ext cx="9652001" cy="1549401"/>
          </a:xfrm>
          <a:prstGeom prst="rect">
            <a:avLst/>
          </a:prstGeom>
        </p:spPr>
        <p:txBody>
          <a:bodyPr/>
          <a:lstStyle>
            <a:lvl1pPr>
              <a:defRPr>
                <a:latin typeface="Myriad Set Pro Bold"/>
                <a:ea typeface="Myriad Set Pro Bold"/>
                <a:cs typeface="Myriad Set Pro Bold"/>
                <a:sym typeface="Myriad Set Pro Bold"/>
              </a:defRPr>
            </a:lvl1pPr>
          </a:lstStyle>
          <a:p>
            <a:r>
              <a:t>Agenda</a:t>
            </a:r>
          </a:p>
        </p:txBody>
      </p:sp>
      <p:sp>
        <p:nvSpPr>
          <p:cNvPr id="178" name="Introduction                            Swapnil…"/>
          <p:cNvSpPr txBox="1">
            <a:spLocks noGrp="1"/>
          </p:cNvSpPr>
          <p:nvPr>
            <p:ph type="body" sz="half" idx="1"/>
          </p:nvPr>
        </p:nvSpPr>
        <p:spPr>
          <a:xfrm>
            <a:off x="1270000" y="3742107"/>
            <a:ext cx="10789360" cy="8432801"/>
          </a:xfrm>
          <a:prstGeom prst="rect">
            <a:avLst/>
          </a:prstGeom>
        </p:spPr>
        <p:txBody>
          <a:bodyPr/>
          <a:lstStyle/>
          <a:p>
            <a:pPr marL="889000" indent="-889000">
              <a:lnSpc>
                <a:spcPct val="150000"/>
              </a:lnSpc>
              <a:buClrTx/>
              <a:buAutoNum type="arabicPeriod"/>
              <a:defRPr>
                <a:latin typeface="Myriad Set Pro Text"/>
                <a:ea typeface="Myriad Set Pro Text"/>
                <a:cs typeface="Myriad Set Pro Text"/>
                <a:sym typeface="Myriad Set Pro Text"/>
              </a:defRPr>
            </a:pPr>
            <a:r>
              <a:t>Introduction                            </a:t>
            </a:r>
            <a:r>
              <a:rPr sz="4000" i="1"/>
              <a:t>Swapnil</a:t>
            </a:r>
          </a:p>
          <a:p>
            <a:pPr marL="889000" indent="-889000">
              <a:lnSpc>
                <a:spcPct val="150000"/>
              </a:lnSpc>
              <a:buClrTx/>
              <a:buAutoNum type="arabicPeriod"/>
              <a:defRPr>
                <a:latin typeface="Myriad Set Pro Text"/>
                <a:ea typeface="Myriad Set Pro Text"/>
                <a:cs typeface="Myriad Set Pro Text"/>
                <a:sym typeface="Myriad Set Pro Text"/>
              </a:defRPr>
            </a:pPr>
            <a:r>
              <a:t>Problem Statement                 </a:t>
            </a:r>
            <a:r>
              <a:rPr lang="en-AU" sz="4000" i="1"/>
              <a:t>Kelly</a:t>
            </a:r>
            <a:endParaRPr sz="4000" i="1"/>
          </a:p>
          <a:p>
            <a:pPr marL="889000" indent="-889000">
              <a:lnSpc>
                <a:spcPct val="150000"/>
              </a:lnSpc>
              <a:buClrTx/>
              <a:buAutoNum type="arabicPeriod"/>
              <a:defRPr>
                <a:latin typeface="Myriad Set Pro Text"/>
                <a:ea typeface="Myriad Set Pro Text"/>
                <a:cs typeface="Myriad Set Pro Text"/>
                <a:sym typeface="Myriad Set Pro Text"/>
              </a:defRPr>
            </a:pPr>
            <a:r>
              <a:t>Our Process                              </a:t>
            </a:r>
            <a:r>
              <a:rPr lang="en-AU" sz="4000" i="1"/>
              <a:t>Daniel</a:t>
            </a:r>
            <a:endParaRPr sz="4000" i="1"/>
          </a:p>
          <a:p>
            <a:pPr marL="889000" indent="-889000">
              <a:lnSpc>
                <a:spcPct val="150000"/>
              </a:lnSpc>
              <a:buClrTx/>
              <a:buAutoNum type="arabicPeriod"/>
              <a:defRPr>
                <a:latin typeface="Myriad Set Pro Text"/>
                <a:ea typeface="Myriad Set Pro Text"/>
                <a:cs typeface="Myriad Set Pro Text"/>
                <a:sym typeface="Myriad Set Pro Text"/>
              </a:defRPr>
            </a:pPr>
            <a:r>
              <a:t>Findings                                   </a:t>
            </a:r>
            <a:r>
              <a:rPr lang="en-AU" sz="4000" i="1"/>
              <a:t>Faiza</a:t>
            </a:r>
            <a:endParaRPr sz="4000" i="1"/>
          </a:p>
          <a:p>
            <a:pPr marL="889000" indent="-889000">
              <a:lnSpc>
                <a:spcPct val="150000"/>
              </a:lnSpc>
              <a:buClrTx/>
              <a:buAutoNum type="arabicPeriod"/>
              <a:defRPr>
                <a:latin typeface="Myriad Set Pro Text"/>
                <a:ea typeface="Myriad Set Pro Text"/>
                <a:cs typeface="Myriad Set Pro Text"/>
                <a:sym typeface="Myriad Set Pro Text"/>
              </a:defRPr>
            </a:pPr>
            <a:r>
              <a:t>Results                                      </a:t>
            </a:r>
            <a:r>
              <a:rPr lang="en-AU" sz="4000" i="1"/>
              <a:t>Xavier</a:t>
            </a:r>
            <a:endParaRPr sz="4000" i="1"/>
          </a:p>
          <a:p>
            <a:pPr marL="889000" indent="-889000">
              <a:lnSpc>
                <a:spcPct val="150000"/>
              </a:lnSpc>
              <a:buClrTx/>
              <a:buAutoNum type="arabicPeriod"/>
              <a:defRPr>
                <a:latin typeface="Myriad Set Pro Text"/>
                <a:ea typeface="Myriad Set Pro Text"/>
                <a:cs typeface="Myriad Set Pro Text"/>
                <a:sym typeface="Myriad Set Pro Text"/>
              </a:defRPr>
            </a:pPr>
            <a:r>
              <a:t>Proposal                                   </a:t>
            </a:r>
            <a:r>
              <a:rPr lang="en-AU" sz="4000" i="1"/>
              <a:t>Arman</a:t>
            </a:r>
            <a:endParaRPr sz="4000" i="1"/>
          </a:p>
        </p:txBody>
      </p:sp>
      <p:pic>
        <p:nvPicPr>
          <p:cNvPr id="2" name="Camera 1">
            <a:extLst>
              <a:ext uri="{FF2B5EF4-FFF2-40B4-BE49-F238E27FC236}">
                <a16:creationId xmlns:a16="http://schemas.microsoft.com/office/drawing/2014/main" id="{71F6831E-7DC7-4D0A-4DE6-2FB8FFF3F55D}"/>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4"/>
              </a:ext>
            </a:extLst>
          </a:blip>
          <a:stretch>
            <a:fillRect/>
          </a:stretch>
        </p:blipFill>
        <p:spPr>
          <a:xfrm>
            <a:off x="19054118" y="157641"/>
            <a:ext cx="5329881" cy="5329881"/>
          </a:xfrm>
          <a:prstGeom prst="ellipse">
            <a:avLst/>
          </a:prstGeom>
          <a:ln>
            <a:noFill/>
          </a:ln>
          <a:effectLst>
            <a:outerShdw blurRad="190500" algn="tl" rotWithShape="0">
              <a:srgbClr val="000000">
                <a:alpha val="30000"/>
              </a:srgbClr>
            </a:outerShdw>
          </a:effectLst>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2. Problem Statement"/>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t>2. Problem Statement</a:t>
            </a:r>
          </a:p>
        </p:txBody>
      </p:sp>
      <p:sp>
        <p:nvSpPr>
          <p:cNvPr id="203" name="by Swapnil"/>
          <p:cNvSpPr txBox="1"/>
          <p:nvPr/>
        </p:nvSpPr>
        <p:spPr>
          <a:xfrm>
            <a:off x="7160885" y="7516724"/>
            <a:ext cx="9652001" cy="15494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rmAutofit/>
          </a:bodyPr>
          <a:lstStyle>
            <a:lvl1pPr algn="ctr" defTabSz="825500">
              <a:lnSpc>
                <a:spcPct val="80000"/>
              </a:lnSpc>
              <a:spcBef>
                <a:spcPts val="0"/>
              </a:spcBef>
              <a:defRPr sz="8400" spc="-252">
                <a:gradFill flip="none" rotWithShape="1">
                  <a:gsLst>
                    <a:gs pos="0">
                      <a:srgbClr val="FFFFFF"/>
                    </a:gs>
                    <a:gs pos="100000">
                      <a:srgbClr val="929292"/>
                    </a:gs>
                  </a:gsLst>
                  <a:lin ang="5400000" scaled="0"/>
                </a:gradFill>
                <a:latin typeface="Myriad Set Pro Bold"/>
                <a:ea typeface="Myriad Set Pro Bold"/>
                <a:cs typeface="Myriad Set Pro Bold"/>
                <a:sym typeface="Myriad Set Pro Bold"/>
              </a:defRPr>
            </a:lvl1pPr>
          </a:lstStyle>
          <a:p>
            <a:r>
              <a:t>by </a:t>
            </a:r>
            <a:r>
              <a:rPr lang="en-AU"/>
              <a:t>Kelly</a:t>
            </a:r>
            <a:endParaRPr/>
          </a:p>
        </p:txBody>
      </p:sp>
      <p:pic>
        <p:nvPicPr>
          <p:cNvPr id="2" name="Camera 1">
            <a:extLst>
              <a:ext uri="{FF2B5EF4-FFF2-40B4-BE49-F238E27FC236}">
                <a16:creationId xmlns:a16="http://schemas.microsoft.com/office/drawing/2014/main" id="{9326FD14-7142-FA2B-F3F9-AD1CF342BAF4}"/>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2"/>
              </a:ext>
            </a:extLst>
          </a:blip>
          <a:stretch>
            <a:fillRect/>
          </a:stretch>
        </p:blipFill>
        <p:spPr>
          <a:xfrm>
            <a:off x="18120682" y="157641"/>
            <a:ext cx="6263318" cy="6263318"/>
          </a:xfrm>
          <a:prstGeom prst="ellipse">
            <a:avLst/>
          </a:prstGeom>
          <a:ln>
            <a:noFill/>
          </a:ln>
          <a:effectLst>
            <a:outerShdw blurRad="190500" algn="tl" rotWithShape="0">
              <a:srgbClr val="000000">
                <a:alpha val="30000"/>
              </a:srgbClr>
            </a:outerShdw>
          </a:effectLst>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Why Tomorrow’s Demand Matters Today"/>
          <p:cNvSpPr txBox="1">
            <a:spLocks noGrp="1"/>
          </p:cNvSpPr>
          <p:nvPr>
            <p:ph type="title"/>
          </p:nvPr>
        </p:nvSpPr>
        <p:spPr>
          <a:xfrm>
            <a:off x="1986071" y="812800"/>
            <a:ext cx="18258077" cy="1557437"/>
          </a:xfrm>
          <a:prstGeom prst="rect">
            <a:avLst/>
          </a:prstGeom>
        </p:spPr>
        <p:txBody>
          <a:bodyPr/>
          <a:lstStyle>
            <a:lvl1pPr>
              <a:defRPr>
                <a:latin typeface="Myriad Set Pro Bold"/>
                <a:ea typeface="Myriad Set Pro Bold"/>
                <a:cs typeface="Myriad Set Pro Bold"/>
                <a:sym typeface="Myriad Set Pro Bold"/>
              </a:defRPr>
            </a:lvl1pPr>
          </a:lstStyle>
          <a:p>
            <a:r>
              <a:t>Why Tomorrow’s Demand Matters Today</a:t>
            </a:r>
          </a:p>
        </p:txBody>
      </p:sp>
      <p:sp>
        <p:nvSpPr>
          <p:cNvPr id="207" name="Plans are made a day ahead…"/>
          <p:cNvSpPr txBox="1">
            <a:spLocks noGrp="1"/>
          </p:cNvSpPr>
          <p:nvPr>
            <p:ph type="body" idx="4294967295"/>
          </p:nvPr>
        </p:nvSpPr>
        <p:spPr>
          <a:xfrm>
            <a:off x="806174" y="2831548"/>
            <a:ext cx="17426609" cy="9868452"/>
          </a:xfrm>
          <a:prstGeom prst="rect">
            <a:avLst/>
          </a:prstGeom>
        </p:spPr>
        <p:txBody>
          <a:bodyPr lIns="50800" tIns="50800" rIns="50800" bIns="50800" anchor="t">
            <a:normAutofit/>
          </a:bodyPr>
          <a:lstStyle/>
          <a:p>
            <a:pPr defTabSz="825500">
              <a:defRPr sz="5500" spc="-55">
                <a:latin typeface="Myriad Set Pro Text"/>
                <a:ea typeface="Myriad Set Pro Text"/>
                <a:cs typeface="Myriad Set Pro Text"/>
                <a:sym typeface="Myriad Set Pro Text"/>
              </a:defRPr>
            </a:pPr>
            <a:r>
              <a:rPr lang="en-US"/>
              <a:t>SDG </a:t>
            </a:r>
            <a:r>
              <a:rPr lang="en-US">
                <a:latin typeface="Wingdings"/>
                <a:sym typeface="Wingdings"/>
              </a:rPr>
              <a:t>à</a:t>
            </a:r>
            <a:r>
              <a:rPr lang="en-US"/>
              <a:t> Net Zero 2050 </a:t>
            </a:r>
            <a:r>
              <a:rPr lang="en-US">
                <a:latin typeface="Wingdings"/>
                <a:sym typeface="Wingdings"/>
              </a:rPr>
              <a:t>à</a:t>
            </a:r>
            <a:r>
              <a:rPr lang="en-US"/>
              <a:t> Reduction by 2030 </a:t>
            </a:r>
            <a:r>
              <a:rPr lang="en-US">
                <a:latin typeface="Wingdings"/>
                <a:sym typeface="Wingdings"/>
              </a:rPr>
              <a:t>à</a:t>
            </a:r>
            <a:r>
              <a:rPr lang="en-US"/>
              <a:t> ISP 2026 </a:t>
            </a:r>
            <a:r>
              <a:rPr lang="en-US">
                <a:latin typeface="Wingdings"/>
                <a:sym typeface="Wingdings"/>
              </a:rPr>
              <a:t>à</a:t>
            </a:r>
            <a:r>
              <a:rPr lang="en-US"/>
              <a:t> Project Energy Connect </a:t>
            </a:r>
            <a:r>
              <a:rPr lang="en-US">
                <a:latin typeface="Wingdings"/>
                <a:sym typeface="Wingdings"/>
              </a:rPr>
              <a:t>à</a:t>
            </a:r>
            <a:r>
              <a:rPr lang="en-US"/>
              <a:t> Nov 2026</a:t>
            </a:r>
          </a:p>
          <a:p>
            <a:pPr defTabSz="825500">
              <a:defRPr sz="5500" spc="-55">
                <a:latin typeface="Myriad Set Pro Text"/>
                <a:ea typeface="Myriad Set Pro Text"/>
                <a:cs typeface="Myriad Set Pro Text"/>
                <a:sym typeface="Myriad Set Pro Text"/>
              </a:defRPr>
            </a:pPr>
            <a:r>
              <a:rPr lang="en-US"/>
              <a:t>Energy grid demands</a:t>
            </a:r>
          </a:p>
          <a:p>
            <a:pPr defTabSz="825500">
              <a:defRPr sz="5500" spc="-55">
                <a:latin typeface="Myriad Set Pro Text"/>
                <a:ea typeface="Myriad Set Pro Text"/>
                <a:cs typeface="Myriad Set Pro Text"/>
                <a:sym typeface="Myriad Set Pro Text"/>
              </a:defRPr>
            </a:pPr>
            <a:r>
              <a:rPr lang="en-US"/>
              <a:t>BY 2028: Monitor: Solar; Wind and Battery conditions to determine Tomorrow’s Green energy supply to grid</a:t>
            </a:r>
            <a:endParaRPr/>
          </a:p>
          <a:p>
            <a:pPr defTabSz="825500">
              <a:defRPr sz="5500" spc="-55">
                <a:latin typeface="Myriad Set Pro Text"/>
                <a:ea typeface="Myriad Set Pro Text"/>
                <a:cs typeface="Myriad Set Pro Text"/>
                <a:sym typeface="Myriad Set Pro Text"/>
              </a:defRPr>
            </a:pPr>
            <a:r>
              <a:rPr lang="en-US"/>
              <a:t>Before we can </a:t>
            </a:r>
            <a:r>
              <a:rPr lang="en-US" err="1"/>
              <a:t>optimise</a:t>
            </a:r>
            <a:r>
              <a:rPr lang="en-US"/>
              <a:t> allocation of tomorrow's electricity... how accurately can we predict how much NSW will need… and which model remains reliable over long term temperature and seasonal change?</a:t>
            </a:r>
            <a:endParaRPr/>
          </a:p>
          <a:p>
            <a:pPr marL="640080" indent="-640080" defTabSz="825500">
              <a:defRPr sz="5500" spc="-55">
                <a:latin typeface="Myriad Set Pro Text"/>
                <a:ea typeface="Myriad Set Pro Text"/>
                <a:cs typeface="Myriad Set Pro Text"/>
                <a:sym typeface="Myriad Set Pro Text"/>
              </a:defRPr>
            </a:pPr>
            <a:endParaRPr/>
          </a:p>
        </p:txBody>
      </p:sp>
      <p:pic>
        <p:nvPicPr>
          <p:cNvPr id="6" name="Camera 5">
            <a:extLst>
              <a:ext uri="{FF2B5EF4-FFF2-40B4-BE49-F238E27FC236}">
                <a16:creationId xmlns:a16="http://schemas.microsoft.com/office/drawing/2014/main" id="{E6B07BDB-F4A1-CC00-03B3-E73C380050BA}"/>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2"/>
              </a:ext>
            </a:extLst>
          </a:blip>
          <a:stretch>
            <a:fillRect/>
          </a:stretch>
        </p:blipFill>
        <p:spPr>
          <a:xfrm>
            <a:off x="20394049" y="1288"/>
            <a:ext cx="3964899" cy="3989882"/>
          </a:xfrm>
          <a:prstGeom prst="ellipse">
            <a:avLst/>
          </a:prstGeom>
          <a:ln>
            <a:noFill/>
          </a:ln>
          <a:effectLst>
            <a:outerShdw blurRad="190500" algn="tl" rotWithShape="0">
              <a:srgbClr val="000000">
                <a:alpha val="30000"/>
              </a:srgbClr>
            </a:outerShdw>
          </a:effectLst>
        </p:spPr>
      </p:pic>
      <p:pic>
        <p:nvPicPr>
          <p:cNvPr id="2" name="Picture 1" descr="A yellow square with a light and a circle with a light on it&#10;&#10;AI-generated content may be incorrect.">
            <a:extLst>
              <a:ext uri="{FF2B5EF4-FFF2-40B4-BE49-F238E27FC236}">
                <a16:creationId xmlns:a16="http://schemas.microsoft.com/office/drawing/2014/main" id="{22DE2233-7C40-C57C-9BC1-940B8DB360B0}"/>
              </a:ext>
            </a:extLst>
          </p:cNvPr>
          <p:cNvPicPr>
            <a:picLocks noChangeAspect="1"/>
          </p:cNvPicPr>
          <p:nvPr/>
        </p:nvPicPr>
        <p:blipFill>
          <a:blip r:embed="rId3"/>
          <a:srcRect l="490"/>
          <a:stretch>
            <a:fillRect/>
          </a:stretch>
        </p:blipFill>
        <p:spPr>
          <a:xfrm>
            <a:off x="19337280" y="6821799"/>
            <a:ext cx="4489563" cy="4454943"/>
          </a:xfrm>
          <a:prstGeom prst="rect">
            <a:avLst/>
          </a:prstGeom>
        </p:spPr>
      </p:pic>
      <p:pic>
        <p:nvPicPr>
          <p:cNvPr id="3" name="Picture 2" descr="A blue background with white text&#10;&#10;AI-generated content may be incorrect.">
            <a:extLst>
              <a:ext uri="{FF2B5EF4-FFF2-40B4-BE49-F238E27FC236}">
                <a16:creationId xmlns:a16="http://schemas.microsoft.com/office/drawing/2014/main" id="{497DEC20-14FC-E641-6DFD-DC2BFDACED4E}"/>
              </a:ext>
            </a:extLst>
          </p:cNvPr>
          <p:cNvPicPr>
            <a:picLocks noChangeAspect="1"/>
          </p:cNvPicPr>
          <p:nvPr/>
        </p:nvPicPr>
        <p:blipFill>
          <a:blip r:embed="rId4"/>
          <a:stretch>
            <a:fillRect/>
          </a:stretch>
        </p:blipFill>
        <p:spPr>
          <a:xfrm>
            <a:off x="18392629" y="4124078"/>
            <a:ext cx="5870863" cy="7567755"/>
          </a:xfrm>
          <a:prstGeom prst="rect">
            <a:avLst/>
          </a:prstGeom>
        </p:spPr>
      </p:pic>
      <p:pic>
        <p:nvPicPr>
          <p:cNvPr id="4" name="Picture 3" descr="AEMO releases 2026 ISP; WEM Electricity Statement of Opportunities -  Infrastructure Partnerships Australia">
            <a:extLst>
              <a:ext uri="{FF2B5EF4-FFF2-40B4-BE49-F238E27FC236}">
                <a16:creationId xmlns:a16="http://schemas.microsoft.com/office/drawing/2014/main" id="{1E773E6C-5633-C8FD-9733-587A188D9848}"/>
              </a:ext>
            </a:extLst>
          </p:cNvPr>
          <p:cNvPicPr>
            <a:picLocks noChangeAspect="1"/>
          </p:cNvPicPr>
          <p:nvPr/>
        </p:nvPicPr>
        <p:blipFill>
          <a:blip r:embed="rId5"/>
          <a:stretch>
            <a:fillRect/>
          </a:stretch>
        </p:blipFill>
        <p:spPr>
          <a:xfrm>
            <a:off x="18374291" y="5144386"/>
            <a:ext cx="5901633" cy="3394060"/>
          </a:xfrm>
          <a:prstGeom prst="rect">
            <a:avLst/>
          </a:prstGeom>
        </p:spPr>
      </p:pic>
      <p:pic>
        <p:nvPicPr>
          <p:cNvPr id="5" name="Picture 4" descr="A map of a power plant&#10;&#10;AI-generated content may be incorrect.">
            <a:extLst>
              <a:ext uri="{FF2B5EF4-FFF2-40B4-BE49-F238E27FC236}">
                <a16:creationId xmlns:a16="http://schemas.microsoft.com/office/drawing/2014/main" id="{DD528B13-7417-26F4-2DA4-78FBE0679C42}"/>
              </a:ext>
            </a:extLst>
          </p:cNvPr>
          <p:cNvPicPr>
            <a:picLocks noChangeAspect="1"/>
          </p:cNvPicPr>
          <p:nvPr/>
        </p:nvPicPr>
        <p:blipFill>
          <a:blip r:embed="rId6"/>
          <a:stretch>
            <a:fillRect/>
          </a:stretch>
        </p:blipFill>
        <p:spPr>
          <a:xfrm>
            <a:off x="18131079" y="8519297"/>
            <a:ext cx="6210849" cy="4773670"/>
          </a:xfrm>
          <a:prstGeom prst="rect">
            <a:avLst/>
          </a:prstGeom>
        </p:spPr>
      </p:pic>
      <p:pic>
        <p:nvPicPr>
          <p:cNvPr id="7" name="Picture 6" descr="A screenshot of a graph&#10;&#10;AI-generated content may be incorrect.">
            <a:extLst>
              <a:ext uri="{FF2B5EF4-FFF2-40B4-BE49-F238E27FC236}">
                <a16:creationId xmlns:a16="http://schemas.microsoft.com/office/drawing/2014/main" id="{D8C85CB7-2264-1792-4D37-3ED40281BC24}"/>
              </a:ext>
            </a:extLst>
          </p:cNvPr>
          <p:cNvPicPr>
            <a:picLocks noChangeAspect="1"/>
          </p:cNvPicPr>
          <p:nvPr/>
        </p:nvPicPr>
        <p:blipFill>
          <a:blip r:embed="rId7"/>
          <a:stretch>
            <a:fillRect/>
          </a:stretch>
        </p:blipFill>
        <p:spPr>
          <a:xfrm>
            <a:off x="17720366" y="8355059"/>
            <a:ext cx="6644390" cy="4941757"/>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ppt_w</p:attrName>
                                        </p:attrNameLst>
                                      </p:cBhvr>
                                      <p:tavLst>
                                        <p:tav tm="0">
                                          <p:val>
                                            <p:fltVal val="0"/>
                                          </p:val>
                                        </p:tav>
                                        <p:tav tm="100000">
                                          <p:val>
                                            <p:strVal val="#ppt_w"/>
                                          </p:val>
                                        </p:tav>
                                      </p:tavLst>
                                    </p:anim>
                                    <p:anim calcmode="lin" valueType="num">
                                      <p:cBhvr>
                                        <p:cTn id="14" dur="1000" fill="hold"/>
                                        <p:tgtEl>
                                          <p:spTgt spid="3"/>
                                        </p:tgtEl>
                                        <p:attrNameLst>
                                          <p:attrName>ppt_h</p:attrName>
                                        </p:attrNameLst>
                                      </p:cBhvr>
                                      <p:tavLst>
                                        <p:tav tm="0">
                                          <p:val>
                                            <p:fltVal val="0"/>
                                          </p:val>
                                        </p:tav>
                                        <p:tav tm="100000">
                                          <p:val>
                                            <p:strVal val="#ppt_h"/>
                                          </p:val>
                                        </p:tav>
                                      </p:tavLst>
                                    </p:anim>
                                    <p:anim calcmode="lin" valueType="num">
                                      <p:cBhvr>
                                        <p:cTn id="15" dur="1000" fill="hold"/>
                                        <p:tgtEl>
                                          <p:spTgt spid="3"/>
                                        </p:tgtEl>
                                        <p:attrNameLst>
                                          <p:attrName>style.rotation</p:attrName>
                                        </p:attrNameLst>
                                      </p:cBhvr>
                                      <p:tavLst>
                                        <p:tav tm="0">
                                          <p:val>
                                            <p:fltVal val="90"/>
                                          </p:val>
                                        </p:tav>
                                        <p:tav tm="100000">
                                          <p:val>
                                            <p:fltVal val="0"/>
                                          </p:val>
                                        </p:tav>
                                      </p:tavLst>
                                    </p:anim>
                                    <p:animEffect transition="in" filter="fade">
                                      <p:cBhvr>
                                        <p:cTn id="16" dur="1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ox(in)">
                                      <p:cBhvr>
                                        <p:cTn id="21" dur="20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The Question We Set out to Answer"/>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rPr lang="en-US">
                <a:gradFill flip="none">
                  <a:gsLst>
                    <a:gs pos="0">
                      <a:srgbClr val="FFFFFF"/>
                    </a:gs>
                    <a:gs pos="100000">
                      <a:srgbClr val="929292"/>
                    </a:gs>
                  </a:gsLst>
                  <a:lin ang="5400000" scaled="0"/>
                </a:gradFill>
              </a:rPr>
              <a:t>Creating the Brain</a:t>
            </a:r>
            <a:endParaRPr lang="en-US"/>
          </a:p>
        </p:txBody>
      </p:sp>
      <p:sp>
        <p:nvSpPr>
          <p:cNvPr id="211" name="Which forecasting models perform best for short-term electricity demand in New South Wales when evaluated across seasonal variation and temperature changes?…"/>
          <p:cNvSpPr txBox="1">
            <a:spLocks noGrp="1"/>
          </p:cNvSpPr>
          <p:nvPr>
            <p:ph type="body" idx="4294967295"/>
          </p:nvPr>
        </p:nvSpPr>
        <p:spPr>
          <a:xfrm>
            <a:off x="375952" y="3401076"/>
            <a:ext cx="23633043" cy="10950713"/>
          </a:xfrm>
          <a:prstGeom prst="rect">
            <a:avLst/>
          </a:prstGeom>
        </p:spPr>
        <p:txBody>
          <a:bodyPr lIns="50800" tIns="50800" rIns="50800" bIns="50800" anchor="t">
            <a:normAutofit/>
          </a:bodyPr>
          <a:lstStyle/>
          <a:p>
            <a:pPr marL="640080" indent="-640080" defTabSz="825500">
              <a:defRPr sz="5500" spc="-55">
                <a:latin typeface="Myriad Set Pro Text"/>
                <a:ea typeface="Myriad Set Pro Text"/>
                <a:cs typeface="Myriad Set Pro Text"/>
                <a:sym typeface="Myriad Set Pro Text"/>
              </a:defRPr>
            </a:pPr>
            <a:r>
              <a:rPr lang="en-US"/>
              <a:t>Aim: Create a brain to forecast demand under local fluctuating conditions. </a:t>
            </a:r>
          </a:p>
          <a:p>
            <a:pPr marL="640080" indent="-640080" defTabSz="825500">
              <a:defRPr sz="5500" spc="-55">
                <a:latin typeface="Myriad Set Pro Text"/>
                <a:ea typeface="Myriad Set Pro Text"/>
                <a:cs typeface="Myriad Set Pro Text"/>
                <a:sym typeface="Myriad Set Pro Text"/>
              </a:defRPr>
            </a:pPr>
            <a:r>
              <a:rPr lang="en-US"/>
              <a:t>Research Question: Which</a:t>
            </a:r>
            <a:r>
              <a:t> forecasting models perform best for short-term electricity demand in New South Wales when evaluated across seasonal variation and temperature changes?</a:t>
            </a:r>
            <a:endParaRPr lang="en-AU"/>
          </a:p>
          <a:p>
            <a:pPr marL="640080" indent="-640080" defTabSz="825500">
              <a:defRPr sz="5500" spc="-55">
                <a:latin typeface="Myriad Set Pro Text"/>
                <a:ea typeface="Myriad Set Pro Text"/>
                <a:cs typeface="Myriad Set Pro Text"/>
                <a:sym typeface="Myriad Set Pro Text"/>
              </a:defRPr>
            </a:pPr>
            <a:r>
              <a:rPr lang="en-AU"/>
              <a:t>Review of prior studies revealed:</a:t>
            </a:r>
          </a:p>
          <a:p>
            <a:pPr marL="1198880" lvl="1" defTabSz="825500">
              <a:buFont typeface="Courier New"/>
              <a:buChar char="o"/>
              <a:defRPr sz="5500" spc="-55">
                <a:latin typeface="Myriad Set Pro Text"/>
                <a:ea typeface="Myriad Set Pro Text"/>
                <a:cs typeface="Myriad Set Pro Text"/>
                <a:sym typeface="Myriad Set Pro Text"/>
              </a:defRPr>
            </a:pPr>
            <a:r>
              <a:rPr lang="en-AU"/>
              <a:t>Computational overhead --&gt; Complex models cost time and money</a:t>
            </a:r>
          </a:p>
          <a:p>
            <a:pPr marL="1198880" lvl="1" defTabSz="825500">
              <a:buFont typeface="Courier New"/>
              <a:buChar char="o"/>
              <a:defRPr sz="5500" spc="-55">
                <a:latin typeface="Myriad Set Pro Text"/>
                <a:ea typeface="Myriad Set Pro Text"/>
                <a:cs typeface="Myriad Set Pro Text"/>
                <a:sym typeface="Myriad Set Pro Text"/>
              </a:defRPr>
            </a:pPr>
            <a:r>
              <a:rPr lang="en-AU"/>
              <a:t>Accuracy matters --&gt; Inaccurate models cost time, money, and potential consumer trust</a:t>
            </a:r>
          </a:p>
          <a:p>
            <a:pPr marL="1198880" lvl="1" defTabSz="825500">
              <a:buFont typeface="Courier New"/>
              <a:buChar char="o"/>
              <a:defRPr sz="5500" spc="-55">
                <a:latin typeface="Myriad Set Pro Text"/>
                <a:ea typeface="Myriad Set Pro Text"/>
                <a:cs typeface="Myriad Set Pro Text"/>
                <a:sym typeface="Myriad Set Pro Text"/>
              </a:defRPr>
            </a:pPr>
            <a:r>
              <a:rPr lang="en-AU"/>
              <a:t>Data granularity matters --&gt; the better data collected and fed, the more accurate the model; the more money and energy saved later. </a:t>
            </a:r>
          </a:p>
        </p:txBody>
      </p:sp>
      <p:pic>
        <p:nvPicPr>
          <p:cNvPr id="4" name="Camera 3">
            <a:extLst>
              <a:ext uri="{FF2B5EF4-FFF2-40B4-BE49-F238E27FC236}">
                <a16:creationId xmlns:a16="http://schemas.microsoft.com/office/drawing/2014/main" id="{A6E038FE-0179-3C88-B796-92F3545C639E}"/>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868269" y="-3673"/>
            <a:ext cx="3502702" cy="3565162"/>
          </a:xfrm>
          <a:prstGeom prst="ellipse">
            <a:avLst/>
          </a:prstGeom>
        </p:spPr>
      </p:pic>
      <p:sp>
        <p:nvSpPr>
          <p:cNvPr id="3" name="Rectangle 2">
            <a:extLst>
              <a:ext uri="{FF2B5EF4-FFF2-40B4-BE49-F238E27FC236}">
                <a16:creationId xmlns:a16="http://schemas.microsoft.com/office/drawing/2014/main" id="{D926338F-B645-FF82-1CBF-B8686A0899CC}"/>
              </a:ext>
            </a:extLst>
          </p:cNvPr>
          <p:cNvSpPr/>
          <p:nvPr/>
        </p:nvSpPr>
        <p:spPr>
          <a:xfrm>
            <a:off x="372225" y="2752699"/>
            <a:ext cx="23286546" cy="1626038"/>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grpSp>
        <p:nvGrpSpPr>
          <p:cNvPr id="8" name="Group 7">
            <a:extLst>
              <a:ext uri="{FF2B5EF4-FFF2-40B4-BE49-F238E27FC236}">
                <a16:creationId xmlns:a16="http://schemas.microsoft.com/office/drawing/2014/main" id="{34A79351-9287-B5C4-E177-439D3944D31E}"/>
              </a:ext>
            </a:extLst>
          </p:cNvPr>
          <p:cNvGrpSpPr/>
          <p:nvPr/>
        </p:nvGrpSpPr>
        <p:grpSpPr>
          <a:xfrm>
            <a:off x="-3871" y="2378282"/>
            <a:ext cx="756000" cy="756000"/>
            <a:chOff x="1302693" y="2464017"/>
            <a:chExt cx="756000" cy="756000"/>
          </a:xfrm>
        </p:grpSpPr>
        <p:sp>
          <p:nvSpPr>
            <p:cNvPr id="6" name="Oval 5">
              <a:extLst>
                <a:ext uri="{FF2B5EF4-FFF2-40B4-BE49-F238E27FC236}">
                  <a16:creationId xmlns:a16="http://schemas.microsoft.com/office/drawing/2014/main" id="{33113359-E840-4F34-2C5B-695283FA32DB}"/>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7" name="Graphic 6" descr="Radio microphone with solid fill">
              <a:extLst>
                <a:ext uri="{FF2B5EF4-FFF2-40B4-BE49-F238E27FC236}">
                  <a16:creationId xmlns:a16="http://schemas.microsoft.com/office/drawing/2014/main" id="{DC99DC45-DDC2-0664-DA35-E44DD21D54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F18C4-73D0-AE8A-685E-DD0A302CFAD2}"/>
            </a:ext>
          </a:extLst>
        </p:cNvPr>
        <p:cNvGrpSpPr/>
        <p:nvPr/>
      </p:nvGrpSpPr>
      <p:grpSpPr>
        <a:xfrm>
          <a:off x="0" y="0"/>
          <a:ext cx="0" cy="0"/>
          <a:chOff x="0" y="0"/>
          <a:chExt cx="0" cy="0"/>
        </a:xfrm>
      </p:grpSpPr>
      <p:sp>
        <p:nvSpPr>
          <p:cNvPr id="209" name="The Question We Set out to Answer">
            <a:extLst>
              <a:ext uri="{FF2B5EF4-FFF2-40B4-BE49-F238E27FC236}">
                <a16:creationId xmlns:a16="http://schemas.microsoft.com/office/drawing/2014/main" id="{3D8016F8-E7E0-838C-00B5-6B506A4B475D}"/>
              </a:ext>
            </a:extLst>
          </p:cNvPr>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rPr lang="en-US">
                <a:gradFill flip="none">
                  <a:gsLst>
                    <a:gs pos="0">
                      <a:srgbClr val="FFFFFF"/>
                    </a:gs>
                    <a:gs pos="100000">
                      <a:srgbClr val="929292"/>
                    </a:gs>
                  </a:gsLst>
                  <a:lin ang="5400000" scaled="0"/>
                </a:gradFill>
              </a:rPr>
              <a:t>Creating the Brain</a:t>
            </a:r>
            <a:endParaRPr lang="en-US"/>
          </a:p>
        </p:txBody>
      </p:sp>
      <p:sp>
        <p:nvSpPr>
          <p:cNvPr id="211" name="Which forecasting models perform best for short-term electricity demand in New South Wales when evaluated across seasonal variation and temperature changes?…">
            <a:extLst>
              <a:ext uri="{FF2B5EF4-FFF2-40B4-BE49-F238E27FC236}">
                <a16:creationId xmlns:a16="http://schemas.microsoft.com/office/drawing/2014/main" id="{DEEC3FF7-DBF0-3A9F-81C6-C5768E753BB0}"/>
              </a:ext>
            </a:extLst>
          </p:cNvPr>
          <p:cNvSpPr txBox="1">
            <a:spLocks noGrp="1"/>
          </p:cNvSpPr>
          <p:nvPr>
            <p:ph type="body" idx="4294967295"/>
          </p:nvPr>
        </p:nvSpPr>
        <p:spPr>
          <a:xfrm>
            <a:off x="375952" y="3401076"/>
            <a:ext cx="23633043" cy="10950713"/>
          </a:xfrm>
          <a:prstGeom prst="rect">
            <a:avLst/>
          </a:prstGeom>
        </p:spPr>
        <p:txBody>
          <a:bodyPr lIns="50800" tIns="50800" rIns="50800" bIns="50800" anchor="t">
            <a:normAutofit/>
          </a:bodyPr>
          <a:lstStyle/>
          <a:p>
            <a:pPr marL="640080" indent="-640080" defTabSz="825500">
              <a:defRPr sz="5500" spc="-55">
                <a:latin typeface="Myriad Set Pro Text"/>
                <a:ea typeface="Myriad Set Pro Text"/>
                <a:cs typeface="Myriad Set Pro Text"/>
                <a:sym typeface="Myriad Set Pro Text"/>
              </a:defRPr>
            </a:pPr>
            <a:r>
              <a:rPr lang="en-US"/>
              <a:t>Aim: Create a brain to forecast demand under local fluctuating conditions. </a:t>
            </a:r>
          </a:p>
          <a:p>
            <a:pPr marL="640080" indent="-640080" defTabSz="825500">
              <a:defRPr sz="5500" spc="-55">
                <a:latin typeface="Myriad Set Pro Text"/>
                <a:ea typeface="Myriad Set Pro Text"/>
                <a:cs typeface="Myriad Set Pro Text"/>
                <a:sym typeface="Myriad Set Pro Text"/>
              </a:defRPr>
            </a:pPr>
            <a:r>
              <a:rPr lang="en-US"/>
              <a:t>Research Question: Which</a:t>
            </a:r>
            <a:r>
              <a:t> forecasting models perform best for short-term electricity demand in New South Wales when evaluated across seasonal variation and temperature changes?</a:t>
            </a:r>
          </a:p>
          <a:p>
            <a:pPr marL="640080" indent="-640080" defTabSz="825500">
              <a:defRPr sz="5500" spc="-55">
                <a:latin typeface="Myriad Set Pro Text"/>
                <a:ea typeface="Myriad Set Pro Text"/>
                <a:cs typeface="Myriad Set Pro Text"/>
                <a:sym typeface="Myriad Set Pro Text"/>
              </a:defRPr>
            </a:pPr>
            <a:r>
              <a:rPr lang="en-US"/>
              <a:t>Review of prior studies revealed:</a:t>
            </a:r>
          </a:p>
          <a:p>
            <a:pPr marL="1198880" lvl="1" defTabSz="825500">
              <a:buFont typeface="Courier New"/>
              <a:buChar char="o"/>
              <a:defRPr sz="5500" spc="-55">
                <a:latin typeface="Myriad Set Pro Text"/>
                <a:ea typeface="Myriad Set Pro Text"/>
                <a:cs typeface="Myriad Set Pro Text"/>
                <a:sym typeface="Myriad Set Pro Text"/>
              </a:defRPr>
            </a:pPr>
            <a:r>
              <a:rPr lang="en-US"/>
              <a:t>Computational overhead --&gt; Complex models cost time and money</a:t>
            </a:r>
          </a:p>
          <a:p>
            <a:pPr marL="1198880" lvl="1" defTabSz="825500">
              <a:buFont typeface="Courier New"/>
              <a:buChar char="o"/>
              <a:defRPr sz="5500" spc="-55">
                <a:latin typeface="Myriad Set Pro Text"/>
                <a:ea typeface="Myriad Set Pro Text"/>
                <a:cs typeface="Myriad Set Pro Text"/>
                <a:sym typeface="Myriad Set Pro Text"/>
              </a:defRPr>
            </a:pPr>
            <a:r>
              <a:rPr lang="en-US"/>
              <a:t>Accuracy matters --&gt; Inaccurate models cost time, money, and potential consumer trust</a:t>
            </a:r>
          </a:p>
          <a:p>
            <a:pPr marL="1198880" lvl="1" defTabSz="825500">
              <a:buFont typeface="Courier New"/>
              <a:buChar char="o"/>
              <a:defRPr sz="5500" spc="-55">
                <a:latin typeface="Myriad Set Pro Text"/>
                <a:ea typeface="Myriad Set Pro Text"/>
                <a:cs typeface="Myriad Set Pro Text"/>
                <a:sym typeface="Myriad Set Pro Text"/>
              </a:defRPr>
            </a:pPr>
            <a:r>
              <a:rPr lang="en-US"/>
              <a:t>Data granularity matters --&gt; the better data collected and fed, the more accurate the model; the more money and energy saved later. </a:t>
            </a:r>
          </a:p>
        </p:txBody>
      </p:sp>
      <p:pic>
        <p:nvPicPr>
          <p:cNvPr id="4" name="Camera 3">
            <a:extLst>
              <a:ext uri="{FF2B5EF4-FFF2-40B4-BE49-F238E27FC236}">
                <a16:creationId xmlns:a16="http://schemas.microsoft.com/office/drawing/2014/main" id="{829FC0B4-5045-0565-2DDF-FF65D38B88B0}"/>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868269" y="-3673"/>
            <a:ext cx="3502702" cy="3565162"/>
          </a:xfrm>
          <a:prstGeom prst="ellipse">
            <a:avLst/>
          </a:prstGeom>
        </p:spPr>
      </p:pic>
      <p:sp>
        <p:nvSpPr>
          <p:cNvPr id="3" name="Rectangle 2">
            <a:extLst>
              <a:ext uri="{FF2B5EF4-FFF2-40B4-BE49-F238E27FC236}">
                <a16:creationId xmlns:a16="http://schemas.microsoft.com/office/drawing/2014/main" id="{8142E826-DA96-77B4-A268-78179A267766}"/>
              </a:ext>
            </a:extLst>
          </p:cNvPr>
          <p:cNvSpPr/>
          <p:nvPr/>
        </p:nvSpPr>
        <p:spPr>
          <a:xfrm>
            <a:off x="165491" y="4112178"/>
            <a:ext cx="23858046" cy="3252615"/>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grpSp>
        <p:nvGrpSpPr>
          <p:cNvPr id="8" name="Group 7">
            <a:extLst>
              <a:ext uri="{FF2B5EF4-FFF2-40B4-BE49-F238E27FC236}">
                <a16:creationId xmlns:a16="http://schemas.microsoft.com/office/drawing/2014/main" id="{45FB4691-19F3-667A-13ED-6B7F1D31F6A6}"/>
              </a:ext>
            </a:extLst>
          </p:cNvPr>
          <p:cNvGrpSpPr/>
          <p:nvPr/>
        </p:nvGrpSpPr>
        <p:grpSpPr>
          <a:xfrm>
            <a:off x="-181515" y="3737761"/>
            <a:ext cx="756000" cy="756000"/>
            <a:chOff x="1302693" y="2464017"/>
            <a:chExt cx="756000" cy="756000"/>
          </a:xfrm>
        </p:grpSpPr>
        <p:sp>
          <p:nvSpPr>
            <p:cNvPr id="6" name="Oval 5">
              <a:extLst>
                <a:ext uri="{FF2B5EF4-FFF2-40B4-BE49-F238E27FC236}">
                  <a16:creationId xmlns:a16="http://schemas.microsoft.com/office/drawing/2014/main" id="{AB1BA1DF-FCBE-717D-A6C2-DC8DEC41C86C}"/>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7" name="Graphic 6" descr="Radio microphone with solid fill">
              <a:extLst>
                <a:ext uri="{FF2B5EF4-FFF2-40B4-BE49-F238E27FC236}">
                  <a16:creationId xmlns:a16="http://schemas.microsoft.com/office/drawing/2014/main" id="{25393202-877B-46E8-FB31-97B82842FB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spTree>
    <p:extLst>
      <p:ext uri="{BB962C8B-B14F-4D97-AF65-F5344CB8AC3E}">
        <p14:creationId xmlns:p14="http://schemas.microsoft.com/office/powerpoint/2010/main" val="115798013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4938A-189A-E43B-EB08-51B8F72FDFC1}"/>
            </a:ext>
          </a:extLst>
        </p:cNvPr>
        <p:cNvGrpSpPr/>
        <p:nvPr/>
      </p:nvGrpSpPr>
      <p:grpSpPr>
        <a:xfrm>
          <a:off x="0" y="0"/>
          <a:ext cx="0" cy="0"/>
          <a:chOff x="0" y="0"/>
          <a:chExt cx="0" cy="0"/>
        </a:xfrm>
      </p:grpSpPr>
      <p:sp>
        <p:nvSpPr>
          <p:cNvPr id="209" name="The Question We Set out to Answer">
            <a:extLst>
              <a:ext uri="{FF2B5EF4-FFF2-40B4-BE49-F238E27FC236}">
                <a16:creationId xmlns:a16="http://schemas.microsoft.com/office/drawing/2014/main" id="{C09E11AE-90F4-B35E-C9D6-3BA9241E68E9}"/>
              </a:ext>
            </a:extLst>
          </p:cNvPr>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rPr lang="en-US">
                <a:gradFill flip="none">
                  <a:gsLst>
                    <a:gs pos="0">
                      <a:srgbClr val="FFFFFF"/>
                    </a:gs>
                    <a:gs pos="100000">
                      <a:srgbClr val="929292"/>
                    </a:gs>
                  </a:gsLst>
                  <a:lin ang="5400000" scaled="0"/>
                </a:gradFill>
              </a:rPr>
              <a:t>Creating the Brain</a:t>
            </a:r>
            <a:endParaRPr lang="en-US"/>
          </a:p>
        </p:txBody>
      </p:sp>
      <p:sp>
        <p:nvSpPr>
          <p:cNvPr id="211" name="Which forecasting models perform best for short-term electricity demand in New South Wales when evaluated across seasonal variation and temperature changes?…">
            <a:extLst>
              <a:ext uri="{FF2B5EF4-FFF2-40B4-BE49-F238E27FC236}">
                <a16:creationId xmlns:a16="http://schemas.microsoft.com/office/drawing/2014/main" id="{21B55457-8E59-9387-6EE6-CC5AC85B4EF6}"/>
              </a:ext>
            </a:extLst>
          </p:cNvPr>
          <p:cNvSpPr txBox="1">
            <a:spLocks noGrp="1"/>
          </p:cNvSpPr>
          <p:nvPr>
            <p:ph type="body" idx="4294967295"/>
          </p:nvPr>
        </p:nvSpPr>
        <p:spPr>
          <a:xfrm>
            <a:off x="375952" y="3401076"/>
            <a:ext cx="23633043" cy="10950713"/>
          </a:xfrm>
          <a:prstGeom prst="rect">
            <a:avLst/>
          </a:prstGeom>
        </p:spPr>
        <p:txBody>
          <a:bodyPr lIns="50800" tIns="50800" rIns="50800" bIns="50800" anchor="t">
            <a:normAutofit/>
          </a:bodyPr>
          <a:lstStyle/>
          <a:p>
            <a:pPr marL="640080" indent="-640080" defTabSz="825500">
              <a:defRPr sz="5500" spc="-55">
                <a:latin typeface="Myriad Set Pro Text"/>
                <a:ea typeface="Myriad Set Pro Text"/>
                <a:cs typeface="Myriad Set Pro Text"/>
                <a:sym typeface="Myriad Set Pro Text"/>
              </a:defRPr>
            </a:pPr>
            <a:r>
              <a:rPr lang="en-US"/>
              <a:t>Aim: Create a brain to forecast demand under local fluctuating conditions. </a:t>
            </a:r>
          </a:p>
          <a:p>
            <a:pPr marL="640080" indent="-640080" defTabSz="825500">
              <a:defRPr sz="5500" spc="-55">
                <a:latin typeface="Myriad Set Pro Text"/>
                <a:ea typeface="Myriad Set Pro Text"/>
                <a:cs typeface="Myriad Set Pro Text"/>
                <a:sym typeface="Myriad Set Pro Text"/>
              </a:defRPr>
            </a:pPr>
            <a:r>
              <a:rPr lang="en-US"/>
              <a:t>Research Question: Which</a:t>
            </a:r>
            <a:r>
              <a:t> forecasting models perform best for short-term electricity demand in New South Wales when evaluated across seasonal variation and temperature changes?</a:t>
            </a:r>
          </a:p>
          <a:p>
            <a:pPr marL="640080" indent="-640080" defTabSz="825500">
              <a:defRPr sz="5500" spc="-55">
                <a:latin typeface="Myriad Set Pro Text"/>
                <a:ea typeface="Myriad Set Pro Text"/>
                <a:cs typeface="Myriad Set Pro Text"/>
                <a:sym typeface="Myriad Set Pro Text"/>
              </a:defRPr>
            </a:pPr>
            <a:r>
              <a:rPr lang="en-US"/>
              <a:t>Review of prior studies revealed:</a:t>
            </a:r>
          </a:p>
          <a:p>
            <a:pPr marL="1198880" lvl="1" defTabSz="825500">
              <a:buFont typeface="Courier New"/>
              <a:buChar char="o"/>
              <a:defRPr sz="5500" spc="-55">
                <a:latin typeface="Myriad Set Pro Text"/>
                <a:ea typeface="Myriad Set Pro Text"/>
                <a:cs typeface="Myriad Set Pro Text"/>
                <a:sym typeface="Myriad Set Pro Text"/>
              </a:defRPr>
            </a:pPr>
            <a:r>
              <a:rPr lang="en-US"/>
              <a:t>Computational overhead --&gt; Complex models cost time and money</a:t>
            </a:r>
          </a:p>
          <a:p>
            <a:pPr marL="1198880" lvl="1" defTabSz="825500">
              <a:buFont typeface="Courier New"/>
              <a:buChar char="o"/>
              <a:defRPr sz="5500" spc="-55">
                <a:latin typeface="Myriad Set Pro Text"/>
                <a:ea typeface="Myriad Set Pro Text"/>
                <a:cs typeface="Myriad Set Pro Text"/>
                <a:sym typeface="Myriad Set Pro Text"/>
              </a:defRPr>
            </a:pPr>
            <a:r>
              <a:rPr lang="en-US"/>
              <a:t>Accuracy matters --&gt; Inaccurate models cost time, money, and potential consumer trust</a:t>
            </a:r>
          </a:p>
          <a:p>
            <a:pPr marL="1198880" lvl="1" defTabSz="825500">
              <a:buFont typeface="Courier New"/>
              <a:buChar char="o"/>
              <a:defRPr sz="5500" spc="-55">
                <a:latin typeface="Myriad Set Pro Text"/>
                <a:ea typeface="Myriad Set Pro Text"/>
                <a:cs typeface="Myriad Set Pro Text"/>
                <a:sym typeface="Myriad Set Pro Text"/>
              </a:defRPr>
            </a:pPr>
            <a:r>
              <a:rPr lang="en-US"/>
              <a:t>Data granularity matters --&gt; the better data collected and fed, the more accurate the model; the more money and energy saved later. </a:t>
            </a:r>
          </a:p>
        </p:txBody>
      </p:sp>
      <p:pic>
        <p:nvPicPr>
          <p:cNvPr id="4" name="Camera 3">
            <a:extLst>
              <a:ext uri="{FF2B5EF4-FFF2-40B4-BE49-F238E27FC236}">
                <a16:creationId xmlns:a16="http://schemas.microsoft.com/office/drawing/2014/main" id="{9D8D8490-FAF6-F310-DD0D-EE9CF2C8A438}"/>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868269" y="-3673"/>
            <a:ext cx="3502702" cy="3565162"/>
          </a:xfrm>
          <a:prstGeom prst="ellipse">
            <a:avLst/>
          </a:prstGeom>
        </p:spPr>
      </p:pic>
      <p:sp>
        <p:nvSpPr>
          <p:cNvPr id="3" name="Rectangle 2">
            <a:extLst>
              <a:ext uri="{FF2B5EF4-FFF2-40B4-BE49-F238E27FC236}">
                <a16:creationId xmlns:a16="http://schemas.microsoft.com/office/drawing/2014/main" id="{71A05F81-35F2-0181-D7A2-E60408C58976}"/>
              </a:ext>
            </a:extLst>
          </p:cNvPr>
          <p:cNvSpPr/>
          <p:nvPr/>
        </p:nvSpPr>
        <p:spPr>
          <a:xfrm>
            <a:off x="223454" y="7156019"/>
            <a:ext cx="23745308" cy="6169120"/>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grpSp>
        <p:nvGrpSpPr>
          <p:cNvPr id="8" name="Group 7">
            <a:extLst>
              <a:ext uri="{FF2B5EF4-FFF2-40B4-BE49-F238E27FC236}">
                <a16:creationId xmlns:a16="http://schemas.microsoft.com/office/drawing/2014/main" id="{025B6432-5FDB-700D-178A-DDE320372753}"/>
              </a:ext>
            </a:extLst>
          </p:cNvPr>
          <p:cNvGrpSpPr/>
          <p:nvPr/>
        </p:nvGrpSpPr>
        <p:grpSpPr>
          <a:xfrm>
            <a:off x="-146218" y="6775935"/>
            <a:ext cx="756000" cy="756000"/>
            <a:chOff x="1302693" y="2464017"/>
            <a:chExt cx="756000" cy="756000"/>
          </a:xfrm>
        </p:grpSpPr>
        <p:sp>
          <p:nvSpPr>
            <p:cNvPr id="6" name="Oval 5">
              <a:extLst>
                <a:ext uri="{FF2B5EF4-FFF2-40B4-BE49-F238E27FC236}">
                  <a16:creationId xmlns:a16="http://schemas.microsoft.com/office/drawing/2014/main" id="{4DAB8661-7CF5-543D-4E68-DBE6D164570B}"/>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7" name="Graphic 6" descr="Radio microphone with solid fill">
              <a:extLst>
                <a:ext uri="{FF2B5EF4-FFF2-40B4-BE49-F238E27FC236}">
                  <a16:creationId xmlns:a16="http://schemas.microsoft.com/office/drawing/2014/main" id="{BB7FD700-4D01-E07F-A4B8-6089AFE459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spTree>
    <p:extLst>
      <p:ext uri="{BB962C8B-B14F-4D97-AF65-F5344CB8AC3E}">
        <p14:creationId xmlns:p14="http://schemas.microsoft.com/office/powerpoint/2010/main" val="155407061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3. Our Process"/>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t>3. Our Process</a:t>
            </a:r>
          </a:p>
        </p:txBody>
      </p:sp>
      <p:sp>
        <p:nvSpPr>
          <p:cNvPr id="214" name="by Swapnil"/>
          <p:cNvSpPr txBox="1"/>
          <p:nvPr/>
        </p:nvSpPr>
        <p:spPr>
          <a:xfrm>
            <a:off x="7160885" y="7516724"/>
            <a:ext cx="9652001" cy="15494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rmAutofit/>
          </a:bodyPr>
          <a:lstStyle>
            <a:lvl1pPr algn="ctr" defTabSz="825500">
              <a:lnSpc>
                <a:spcPct val="80000"/>
              </a:lnSpc>
              <a:spcBef>
                <a:spcPts val="0"/>
              </a:spcBef>
              <a:defRPr sz="8400" spc="-252">
                <a:gradFill flip="none" rotWithShape="1">
                  <a:gsLst>
                    <a:gs pos="0">
                      <a:srgbClr val="FFFFFF"/>
                    </a:gs>
                    <a:gs pos="100000">
                      <a:srgbClr val="929292"/>
                    </a:gs>
                  </a:gsLst>
                  <a:lin ang="5400000" scaled="0"/>
                </a:gradFill>
                <a:latin typeface="Myriad Set Pro Bold"/>
                <a:ea typeface="Myriad Set Pro Bold"/>
                <a:cs typeface="Myriad Set Pro Bold"/>
                <a:sym typeface="Myriad Set Pro Bold"/>
              </a:defRPr>
            </a:lvl1pPr>
          </a:lstStyle>
          <a:p>
            <a:r>
              <a:t>by </a:t>
            </a:r>
            <a:r>
              <a:rPr lang="en-AU"/>
              <a:t>Daniel</a:t>
            </a:r>
            <a:endParaRPr/>
          </a:p>
        </p:txBody>
      </p:sp>
      <p:grpSp>
        <p:nvGrpSpPr>
          <p:cNvPr id="8" name="Group 7">
            <a:extLst>
              <a:ext uri="{FF2B5EF4-FFF2-40B4-BE49-F238E27FC236}">
                <a16:creationId xmlns:a16="http://schemas.microsoft.com/office/drawing/2014/main" id="{8A9D380B-9D43-E503-70E2-3E256CD9F9AA}"/>
              </a:ext>
            </a:extLst>
          </p:cNvPr>
          <p:cNvGrpSpPr/>
          <p:nvPr/>
        </p:nvGrpSpPr>
        <p:grpSpPr>
          <a:xfrm>
            <a:off x="781563" y="7905408"/>
            <a:ext cx="756000" cy="756000"/>
            <a:chOff x="1302693" y="2464017"/>
            <a:chExt cx="756000" cy="756000"/>
          </a:xfrm>
        </p:grpSpPr>
        <p:sp>
          <p:nvSpPr>
            <p:cNvPr id="6" name="Oval 5">
              <a:extLst>
                <a:ext uri="{FF2B5EF4-FFF2-40B4-BE49-F238E27FC236}">
                  <a16:creationId xmlns:a16="http://schemas.microsoft.com/office/drawing/2014/main" id="{243161FF-60B5-6B36-4334-958E4A06D281}"/>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7" name="Graphic 6" descr="Radio microphone with solid fill">
              <a:extLst>
                <a:ext uri="{FF2B5EF4-FFF2-40B4-BE49-F238E27FC236}">
                  <a16:creationId xmlns:a16="http://schemas.microsoft.com/office/drawing/2014/main" id="{5F8375FD-4F7C-1221-7AB6-4E0C7594094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92693" y="2554017"/>
              <a:ext cx="576000" cy="576000"/>
            </a:xfrm>
            <a:prstGeom prst="rect">
              <a:avLst/>
            </a:prstGeom>
          </p:spPr>
        </p:pic>
      </p:grpSp>
      <p:pic>
        <p:nvPicPr>
          <p:cNvPr id="2" name="Camera 1">
            <a:extLst>
              <a:ext uri="{FF2B5EF4-FFF2-40B4-BE49-F238E27FC236}">
                <a16:creationId xmlns:a16="http://schemas.microsoft.com/office/drawing/2014/main" id="{5106A199-530A-A37F-3EF1-7D5694AED779}"/>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18120682" y="157641"/>
            <a:ext cx="6263318" cy="6263318"/>
          </a:xfrm>
          <a:prstGeom prst="ellipse">
            <a:avLst/>
          </a:prstGeom>
          <a:ln>
            <a:noFill/>
          </a:ln>
          <a:effectLst>
            <a:outerShdw blurRad="190500" algn="tl" rotWithShape="0">
              <a:srgbClr val="000000">
                <a:alpha val="30000"/>
              </a:srgbClr>
            </a:outerShdw>
          </a:effectLst>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74DA74F-0FA8-6D92-30D2-784E6EA0F39F}"/>
              </a:ext>
            </a:extLst>
          </p:cNvPr>
          <p:cNvSpPr/>
          <p:nvPr/>
        </p:nvSpPr>
        <p:spPr>
          <a:xfrm>
            <a:off x="1757321" y="3416363"/>
            <a:ext cx="10720188" cy="4320000"/>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sp>
        <p:nvSpPr>
          <p:cNvPr id="217" name="From Raw Data to a Fair Comparison"/>
          <p:cNvSpPr txBox="1">
            <a:spLocks noGrp="1"/>
          </p:cNvSpPr>
          <p:nvPr>
            <p:ph type="title"/>
          </p:nvPr>
        </p:nvSpPr>
        <p:spPr>
          <a:prstGeom prst="rect">
            <a:avLst/>
          </a:prstGeom>
        </p:spPr>
        <p:txBody>
          <a:bodyPr>
            <a:normAutofit/>
          </a:bodyPr>
          <a:lstStyle>
            <a:lvl1pPr>
              <a:defRPr>
                <a:latin typeface="Myriad Set Pro Bold"/>
                <a:ea typeface="Myriad Set Pro Bold"/>
                <a:cs typeface="Myriad Set Pro Bold"/>
                <a:sym typeface="Myriad Set Pro Bold"/>
              </a:defRPr>
            </a:lvl1pPr>
          </a:lstStyle>
          <a:p>
            <a:r>
              <a:rPr lang="en-US">
                <a:gradFill flip="none">
                  <a:gsLst>
                    <a:gs pos="0">
                      <a:srgbClr val="FFFFFF"/>
                    </a:gs>
                    <a:gs pos="100000">
                      <a:srgbClr val="929292"/>
                    </a:gs>
                  </a:gsLst>
                  <a:lin ang="5400000" scaled="0"/>
                </a:gradFill>
              </a:rPr>
              <a:t>From messy files to one cleaned table</a:t>
            </a:r>
            <a:endParaRPr lang="en-US"/>
          </a:p>
        </p:txBody>
      </p:sp>
      <p:pic>
        <p:nvPicPr>
          <p:cNvPr id="2" name="Camera 1">
            <a:extLst>
              <a:ext uri="{FF2B5EF4-FFF2-40B4-BE49-F238E27FC236}">
                <a16:creationId xmlns:a16="http://schemas.microsoft.com/office/drawing/2014/main" id="{6681C2FE-82B7-519D-0643-D3DE76D8696D}"/>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867437" y="1288"/>
            <a:ext cx="3491510" cy="3454035"/>
          </a:xfrm>
          <a:prstGeom prst="ellipse">
            <a:avLst/>
          </a:prstGeom>
          <a:ln>
            <a:noFill/>
          </a:ln>
          <a:effectLst>
            <a:outerShdw blurRad="190500" algn="tl" rotWithShape="0">
              <a:srgbClr val="000000">
                <a:alpha val="30000"/>
              </a:srgbClr>
            </a:outerShdw>
          </a:effectLst>
        </p:spPr>
      </p:pic>
      <p:sp>
        <p:nvSpPr>
          <p:cNvPr id="19" name="Rectangle: Rounded Corners 18">
            <a:extLst>
              <a:ext uri="{FF2B5EF4-FFF2-40B4-BE49-F238E27FC236}">
                <a16:creationId xmlns:a16="http://schemas.microsoft.com/office/drawing/2014/main" id="{50372B2A-C897-4203-2FF3-6DD47B6BDD89}"/>
              </a:ext>
            </a:extLst>
          </p:cNvPr>
          <p:cNvSpPr/>
          <p:nvPr/>
        </p:nvSpPr>
        <p:spPr>
          <a:xfrm>
            <a:off x="1860745" y="4486849"/>
            <a:ext cx="10426224" cy="658336"/>
          </a:xfrm>
          <a:prstGeom prst="round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Demand</a:t>
            </a:r>
            <a:r>
              <a:rPr lang="en-US" sz="3200" b="1" baseline="30000">
                <a:solidFill>
                  <a:srgbClr val="000000"/>
                </a:solidFill>
              </a:rPr>
              <a:t>1</a:t>
            </a:r>
            <a:r>
              <a:rPr lang="en-US" sz="3200" b="1">
                <a:solidFill>
                  <a:srgbClr val="000000"/>
                </a:solidFill>
              </a:rPr>
              <a:t>:</a:t>
            </a:r>
            <a:r>
              <a:rPr lang="en-US" sz="3200">
                <a:solidFill>
                  <a:srgbClr val="000000"/>
                </a:solidFill>
              </a:rPr>
              <a:t> NSW electricity use, every half hour</a:t>
            </a:r>
            <a:endParaRPr lang="en-US"/>
          </a:p>
        </p:txBody>
      </p:sp>
      <p:sp>
        <p:nvSpPr>
          <p:cNvPr id="4" name="Slide Subtitle">
            <a:extLst>
              <a:ext uri="{FF2B5EF4-FFF2-40B4-BE49-F238E27FC236}">
                <a16:creationId xmlns:a16="http://schemas.microsoft.com/office/drawing/2014/main" id="{AFAD4453-0B7F-B560-61B5-1AC574476AA6}"/>
              </a:ext>
            </a:extLst>
          </p:cNvPr>
          <p:cNvSpPr txBox="1">
            <a:spLocks noGrp="1"/>
          </p:cNvSpPr>
          <p:nvPr>
            <p:ph type="body" sz="quarter" idx="21"/>
          </p:nvPr>
        </p:nvSpPr>
        <p:spPr>
          <a:xfrm>
            <a:off x="777774" y="3370830"/>
            <a:ext cx="11901715" cy="1016000"/>
          </a:xfrm>
          <a:prstGeom prst="rect">
            <a:avLst/>
          </a:prstGeom>
        </p:spPr>
        <p:txBody>
          <a:bodyPr lIns="50800" tIns="50800" rIns="50800" bIns="50800" anchor="t">
            <a:normAutofit/>
          </a:bodyPr>
          <a:lstStyle/>
          <a:p>
            <a:r>
              <a:rPr lang="en-US" sz="4800"/>
              <a:t>Provided to us</a:t>
            </a:r>
          </a:p>
        </p:txBody>
      </p:sp>
      <p:sp>
        <p:nvSpPr>
          <p:cNvPr id="8" name="Slide Subtitle">
            <a:extLst>
              <a:ext uri="{FF2B5EF4-FFF2-40B4-BE49-F238E27FC236}">
                <a16:creationId xmlns:a16="http://schemas.microsoft.com/office/drawing/2014/main" id="{6EB8209C-45BB-7BBA-6E51-9A0B58C629FB}"/>
              </a:ext>
            </a:extLst>
          </p:cNvPr>
          <p:cNvSpPr txBox="1">
            <a:spLocks/>
          </p:cNvSpPr>
          <p:nvPr/>
        </p:nvSpPr>
        <p:spPr>
          <a:xfrm>
            <a:off x="777774" y="8402730"/>
            <a:ext cx="11901715" cy="101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ormAutofit/>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US" sz="4800"/>
              <a:t>Added by us</a:t>
            </a:r>
          </a:p>
        </p:txBody>
      </p:sp>
      <p:sp>
        <p:nvSpPr>
          <p:cNvPr id="9" name="Right Brace 8">
            <a:extLst>
              <a:ext uri="{FF2B5EF4-FFF2-40B4-BE49-F238E27FC236}">
                <a16:creationId xmlns:a16="http://schemas.microsoft.com/office/drawing/2014/main" id="{B8755BA1-B402-119F-C232-9E860907AEA5}"/>
              </a:ext>
            </a:extLst>
          </p:cNvPr>
          <p:cNvSpPr/>
          <p:nvPr/>
        </p:nvSpPr>
        <p:spPr>
          <a:xfrm>
            <a:off x="12766431" y="4287871"/>
            <a:ext cx="2844000" cy="7271221"/>
          </a:xfrm>
          <a:prstGeom prst="rightBrace">
            <a:avLst>
              <a:gd name="adj1" fmla="val 8333"/>
              <a:gd name="adj2" fmla="val 55992"/>
            </a:avLst>
          </a:prstGeom>
          <a:noFill/>
          <a:ln w="25400" cap="flat">
            <a:solidFill>
              <a:srgbClr val="FFFFFF"/>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5" name="Rectangle: Rounded Corners 4">
            <a:extLst>
              <a:ext uri="{FF2B5EF4-FFF2-40B4-BE49-F238E27FC236}">
                <a16:creationId xmlns:a16="http://schemas.microsoft.com/office/drawing/2014/main" id="{50F55B14-8182-208C-3FEE-6A2CAB2FC66A}"/>
              </a:ext>
            </a:extLst>
          </p:cNvPr>
          <p:cNvSpPr/>
          <p:nvPr/>
        </p:nvSpPr>
        <p:spPr>
          <a:xfrm>
            <a:off x="1860745" y="5510390"/>
            <a:ext cx="10426224" cy="900000"/>
          </a:xfrm>
          <a:prstGeom prst="round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Temperature</a:t>
            </a:r>
            <a:r>
              <a:rPr lang="en-US" sz="3200" b="1" baseline="30000">
                <a:solidFill>
                  <a:srgbClr val="000000"/>
                </a:solidFill>
              </a:rPr>
              <a:t>2</a:t>
            </a:r>
            <a:r>
              <a:rPr lang="en-US" sz="3200" b="1">
                <a:solidFill>
                  <a:srgbClr val="000000"/>
                </a:solidFill>
              </a:rPr>
              <a:t>:</a:t>
            </a:r>
            <a:r>
              <a:rPr lang="en-US" sz="3200">
                <a:solidFill>
                  <a:srgbClr val="000000"/>
                </a:solidFill>
              </a:rPr>
              <a:t> Readings from Bankstown airport</a:t>
            </a:r>
            <a:endParaRPr lang="en-US"/>
          </a:p>
        </p:txBody>
      </p:sp>
      <p:sp>
        <p:nvSpPr>
          <p:cNvPr id="7" name="Rectangle: Rounded Corners 6">
            <a:extLst>
              <a:ext uri="{FF2B5EF4-FFF2-40B4-BE49-F238E27FC236}">
                <a16:creationId xmlns:a16="http://schemas.microsoft.com/office/drawing/2014/main" id="{DFCF4A38-AB1C-7B57-6E00-6056B44B1845}"/>
              </a:ext>
            </a:extLst>
          </p:cNvPr>
          <p:cNvSpPr/>
          <p:nvPr/>
        </p:nvSpPr>
        <p:spPr>
          <a:xfrm>
            <a:off x="1860745" y="6634106"/>
            <a:ext cx="10426224" cy="900000"/>
          </a:xfrm>
          <a:prstGeom prst="round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AEMO’s forecasts</a:t>
            </a:r>
            <a:r>
              <a:rPr lang="en-US" sz="3200" b="1" baseline="30000">
                <a:solidFill>
                  <a:srgbClr val="000000"/>
                </a:solidFill>
              </a:rPr>
              <a:t>3</a:t>
            </a:r>
            <a:r>
              <a:rPr lang="en-US" sz="3200" b="1">
                <a:solidFill>
                  <a:srgbClr val="000000"/>
                </a:solidFill>
              </a:rPr>
              <a:t>: </a:t>
            </a:r>
            <a:r>
              <a:rPr lang="en-US" sz="3200">
                <a:solidFill>
                  <a:srgbClr val="000000"/>
                </a:solidFill>
              </a:rPr>
              <a:t>the market operator’s own predictions</a:t>
            </a:r>
            <a:endParaRPr lang="en-US"/>
          </a:p>
        </p:txBody>
      </p:sp>
      <p:sp>
        <p:nvSpPr>
          <p:cNvPr id="11" name="Rectangle: Rounded Corners 10">
            <a:extLst>
              <a:ext uri="{FF2B5EF4-FFF2-40B4-BE49-F238E27FC236}">
                <a16:creationId xmlns:a16="http://schemas.microsoft.com/office/drawing/2014/main" id="{3B3E56EA-4726-BEA8-F439-FA4D6D0F8D64}"/>
              </a:ext>
            </a:extLst>
          </p:cNvPr>
          <p:cNvSpPr/>
          <p:nvPr/>
        </p:nvSpPr>
        <p:spPr>
          <a:xfrm>
            <a:off x="1852448" y="9497794"/>
            <a:ext cx="10426224" cy="900000"/>
          </a:xfrm>
          <a:prstGeom prst="roundRect">
            <a:avLst/>
          </a:prstGeom>
          <a:solidFill>
            <a:schemeClr val="accent5">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Sunshine</a:t>
            </a:r>
            <a:r>
              <a:rPr lang="en-US" sz="3200" b="1" baseline="30000">
                <a:solidFill>
                  <a:srgbClr val="000000"/>
                </a:solidFill>
              </a:rPr>
              <a:t>4</a:t>
            </a:r>
            <a:r>
              <a:rPr lang="en-US" sz="3200" b="1">
                <a:solidFill>
                  <a:srgbClr val="000000"/>
                </a:solidFill>
              </a:rPr>
              <a:t>:</a:t>
            </a:r>
            <a:r>
              <a:rPr lang="en-US" sz="3200">
                <a:solidFill>
                  <a:srgbClr val="000000"/>
                </a:solidFill>
              </a:rPr>
              <a:t> Daily solar radiation in Bankstown</a:t>
            </a:r>
            <a:endParaRPr lang="en-US"/>
          </a:p>
        </p:txBody>
      </p:sp>
      <p:sp>
        <p:nvSpPr>
          <p:cNvPr id="13" name="Rectangle: Rounded Corners 12">
            <a:extLst>
              <a:ext uri="{FF2B5EF4-FFF2-40B4-BE49-F238E27FC236}">
                <a16:creationId xmlns:a16="http://schemas.microsoft.com/office/drawing/2014/main" id="{859B1A3F-AE28-0610-D17C-B9323DE92339}"/>
              </a:ext>
            </a:extLst>
          </p:cNvPr>
          <p:cNvSpPr/>
          <p:nvPr/>
        </p:nvSpPr>
        <p:spPr>
          <a:xfrm>
            <a:off x="1852448" y="10737238"/>
            <a:ext cx="10426224" cy="900000"/>
          </a:xfrm>
          <a:prstGeom prst="roundRect">
            <a:avLst/>
          </a:prstGeom>
          <a:solidFill>
            <a:schemeClr val="accent5">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Calendar</a:t>
            </a:r>
            <a:r>
              <a:rPr lang="en-US" sz="3200" b="1" baseline="30000">
                <a:solidFill>
                  <a:srgbClr val="000000"/>
                </a:solidFill>
              </a:rPr>
              <a:t>5</a:t>
            </a:r>
            <a:r>
              <a:rPr lang="en-US" sz="3200" b="1">
                <a:solidFill>
                  <a:srgbClr val="000000"/>
                </a:solidFill>
              </a:rPr>
              <a:t>:</a:t>
            </a:r>
            <a:r>
              <a:rPr lang="en-US" sz="3200">
                <a:solidFill>
                  <a:srgbClr val="000000"/>
                </a:solidFill>
              </a:rPr>
              <a:t> Public holidays, day of week, school terms, </a:t>
            </a:r>
            <a:r>
              <a:rPr lang="en-US" sz="3200" err="1">
                <a:solidFill>
                  <a:srgbClr val="000000"/>
                </a:solidFill>
              </a:rPr>
              <a:t>etc</a:t>
            </a:r>
            <a:endParaRPr lang="en-US"/>
          </a:p>
        </p:txBody>
      </p:sp>
      <p:sp>
        <p:nvSpPr>
          <p:cNvPr id="17" name="Train">
            <a:extLst>
              <a:ext uri="{FF2B5EF4-FFF2-40B4-BE49-F238E27FC236}">
                <a16:creationId xmlns:a16="http://schemas.microsoft.com/office/drawing/2014/main" id="{2C776764-CCE8-020C-CA58-AC43D485353E}"/>
              </a:ext>
            </a:extLst>
          </p:cNvPr>
          <p:cNvSpPr txBox="1"/>
          <p:nvPr/>
        </p:nvSpPr>
        <p:spPr>
          <a:xfrm>
            <a:off x="14477827" y="4245185"/>
            <a:ext cx="6052331" cy="22416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a:defRPr sz="3300">
                <a:latin typeface="Myriad Set Pro Text"/>
                <a:ea typeface="Myriad Set Pro Text"/>
                <a:cs typeface="Myriad Set Pro Text"/>
                <a:sym typeface="Myriad Set Pro Text"/>
              </a:defRPr>
            </a:lvl1pPr>
          </a:lstStyle>
          <a:p>
            <a:pPr marL="457200" lvl="0" indent="-457200">
              <a:buFont typeface="Arial" panose="020B0604020202020204" pitchFamily="34" charset="0"/>
              <a:buChar char="•"/>
            </a:pPr>
            <a:r>
              <a:rPr lang="en-AU">
                <a:latin typeface="+mj-lt"/>
              </a:rPr>
              <a:t>Checked and cleaned the data</a:t>
            </a:r>
          </a:p>
          <a:p>
            <a:pPr marL="457200" lvl="0" indent="-457200">
              <a:buFont typeface="Arial" panose="020B0604020202020204" pitchFamily="34" charset="0"/>
              <a:buChar char="•"/>
            </a:pPr>
            <a:r>
              <a:rPr lang="en-AU">
                <a:latin typeface="+mj-lt"/>
              </a:rPr>
              <a:t>Lined everything up by time</a:t>
            </a:r>
          </a:p>
          <a:p>
            <a:pPr marL="457200" lvl="0" indent="-457200">
              <a:buFont typeface="Arial" panose="020B0604020202020204" pitchFamily="34" charset="0"/>
              <a:buChar char="•"/>
            </a:pPr>
            <a:r>
              <a:rPr lang="en-AU">
                <a:latin typeface="+mj-lt"/>
              </a:rPr>
              <a:t>Combined it into one table</a:t>
            </a:r>
            <a:r>
              <a:rPr lang="en-AU" baseline="30000">
                <a:latin typeface="+mj-lt"/>
              </a:rPr>
              <a:t>6</a:t>
            </a:r>
            <a:endParaRPr lang="en-AU">
              <a:latin typeface="+mj-lt"/>
            </a:endParaRPr>
          </a:p>
        </p:txBody>
      </p:sp>
      <p:sp>
        <p:nvSpPr>
          <p:cNvPr id="24" name="Rectangle: Rounded Corners 23">
            <a:extLst>
              <a:ext uri="{FF2B5EF4-FFF2-40B4-BE49-F238E27FC236}">
                <a16:creationId xmlns:a16="http://schemas.microsoft.com/office/drawing/2014/main" id="{B77ABBDA-F67E-07AA-FEF8-8350FD49C706}"/>
              </a:ext>
            </a:extLst>
          </p:cNvPr>
          <p:cNvSpPr/>
          <p:nvPr/>
        </p:nvSpPr>
        <p:spPr>
          <a:xfrm>
            <a:off x="15697373" y="7370480"/>
            <a:ext cx="6943685" cy="2701449"/>
          </a:xfrm>
          <a:prstGeom prst="roundRect">
            <a:avLst/>
          </a:prstGeom>
          <a:solidFill>
            <a:schemeClr val="accent5">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endParaRPr lang="en-US" sz="1200" b="1">
              <a:solidFill>
                <a:srgbClr val="000000"/>
              </a:solidFill>
            </a:endParaRPr>
          </a:p>
          <a:p>
            <a:pPr algn="ctr" defTabSz="457200">
              <a:spcBef>
                <a:spcPts val="0"/>
              </a:spcBef>
            </a:pPr>
            <a:r>
              <a:rPr lang="en-US" sz="3200" b="1">
                <a:solidFill>
                  <a:srgbClr val="000000"/>
                </a:solidFill>
              </a:rPr>
              <a:t>One cleaned table</a:t>
            </a:r>
            <a:r>
              <a:rPr lang="en-US" sz="3200" b="1" baseline="30000">
                <a:solidFill>
                  <a:srgbClr val="000000"/>
                </a:solidFill>
              </a:rPr>
              <a:t>7</a:t>
            </a:r>
            <a:r>
              <a:rPr lang="en-US" sz="3200" b="1">
                <a:solidFill>
                  <a:srgbClr val="000000"/>
                </a:solidFill>
              </a:rPr>
              <a:t>:</a:t>
            </a:r>
          </a:p>
          <a:p>
            <a:pPr algn="ctr" defTabSz="457200">
              <a:spcBef>
                <a:spcPts val="0"/>
              </a:spcBef>
            </a:pPr>
            <a:r>
              <a:rPr lang="en-US" sz="3200">
                <a:solidFill>
                  <a:srgbClr val="000000"/>
                </a:solidFill>
              </a:rPr>
              <a:t>One row for every half hour across 2010 to 2021, almost 200,000 rows</a:t>
            </a:r>
          </a:p>
          <a:p>
            <a:pPr algn="ctr" defTabSz="457200">
              <a:spcBef>
                <a:spcPts val="0"/>
              </a:spcBef>
            </a:pPr>
            <a:endParaRPr lang="en-US" sz="1200"/>
          </a:p>
        </p:txBody>
      </p:sp>
      <p:sp>
        <p:nvSpPr>
          <p:cNvPr id="26" name="The Highest MAE Across All Models">
            <a:extLst>
              <a:ext uri="{FF2B5EF4-FFF2-40B4-BE49-F238E27FC236}">
                <a16:creationId xmlns:a16="http://schemas.microsoft.com/office/drawing/2014/main" id="{660C5B3A-DAD9-4B60-6C7E-053852C38335}"/>
              </a:ext>
            </a:extLst>
          </p:cNvPr>
          <p:cNvSpPr txBox="1">
            <a:spLocks/>
          </p:cNvSpPr>
          <p:nvPr/>
        </p:nvSpPr>
        <p:spPr>
          <a:xfrm>
            <a:off x="3738623" y="2241415"/>
            <a:ext cx="16574947" cy="10160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rmAutofit fontScale="55000" lnSpcReduction="20000"/>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AU"/>
              <a:t>To help determine the best forecasting model, we combined 11 years of demand, weather and calendar data into one centralised source for every model to learn from</a:t>
            </a:r>
            <a:endParaRPr lang="en-US"/>
          </a:p>
        </p:txBody>
      </p:sp>
      <p:sp>
        <p:nvSpPr>
          <p:cNvPr id="28" name="The Highest MAE Across All Models">
            <a:extLst>
              <a:ext uri="{FF2B5EF4-FFF2-40B4-BE49-F238E27FC236}">
                <a16:creationId xmlns:a16="http://schemas.microsoft.com/office/drawing/2014/main" id="{A8BDD430-5C8B-05F0-213C-C6E50974ED09}"/>
              </a:ext>
            </a:extLst>
          </p:cNvPr>
          <p:cNvSpPr txBox="1">
            <a:spLocks/>
          </p:cNvSpPr>
          <p:nvPr/>
        </p:nvSpPr>
        <p:spPr>
          <a:xfrm>
            <a:off x="1860745" y="11950614"/>
            <a:ext cx="20316349" cy="14840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25000" lnSpcReduction="20000"/>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algn="l" hangingPunct="1"/>
            <a:r>
              <a:rPr lang="en-US" i="1"/>
              <a:t>Sources:</a:t>
            </a:r>
          </a:p>
          <a:p>
            <a:pPr algn="l" hangingPunct="1"/>
            <a:r>
              <a:rPr lang="en-AU" sz="5600" u="sng">
                <a:hlinkClick r:id="rId4">
                  <a:extLst>
                    <a:ext uri="{A12FA001-AC4F-418D-AE19-62706E023703}">
                      <ahyp:hlinkClr xmlns:ahyp="http://schemas.microsoft.com/office/drawing/2018/hyperlinkcolor" val="tx"/>
                    </a:ext>
                  </a:extLst>
                </a:hlinkClick>
              </a:rPr>
              <a:t>1. </a:t>
            </a:r>
            <a:r>
              <a:rPr lang="en-AU" sz="5600" i="1">
                <a:hlinkClick r:id="rId4">
                  <a:extLst>
                    <a:ext uri="{A12FA001-AC4F-418D-AE19-62706E023703}">
                      <ahyp:hlinkClr xmlns:ahyp="http://schemas.microsoft.com/office/drawing/2018/hyperlinkcolor" val="tx"/>
                    </a:ext>
                  </a:extLst>
                </a:hlinkClick>
              </a:rPr>
              <a:t>https://github.com/danielc088/ZZSC9020-group-A/blob/main/data/NSW/totaldemand_nsw.csv.zip</a:t>
            </a:r>
            <a:endParaRPr lang="en-AU" sz="5600" i="1"/>
          </a:p>
          <a:p>
            <a:pPr algn="l" hangingPunct="1"/>
            <a:r>
              <a:rPr lang="en-AU" sz="5600" i="1">
                <a:hlinkClick r:id="rId5">
                  <a:extLst>
                    <a:ext uri="{A12FA001-AC4F-418D-AE19-62706E023703}">
                      <ahyp:hlinkClr xmlns:ahyp="http://schemas.microsoft.com/office/drawing/2018/hyperlinkcolor" val="tx"/>
                    </a:ext>
                  </a:extLst>
                </a:hlinkClick>
              </a:rPr>
              <a:t>2. https://github.com/danielc088/ZZSC9020-group-A/blob/main/data/NSW/temperature_nsw.csv.zip</a:t>
            </a:r>
            <a:endParaRPr lang="en-AU" sz="5600" i="1"/>
          </a:p>
          <a:p>
            <a:pPr algn="l" hangingPunct="1"/>
            <a:r>
              <a:rPr lang="en-AU" sz="5600" i="1">
                <a:hlinkClick r:id="rId6">
                  <a:extLst>
                    <a:ext uri="{A12FA001-AC4F-418D-AE19-62706E023703}">
                      <ahyp:hlinkClr xmlns:ahyp="http://schemas.microsoft.com/office/drawing/2018/hyperlinkcolor" val="tx"/>
                    </a:ext>
                  </a:extLst>
                </a:hlinkClick>
              </a:rPr>
              <a:t>3. https://github.com/danielc088/ZZSC9020-group-A/tree/main/data/NSW</a:t>
            </a:r>
            <a:endParaRPr lang="en-AU" sz="5600" i="1"/>
          </a:p>
          <a:p>
            <a:pPr algn="l" hangingPunct="1"/>
            <a:r>
              <a:rPr lang="en-AU" sz="5600" i="1">
                <a:hlinkClick r:id="rId7">
                  <a:extLst>
                    <a:ext uri="{A12FA001-AC4F-418D-AE19-62706E023703}">
                      <ahyp:hlinkClr xmlns:ahyp="http://schemas.microsoft.com/office/drawing/2018/hyperlinkcolor" val="tx"/>
                    </a:ext>
                  </a:extLst>
                </a:hlinkClick>
              </a:rPr>
              <a:t>4. https://github.com/danielc088/ZZSC9020-group-A/blob/main/data/NSW/solar_radiation_bankstown_66137.csv</a:t>
            </a:r>
            <a:endParaRPr lang="en-AU" sz="5600" i="1"/>
          </a:p>
          <a:p>
            <a:pPr algn="l" hangingPunct="1"/>
            <a:r>
              <a:rPr lang="en-AU" sz="5600" i="1">
                <a:hlinkClick r:id="rId8">
                  <a:extLst>
                    <a:ext uri="{A12FA001-AC4F-418D-AE19-62706E023703}">
                      <ahyp:hlinkClr xmlns:ahyp="http://schemas.microsoft.com/office/drawing/2018/hyperlinkcolor" val="tx"/>
                    </a:ext>
                  </a:extLst>
                </a:hlinkClick>
              </a:rPr>
              <a:t>5. https://github.com/danielc088/ZZSC9020-group-A/blob/main/src/data_joined.ipynb</a:t>
            </a:r>
            <a:endParaRPr lang="en-AU" sz="5600" i="1"/>
          </a:p>
          <a:p>
            <a:pPr algn="l" hangingPunct="1"/>
            <a:r>
              <a:rPr lang="en-AU" sz="5600" i="1">
                <a:hlinkClick r:id="rId9">
                  <a:extLst>
                    <a:ext uri="{A12FA001-AC4F-418D-AE19-62706E023703}">
                      <ahyp:hlinkClr xmlns:ahyp="http://schemas.microsoft.com/office/drawing/2018/hyperlinkcolor" val="tx"/>
                    </a:ext>
                  </a:extLst>
                </a:hlinkClick>
              </a:rPr>
              <a:t>6. https://github.com/danielc088/ZZSC9020-group-A/blob/main/src/data_cleaning.ipynb</a:t>
            </a:r>
            <a:endParaRPr lang="en-AU" sz="5600" i="1"/>
          </a:p>
          <a:p>
            <a:pPr algn="l" hangingPunct="1"/>
            <a:r>
              <a:rPr lang="en-AU" sz="5600" i="1">
                <a:hlinkClick r:id="rId10">
                  <a:extLst>
                    <a:ext uri="{A12FA001-AC4F-418D-AE19-62706E023703}">
                      <ahyp:hlinkClr xmlns:ahyp="http://schemas.microsoft.com/office/drawing/2018/hyperlinkcolor" val="tx"/>
                    </a:ext>
                  </a:extLst>
                </a:hlinkClick>
              </a:rPr>
              <a:t>7. https://github.com/danielc088/ZZSC9020-group-A/blob/main/data/NSW/nsw_cleaned.csv</a:t>
            </a:r>
            <a:r>
              <a:rPr lang="en-AU" sz="5600" i="1"/>
              <a:t> </a:t>
            </a:r>
          </a:p>
          <a:p>
            <a:pPr marL="914400" indent="-914400" algn="l" hangingPunct="1">
              <a:buAutoNum type="arabicPeriod"/>
            </a:pPr>
            <a:endParaRPr lang="en-US"/>
          </a:p>
        </p:txBody>
      </p:sp>
      <p:grpSp>
        <p:nvGrpSpPr>
          <p:cNvPr id="34" name="Group 33">
            <a:extLst>
              <a:ext uri="{FF2B5EF4-FFF2-40B4-BE49-F238E27FC236}">
                <a16:creationId xmlns:a16="http://schemas.microsoft.com/office/drawing/2014/main" id="{FD3BA77C-3C6B-E8A0-FF44-BB4EF3DEDFF3}"/>
              </a:ext>
            </a:extLst>
          </p:cNvPr>
          <p:cNvGrpSpPr/>
          <p:nvPr/>
        </p:nvGrpSpPr>
        <p:grpSpPr>
          <a:xfrm>
            <a:off x="1387649" y="3076919"/>
            <a:ext cx="756000" cy="756000"/>
            <a:chOff x="1302693" y="2464017"/>
            <a:chExt cx="756000" cy="756000"/>
          </a:xfrm>
        </p:grpSpPr>
        <p:sp>
          <p:nvSpPr>
            <p:cNvPr id="33" name="Oval 32">
              <a:extLst>
                <a:ext uri="{FF2B5EF4-FFF2-40B4-BE49-F238E27FC236}">
                  <a16:creationId xmlns:a16="http://schemas.microsoft.com/office/drawing/2014/main" id="{035768B0-4A96-F136-D1BB-98E02E51F024}"/>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32" name="Graphic 31" descr="Radio microphone with solid fill">
              <a:extLst>
                <a:ext uri="{FF2B5EF4-FFF2-40B4-BE49-F238E27FC236}">
                  <a16:creationId xmlns:a16="http://schemas.microsoft.com/office/drawing/2014/main" id="{173B9F25-CE65-CB31-72B2-BB7CC365A24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92693" y="2554017"/>
              <a:ext cx="576000" cy="576000"/>
            </a:xfrm>
            <a:prstGeom prst="rect">
              <a:avLst/>
            </a:prstGeom>
          </p:spPr>
        </p:pic>
      </p:gr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858E7-E8A0-ECE6-86AA-A0410956148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C444984-27F2-64EC-FF24-85E8D7BF3101}"/>
              </a:ext>
            </a:extLst>
          </p:cNvPr>
          <p:cNvSpPr/>
          <p:nvPr/>
        </p:nvSpPr>
        <p:spPr>
          <a:xfrm>
            <a:off x="1757321" y="8474503"/>
            <a:ext cx="10720188" cy="3420000"/>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sp>
        <p:nvSpPr>
          <p:cNvPr id="217" name="From Raw Data to a Fair Comparison">
            <a:extLst>
              <a:ext uri="{FF2B5EF4-FFF2-40B4-BE49-F238E27FC236}">
                <a16:creationId xmlns:a16="http://schemas.microsoft.com/office/drawing/2014/main" id="{05798C66-F767-B915-FEFB-24FB1514B175}"/>
              </a:ext>
            </a:extLst>
          </p:cNvPr>
          <p:cNvSpPr txBox="1">
            <a:spLocks noGrp="1"/>
          </p:cNvSpPr>
          <p:nvPr>
            <p:ph type="title"/>
          </p:nvPr>
        </p:nvSpPr>
        <p:spPr>
          <a:prstGeom prst="rect">
            <a:avLst/>
          </a:prstGeom>
        </p:spPr>
        <p:txBody>
          <a:bodyPr>
            <a:normAutofit/>
          </a:bodyPr>
          <a:lstStyle>
            <a:lvl1pPr>
              <a:defRPr>
                <a:latin typeface="Myriad Set Pro Bold"/>
                <a:ea typeface="Myriad Set Pro Bold"/>
                <a:cs typeface="Myriad Set Pro Bold"/>
                <a:sym typeface="Myriad Set Pro Bold"/>
              </a:defRPr>
            </a:lvl1pPr>
          </a:lstStyle>
          <a:p>
            <a:r>
              <a:rPr lang="en-US">
                <a:gradFill flip="none">
                  <a:gsLst>
                    <a:gs pos="0">
                      <a:srgbClr val="FFFFFF"/>
                    </a:gs>
                    <a:gs pos="100000">
                      <a:srgbClr val="929292"/>
                    </a:gs>
                  </a:gsLst>
                  <a:lin ang="5400000" scaled="0"/>
                </a:gradFill>
              </a:rPr>
              <a:t>From messy files to one cleaned table</a:t>
            </a:r>
            <a:endParaRPr lang="en-US"/>
          </a:p>
        </p:txBody>
      </p:sp>
      <p:pic>
        <p:nvPicPr>
          <p:cNvPr id="2" name="Camera 1">
            <a:extLst>
              <a:ext uri="{FF2B5EF4-FFF2-40B4-BE49-F238E27FC236}">
                <a16:creationId xmlns:a16="http://schemas.microsoft.com/office/drawing/2014/main" id="{53E9B7C1-39F1-7230-E84C-6E54EECEF25D}"/>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667567" y="1288"/>
            <a:ext cx="3691380" cy="3716363"/>
          </a:xfrm>
          <a:prstGeom prst="ellipse">
            <a:avLst/>
          </a:prstGeom>
          <a:ln>
            <a:noFill/>
          </a:ln>
          <a:effectLst>
            <a:outerShdw blurRad="190500" algn="tl" rotWithShape="0">
              <a:srgbClr val="000000">
                <a:alpha val="30000"/>
              </a:srgbClr>
            </a:outerShdw>
          </a:effectLst>
        </p:spPr>
      </p:pic>
      <p:sp>
        <p:nvSpPr>
          <p:cNvPr id="19" name="Rectangle: Rounded Corners 18">
            <a:extLst>
              <a:ext uri="{FF2B5EF4-FFF2-40B4-BE49-F238E27FC236}">
                <a16:creationId xmlns:a16="http://schemas.microsoft.com/office/drawing/2014/main" id="{A3CEAAEA-BD72-5318-28FA-800672EC3F78}"/>
              </a:ext>
            </a:extLst>
          </p:cNvPr>
          <p:cNvSpPr/>
          <p:nvPr/>
        </p:nvSpPr>
        <p:spPr>
          <a:xfrm>
            <a:off x="1860745" y="4366017"/>
            <a:ext cx="10426224" cy="900000"/>
          </a:xfrm>
          <a:prstGeom prst="round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Demand</a:t>
            </a:r>
            <a:r>
              <a:rPr lang="en-US" sz="3200" b="1" baseline="30000">
                <a:solidFill>
                  <a:srgbClr val="000000"/>
                </a:solidFill>
              </a:rPr>
              <a:t>1</a:t>
            </a:r>
            <a:r>
              <a:rPr lang="en-US" sz="3200" b="1">
                <a:solidFill>
                  <a:srgbClr val="000000"/>
                </a:solidFill>
              </a:rPr>
              <a:t>:</a:t>
            </a:r>
            <a:r>
              <a:rPr lang="en-US" sz="3200">
                <a:solidFill>
                  <a:srgbClr val="000000"/>
                </a:solidFill>
              </a:rPr>
              <a:t> NSW electricity use, every half hour</a:t>
            </a:r>
            <a:endParaRPr lang="en-US"/>
          </a:p>
        </p:txBody>
      </p:sp>
      <p:sp>
        <p:nvSpPr>
          <p:cNvPr id="4" name="Slide Subtitle">
            <a:extLst>
              <a:ext uri="{FF2B5EF4-FFF2-40B4-BE49-F238E27FC236}">
                <a16:creationId xmlns:a16="http://schemas.microsoft.com/office/drawing/2014/main" id="{27EB2C3F-8C3F-6796-C1E3-DC6731F9B116}"/>
              </a:ext>
            </a:extLst>
          </p:cNvPr>
          <p:cNvSpPr txBox="1">
            <a:spLocks noGrp="1"/>
          </p:cNvSpPr>
          <p:nvPr>
            <p:ph type="body" sz="quarter" idx="21"/>
          </p:nvPr>
        </p:nvSpPr>
        <p:spPr>
          <a:xfrm>
            <a:off x="777774" y="3370830"/>
            <a:ext cx="11901715" cy="1016000"/>
          </a:xfrm>
          <a:prstGeom prst="rect">
            <a:avLst/>
          </a:prstGeom>
        </p:spPr>
        <p:txBody>
          <a:bodyPr lIns="50800" tIns="50800" rIns="50800" bIns="50800" anchor="t">
            <a:normAutofit/>
          </a:bodyPr>
          <a:lstStyle/>
          <a:p>
            <a:r>
              <a:rPr lang="en-US" sz="4800"/>
              <a:t>Provided to us</a:t>
            </a:r>
          </a:p>
        </p:txBody>
      </p:sp>
      <p:sp>
        <p:nvSpPr>
          <p:cNvPr id="8" name="Slide Subtitle">
            <a:extLst>
              <a:ext uri="{FF2B5EF4-FFF2-40B4-BE49-F238E27FC236}">
                <a16:creationId xmlns:a16="http://schemas.microsoft.com/office/drawing/2014/main" id="{6F778EEE-0A54-3F40-4F83-73D51B310A09}"/>
              </a:ext>
            </a:extLst>
          </p:cNvPr>
          <p:cNvSpPr txBox="1">
            <a:spLocks/>
          </p:cNvSpPr>
          <p:nvPr/>
        </p:nvSpPr>
        <p:spPr>
          <a:xfrm>
            <a:off x="777774" y="8402730"/>
            <a:ext cx="11901715" cy="101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ormAutofit/>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US" sz="4800"/>
              <a:t>Added by us</a:t>
            </a:r>
          </a:p>
        </p:txBody>
      </p:sp>
      <p:sp>
        <p:nvSpPr>
          <p:cNvPr id="9" name="Right Brace 8">
            <a:extLst>
              <a:ext uri="{FF2B5EF4-FFF2-40B4-BE49-F238E27FC236}">
                <a16:creationId xmlns:a16="http://schemas.microsoft.com/office/drawing/2014/main" id="{914DCC84-2E77-B5E1-9A82-479A334907D3}"/>
              </a:ext>
            </a:extLst>
          </p:cNvPr>
          <p:cNvSpPr/>
          <p:nvPr/>
        </p:nvSpPr>
        <p:spPr>
          <a:xfrm>
            <a:off x="12766431" y="4287871"/>
            <a:ext cx="2844000" cy="7271221"/>
          </a:xfrm>
          <a:prstGeom prst="rightBrace">
            <a:avLst>
              <a:gd name="adj1" fmla="val 8333"/>
              <a:gd name="adj2" fmla="val 57691"/>
            </a:avLst>
          </a:prstGeom>
          <a:noFill/>
          <a:ln w="25400" cap="flat">
            <a:solidFill>
              <a:srgbClr val="FFFFFF"/>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5" name="Rectangle: Rounded Corners 4">
            <a:extLst>
              <a:ext uri="{FF2B5EF4-FFF2-40B4-BE49-F238E27FC236}">
                <a16:creationId xmlns:a16="http://schemas.microsoft.com/office/drawing/2014/main" id="{EF69A73C-7027-71E5-E489-19057F965A16}"/>
              </a:ext>
            </a:extLst>
          </p:cNvPr>
          <p:cNvSpPr/>
          <p:nvPr/>
        </p:nvSpPr>
        <p:spPr>
          <a:xfrm>
            <a:off x="1860745" y="5510390"/>
            <a:ext cx="10426224" cy="900000"/>
          </a:xfrm>
          <a:prstGeom prst="round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Temperature</a:t>
            </a:r>
            <a:r>
              <a:rPr lang="en-US" sz="3200" b="1" baseline="30000">
                <a:solidFill>
                  <a:srgbClr val="000000"/>
                </a:solidFill>
              </a:rPr>
              <a:t>2</a:t>
            </a:r>
            <a:r>
              <a:rPr lang="en-US" sz="3200" b="1">
                <a:solidFill>
                  <a:srgbClr val="000000"/>
                </a:solidFill>
              </a:rPr>
              <a:t>:</a:t>
            </a:r>
            <a:r>
              <a:rPr lang="en-US" sz="3200">
                <a:solidFill>
                  <a:srgbClr val="000000"/>
                </a:solidFill>
              </a:rPr>
              <a:t> Readings from Bankstown airport</a:t>
            </a:r>
            <a:endParaRPr lang="en-US"/>
          </a:p>
        </p:txBody>
      </p:sp>
      <p:sp>
        <p:nvSpPr>
          <p:cNvPr id="7" name="Rectangle: Rounded Corners 6">
            <a:extLst>
              <a:ext uri="{FF2B5EF4-FFF2-40B4-BE49-F238E27FC236}">
                <a16:creationId xmlns:a16="http://schemas.microsoft.com/office/drawing/2014/main" id="{26DE967C-1EE3-D050-7C79-1F71FDD50CF8}"/>
              </a:ext>
            </a:extLst>
          </p:cNvPr>
          <p:cNvSpPr/>
          <p:nvPr/>
        </p:nvSpPr>
        <p:spPr>
          <a:xfrm>
            <a:off x="1860745" y="6634106"/>
            <a:ext cx="10426224" cy="900000"/>
          </a:xfrm>
          <a:prstGeom prst="round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AEMO’s forecasts</a:t>
            </a:r>
            <a:r>
              <a:rPr lang="en-US" sz="3200" b="1" baseline="30000">
                <a:solidFill>
                  <a:srgbClr val="000000"/>
                </a:solidFill>
              </a:rPr>
              <a:t>3</a:t>
            </a:r>
            <a:r>
              <a:rPr lang="en-US" sz="3200" b="1">
                <a:solidFill>
                  <a:srgbClr val="000000"/>
                </a:solidFill>
              </a:rPr>
              <a:t>: </a:t>
            </a:r>
            <a:r>
              <a:rPr lang="en-US" sz="3200">
                <a:solidFill>
                  <a:srgbClr val="000000"/>
                </a:solidFill>
              </a:rPr>
              <a:t>the market operator’s own predictions</a:t>
            </a:r>
            <a:endParaRPr lang="en-US"/>
          </a:p>
        </p:txBody>
      </p:sp>
      <p:sp>
        <p:nvSpPr>
          <p:cNvPr id="11" name="Rectangle: Rounded Corners 10">
            <a:extLst>
              <a:ext uri="{FF2B5EF4-FFF2-40B4-BE49-F238E27FC236}">
                <a16:creationId xmlns:a16="http://schemas.microsoft.com/office/drawing/2014/main" id="{BBE65CB5-234B-9545-96D8-EFB71844CF60}"/>
              </a:ext>
            </a:extLst>
          </p:cNvPr>
          <p:cNvSpPr/>
          <p:nvPr/>
        </p:nvSpPr>
        <p:spPr>
          <a:xfrm>
            <a:off x="1852448" y="9497794"/>
            <a:ext cx="10426224" cy="900000"/>
          </a:xfrm>
          <a:prstGeom prst="roundRect">
            <a:avLst/>
          </a:prstGeom>
          <a:solidFill>
            <a:schemeClr val="accent5">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Sunshine</a:t>
            </a:r>
            <a:r>
              <a:rPr lang="en-US" sz="3200" b="1" baseline="30000">
                <a:solidFill>
                  <a:srgbClr val="000000"/>
                </a:solidFill>
              </a:rPr>
              <a:t>4</a:t>
            </a:r>
            <a:r>
              <a:rPr lang="en-US" sz="3200" b="1">
                <a:solidFill>
                  <a:srgbClr val="000000"/>
                </a:solidFill>
              </a:rPr>
              <a:t>:</a:t>
            </a:r>
            <a:r>
              <a:rPr lang="en-US" sz="3200">
                <a:solidFill>
                  <a:srgbClr val="000000"/>
                </a:solidFill>
              </a:rPr>
              <a:t> Daily solar radiation in Bankstown</a:t>
            </a:r>
            <a:endParaRPr lang="en-US"/>
          </a:p>
        </p:txBody>
      </p:sp>
      <p:sp>
        <p:nvSpPr>
          <p:cNvPr id="13" name="Rectangle: Rounded Corners 12">
            <a:extLst>
              <a:ext uri="{FF2B5EF4-FFF2-40B4-BE49-F238E27FC236}">
                <a16:creationId xmlns:a16="http://schemas.microsoft.com/office/drawing/2014/main" id="{640CBA54-E515-2F0A-032A-548FAE430A94}"/>
              </a:ext>
            </a:extLst>
          </p:cNvPr>
          <p:cNvSpPr/>
          <p:nvPr/>
        </p:nvSpPr>
        <p:spPr>
          <a:xfrm>
            <a:off x="1852448" y="10737238"/>
            <a:ext cx="10426224" cy="900000"/>
          </a:xfrm>
          <a:prstGeom prst="roundRect">
            <a:avLst/>
          </a:prstGeom>
          <a:solidFill>
            <a:schemeClr val="accent5">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Calendar</a:t>
            </a:r>
            <a:r>
              <a:rPr lang="en-US" sz="3200" b="1" baseline="30000">
                <a:solidFill>
                  <a:srgbClr val="000000"/>
                </a:solidFill>
              </a:rPr>
              <a:t>5</a:t>
            </a:r>
            <a:r>
              <a:rPr lang="en-US" sz="3200" b="1">
                <a:solidFill>
                  <a:srgbClr val="000000"/>
                </a:solidFill>
              </a:rPr>
              <a:t>:</a:t>
            </a:r>
            <a:r>
              <a:rPr lang="en-US" sz="3200">
                <a:solidFill>
                  <a:srgbClr val="000000"/>
                </a:solidFill>
              </a:rPr>
              <a:t> Public holidays, day of week, school terms, </a:t>
            </a:r>
            <a:r>
              <a:rPr lang="en-US" sz="3200" err="1">
                <a:solidFill>
                  <a:srgbClr val="000000"/>
                </a:solidFill>
              </a:rPr>
              <a:t>etc</a:t>
            </a:r>
            <a:endParaRPr lang="en-US"/>
          </a:p>
        </p:txBody>
      </p:sp>
      <p:sp>
        <p:nvSpPr>
          <p:cNvPr id="17" name="Train">
            <a:extLst>
              <a:ext uri="{FF2B5EF4-FFF2-40B4-BE49-F238E27FC236}">
                <a16:creationId xmlns:a16="http://schemas.microsoft.com/office/drawing/2014/main" id="{F79AA0CD-C49D-74E2-847C-D9072A05E405}"/>
              </a:ext>
            </a:extLst>
          </p:cNvPr>
          <p:cNvSpPr txBox="1"/>
          <p:nvPr/>
        </p:nvSpPr>
        <p:spPr>
          <a:xfrm>
            <a:off x="14477827" y="4245185"/>
            <a:ext cx="6052331" cy="22416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a:defRPr sz="3300">
                <a:latin typeface="Myriad Set Pro Text"/>
                <a:ea typeface="Myriad Set Pro Text"/>
                <a:cs typeface="Myriad Set Pro Text"/>
                <a:sym typeface="Myriad Set Pro Text"/>
              </a:defRPr>
            </a:lvl1pPr>
          </a:lstStyle>
          <a:p>
            <a:pPr marL="457200" lvl="0" indent="-457200">
              <a:buFont typeface="Arial" panose="020B0604020202020204" pitchFamily="34" charset="0"/>
              <a:buChar char="•"/>
            </a:pPr>
            <a:r>
              <a:rPr lang="en-AU">
                <a:latin typeface="+mj-lt"/>
              </a:rPr>
              <a:t>Checked and cleaned the data</a:t>
            </a:r>
          </a:p>
          <a:p>
            <a:pPr marL="457200" lvl="0" indent="-457200">
              <a:buFont typeface="Arial" panose="020B0604020202020204" pitchFamily="34" charset="0"/>
              <a:buChar char="•"/>
            </a:pPr>
            <a:r>
              <a:rPr lang="en-AU">
                <a:latin typeface="+mj-lt"/>
              </a:rPr>
              <a:t>Lined everything up by time</a:t>
            </a:r>
          </a:p>
          <a:p>
            <a:pPr marL="457200" lvl="0" indent="-457200">
              <a:buFont typeface="Arial" panose="020B0604020202020204" pitchFamily="34" charset="0"/>
              <a:buChar char="•"/>
            </a:pPr>
            <a:r>
              <a:rPr lang="en-AU">
                <a:latin typeface="+mj-lt"/>
              </a:rPr>
              <a:t>Combined it into one table</a:t>
            </a:r>
            <a:r>
              <a:rPr lang="en-AU" baseline="30000">
                <a:latin typeface="+mj-lt"/>
              </a:rPr>
              <a:t>6</a:t>
            </a:r>
            <a:endParaRPr lang="en-AU">
              <a:latin typeface="+mj-lt"/>
            </a:endParaRPr>
          </a:p>
        </p:txBody>
      </p:sp>
      <p:sp>
        <p:nvSpPr>
          <p:cNvPr id="26" name="The Highest MAE Across All Models">
            <a:extLst>
              <a:ext uri="{FF2B5EF4-FFF2-40B4-BE49-F238E27FC236}">
                <a16:creationId xmlns:a16="http://schemas.microsoft.com/office/drawing/2014/main" id="{57D245FE-01FB-8048-E726-EB3B44778F07}"/>
              </a:ext>
            </a:extLst>
          </p:cNvPr>
          <p:cNvSpPr txBox="1">
            <a:spLocks/>
          </p:cNvSpPr>
          <p:nvPr/>
        </p:nvSpPr>
        <p:spPr>
          <a:xfrm>
            <a:off x="3738623" y="2241415"/>
            <a:ext cx="16574947" cy="10160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rmAutofit fontScale="55000" lnSpcReduction="20000"/>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AU"/>
              <a:t>To help determine the best forecasting model, we combined 11 years of demand, weather and calendar data into one centralised source for every model to learn from</a:t>
            </a:r>
            <a:endParaRPr lang="en-US"/>
          </a:p>
        </p:txBody>
      </p:sp>
      <p:sp>
        <p:nvSpPr>
          <p:cNvPr id="28" name="The Highest MAE Across All Models">
            <a:extLst>
              <a:ext uri="{FF2B5EF4-FFF2-40B4-BE49-F238E27FC236}">
                <a16:creationId xmlns:a16="http://schemas.microsoft.com/office/drawing/2014/main" id="{C893CD5B-AC6E-713E-0991-9C354C5E70E5}"/>
              </a:ext>
            </a:extLst>
          </p:cNvPr>
          <p:cNvSpPr txBox="1">
            <a:spLocks/>
          </p:cNvSpPr>
          <p:nvPr/>
        </p:nvSpPr>
        <p:spPr>
          <a:xfrm>
            <a:off x="1860745" y="11950614"/>
            <a:ext cx="20316349" cy="14840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25000" lnSpcReduction="20000"/>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algn="l" hangingPunct="1"/>
            <a:r>
              <a:rPr lang="en-US" i="1"/>
              <a:t>Sources:</a:t>
            </a:r>
          </a:p>
          <a:p>
            <a:pPr algn="l" hangingPunct="1"/>
            <a:r>
              <a:rPr lang="en-AU" sz="5600" u="sng">
                <a:hlinkClick r:id="rId4">
                  <a:extLst>
                    <a:ext uri="{A12FA001-AC4F-418D-AE19-62706E023703}">
                      <ahyp:hlinkClr xmlns:ahyp="http://schemas.microsoft.com/office/drawing/2018/hyperlinkcolor" val="tx"/>
                    </a:ext>
                  </a:extLst>
                </a:hlinkClick>
              </a:rPr>
              <a:t>1. </a:t>
            </a:r>
            <a:r>
              <a:rPr lang="en-AU" sz="5600" i="1">
                <a:hlinkClick r:id="rId4">
                  <a:extLst>
                    <a:ext uri="{A12FA001-AC4F-418D-AE19-62706E023703}">
                      <ahyp:hlinkClr xmlns:ahyp="http://schemas.microsoft.com/office/drawing/2018/hyperlinkcolor" val="tx"/>
                    </a:ext>
                  </a:extLst>
                </a:hlinkClick>
              </a:rPr>
              <a:t>https://github.com/danielc088/ZZSC9020-group-A/blob/main/data/NSW/totaldemand_nsw.csv.zip</a:t>
            </a:r>
            <a:endParaRPr lang="en-AU" sz="5600" i="1"/>
          </a:p>
          <a:p>
            <a:pPr algn="l" hangingPunct="1"/>
            <a:r>
              <a:rPr lang="en-AU" sz="5600" i="1">
                <a:hlinkClick r:id="rId5">
                  <a:extLst>
                    <a:ext uri="{A12FA001-AC4F-418D-AE19-62706E023703}">
                      <ahyp:hlinkClr xmlns:ahyp="http://schemas.microsoft.com/office/drawing/2018/hyperlinkcolor" val="tx"/>
                    </a:ext>
                  </a:extLst>
                </a:hlinkClick>
              </a:rPr>
              <a:t>2. https://github.com/danielc088/ZZSC9020-group-A/blob/main/data/NSW/temperature_nsw.csv.zip</a:t>
            </a:r>
            <a:endParaRPr lang="en-AU" sz="5600" i="1"/>
          </a:p>
          <a:p>
            <a:pPr algn="l" hangingPunct="1"/>
            <a:r>
              <a:rPr lang="en-AU" sz="5600" i="1">
                <a:hlinkClick r:id="rId6">
                  <a:extLst>
                    <a:ext uri="{A12FA001-AC4F-418D-AE19-62706E023703}">
                      <ahyp:hlinkClr xmlns:ahyp="http://schemas.microsoft.com/office/drawing/2018/hyperlinkcolor" val="tx"/>
                    </a:ext>
                  </a:extLst>
                </a:hlinkClick>
              </a:rPr>
              <a:t>3. https://github.com/danielc088/ZZSC9020-group-A/tree/main/data/NSW</a:t>
            </a:r>
            <a:endParaRPr lang="en-AU" sz="5600" i="1"/>
          </a:p>
          <a:p>
            <a:pPr algn="l" hangingPunct="1"/>
            <a:r>
              <a:rPr lang="en-AU" sz="5600" i="1">
                <a:hlinkClick r:id="rId7">
                  <a:extLst>
                    <a:ext uri="{A12FA001-AC4F-418D-AE19-62706E023703}">
                      <ahyp:hlinkClr xmlns:ahyp="http://schemas.microsoft.com/office/drawing/2018/hyperlinkcolor" val="tx"/>
                    </a:ext>
                  </a:extLst>
                </a:hlinkClick>
              </a:rPr>
              <a:t>4. https://github.com/danielc088/ZZSC9020-group-A/blob/main/data/NSW/solar_radiation_bankstown_66137.csv</a:t>
            </a:r>
            <a:endParaRPr lang="en-AU" sz="5600" i="1"/>
          </a:p>
          <a:p>
            <a:pPr algn="l" hangingPunct="1"/>
            <a:r>
              <a:rPr lang="en-AU" sz="5600" i="1">
                <a:hlinkClick r:id="rId8">
                  <a:extLst>
                    <a:ext uri="{A12FA001-AC4F-418D-AE19-62706E023703}">
                      <ahyp:hlinkClr xmlns:ahyp="http://schemas.microsoft.com/office/drawing/2018/hyperlinkcolor" val="tx"/>
                    </a:ext>
                  </a:extLst>
                </a:hlinkClick>
              </a:rPr>
              <a:t>5. https://github.com/danielc088/ZZSC9020-group-A/blob/main/src/data_joined.ipynb</a:t>
            </a:r>
            <a:endParaRPr lang="en-AU" sz="5600" i="1"/>
          </a:p>
          <a:p>
            <a:pPr algn="l" hangingPunct="1"/>
            <a:r>
              <a:rPr lang="en-AU" sz="5600" i="1">
                <a:hlinkClick r:id="rId9">
                  <a:extLst>
                    <a:ext uri="{A12FA001-AC4F-418D-AE19-62706E023703}">
                      <ahyp:hlinkClr xmlns:ahyp="http://schemas.microsoft.com/office/drawing/2018/hyperlinkcolor" val="tx"/>
                    </a:ext>
                  </a:extLst>
                </a:hlinkClick>
              </a:rPr>
              <a:t>6. https://github.com/danielc088/ZZSC9020-group-A/blob/main/src/data_cleaning.ipynb</a:t>
            </a:r>
            <a:endParaRPr lang="en-AU" sz="5600" i="1"/>
          </a:p>
          <a:p>
            <a:pPr algn="l" hangingPunct="1"/>
            <a:r>
              <a:rPr lang="en-AU" sz="5600" i="1">
                <a:hlinkClick r:id="rId10">
                  <a:extLst>
                    <a:ext uri="{A12FA001-AC4F-418D-AE19-62706E023703}">
                      <ahyp:hlinkClr xmlns:ahyp="http://schemas.microsoft.com/office/drawing/2018/hyperlinkcolor" val="tx"/>
                    </a:ext>
                  </a:extLst>
                </a:hlinkClick>
              </a:rPr>
              <a:t>7. https://github.com/danielc088/ZZSC9020-group-A/blob/main/data/NSW/nsw_cleaned.csv</a:t>
            </a:r>
            <a:r>
              <a:rPr lang="en-AU" sz="5600" i="1"/>
              <a:t> </a:t>
            </a:r>
          </a:p>
          <a:p>
            <a:pPr marL="914400" indent="-914400" algn="l" hangingPunct="1">
              <a:buAutoNum type="arabicPeriod"/>
            </a:pPr>
            <a:endParaRPr lang="en-US"/>
          </a:p>
        </p:txBody>
      </p:sp>
      <p:grpSp>
        <p:nvGrpSpPr>
          <p:cNvPr id="10" name="Group 9">
            <a:extLst>
              <a:ext uri="{FF2B5EF4-FFF2-40B4-BE49-F238E27FC236}">
                <a16:creationId xmlns:a16="http://schemas.microsoft.com/office/drawing/2014/main" id="{888BA020-EA11-16E3-1EAD-92C76AD6FE51}"/>
              </a:ext>
            </a:extLst>
          </p:cNvPr>
          <p:cNvGrpSpPr/>
          <p:nvPr/>
        </p:nvGrpSpPr>
        <p:grpSpPr>
          <a:xfrm>
            <a:off x="1335850" y="8161318"/>
            <a:ext cx="756000" cy="756000"/>
            <a:chOff x="1302693" y="2464017"/>
            <a:chExt cx="756000" cy="756000"/>
          </a:xfrm>
        </p:grpSpPr>
        <p:sp>
          <p:nvSpPr>
            <p:cNvPr id="12" name="Oval 11">
              <a:extLst>
                <a:ext uri="{FF2B5EF4-FFF2-40B4-BE49-F238E27FC236}">
                  <a16:creationId xmlns:a16="http://schemas.microsoft.com/office/drawing/2014/main" id="{A1A28373-5624-E368-FD34-B245DE6DF07D}"/>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4" name="Graphic 13" descr="Radio microphone with solid fill">
              <a:extLst>
                <a:ext uri="{FF2B5EF4-FFF2-40B4-BE49-F238E27FC236}">
                  <a16:creationId xmlns:a16="http://schemas.microsoft.com/office/drawing/2014/main" id="{DF48C1BF-1A89-4CEE-D6E9-6EF95319A69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92693" y="2554017"/>
              <a:ext cx="576000" cy="576000"/>
            </a:xfrm>
            <a:prstGeom prst="rect">
              <a:avLst/>
            </a:prstGeom>
          </p:spPr>
        </p:pic>
      </p:grpSp>
      <p:sp>
        <p:nvSpPr>
          <p:cNvPr id="3" name="Rectangle: Rounded Corners 23">
            <a:extLst>
              <a:ext uri="{FF2B5EF4-FFF2-40B4-BE49-F238E27FC236}">
                <a16:creationId xmlns:a16="http://schemas.microsoft.com/office/drawing/2014/main" id="{0F406A67-C74D-F7DC-517B-AF588FC21ED8}"/>
              </a:ext>
            </a:extLst>
          </p:cNvPr>
          <p:cNvSpPr/>
          <p:nvPr/>
        </p:nvSpPr>
        <p:spPr>
          <a:xfrm>
            <a:off x="15682994" y="7246345"/>
            <a:ext cx="6943685" cy="2701449"/>
          </a:xfrm>
          <a:prstGeom prst="roundRect">
            <a:avLst/>
          </a:prstGeom>
          <a:solidFill>
            <a:schemeClr val="accent5">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endParaRPr lang="en-US" sz="1200" b="1">
              <a:solidFill>
                <a:srgbClr val="000000"/>
              </a:solidFill>
            </a:endParaRPr>
          </a:p>
          <a:p>
            <a:pPr algn="ctr" defTabSz="457200">
              <a:spcBef>
                <a:spcPts val="0"/>
              </a:spcBef>
            </a:pPr>
            <a:r>
              <a:rPr lang="en-US" sz="3200" b="1">
                <a:solidFill>
                  <a:srgbClr val="000000"/>
                </a:solidFill>
              </a:rPr>
              <a:t>One cleaned table</a:t>
            </a:r>
            <a:r>
              <a:rPr lang="en-US" sz="3200" b="1" baseline="30000">
                <a:solidFill>
                  <a:srgbClr val="000000"/>
                </a:solidFill>
              </a:rPr>
              <a:t>7</a:t>
            </a:r>
            <a:r>
              <a:rPr lang="en-US" sz="3200" b="1">
                <a:solidFill>
                  <a:srgbClr val="000000"/>
                </a:solidFill>
              </a:rPr>
              <a:t>:</a:t>
            </a:r>
          </a:p>
          <a:p>
            <a:pPr algn="ctr" defTabSz="457200">
              <a:spcBef>
                <a:spcPts val="0"/>
              </a:spcBef>
            </a:pPr>
            <a:r>
              <a:rPr lang="en-US" sz="3200">
                <a:solidFill>
                  <a:srgbClr val="000000"/>
                </a:solidFill>
              </a:rPr>
              <a:t>One row for every half hour across 2010 to 2021, almost 200,000 rows</a:t>
            </a:r>
          </a:p>
          <a:p>
            <a:pPr algn="ctr" defTabSz="457200">
              <a:spcBef>
                <a:spcPts val="0"/>
              </a:spcBef>
            </a:pPr>
            <a:endParaRPr lang="en-US" sz="1200"/>
          </a:p>
        </p:txBody>
      </p:sp>
    </p:spTree>
    <p:extLst>
      <p:ext uri="{BB962C8B-B14F-4D97-AF65-F5344CB8AC3E}">
        <p14:creationId xmlns:p14="http://schemas.microsoft.com/office/powerpoint/2010/main" val="231552459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757EC-A206-BE8D-1432-C0990F0193D4}"/>
            </a:ext>
          </a:extLst>
        </p:cNvPr>
        <p:cNvGrpSpPr/>
        <p:nvPr/>
      </p:nvGrpSpPr>
      <p:grpSpPr>
        <a:xfrm>
          <a:off x="0" y="0"/>
          <a:ext cx="0" cy="0"/>
          <a:chOff x="0" y="0"/>
          <a:chExt cx="0" cy="0"/>
        </a:xfrm>
      </p:grpSpPr>
      <p:sp>
        <p:nvSpPr>
          <p:cNvPr id="217" name="From Raw Data to a Fair Comparison">
            <a:extLst>
              <a:ext uri="{FF2B5EF4-FFF2-40B4-BE49-F238E27FC236}">
                <a16:creationId xmlns:a16="http://schemas.microsoft.com/office/drawing/2014/main" id="{1020EDFD-4C2E-DABC-936C-B5EF91A25C7F}"/>
              </a:ext>
            </a:extLst>
          </p:cNvPr>
          <p:cNvSpPr txBox="1">
            <a:spLocks noGrp="1"/>
          </p:cNvSpPr>
          <p:nvPr>
            <p:ph type="title"/>
          </p:nvPr>
        </p:nvSpPr>
        <p:spPr>
          <a:prstGeom prst="rect">
            <a:avLst/>
          </a:prstGeom>
        </p:spPr>
        <p:txBody>
          <a:bodyPr>
            <a:normAutofit/>
          </a:bodyPr>
          <a:lstStyle>
            <a:lvl1pPr>
              <a:defRPr>
                <a:latin typeface="Myriad Set Pro Bold"/>
                <a:ea typeface="Myriad Set Pro Bold"/>
                <a:cs typeface="Myriad Set Pro Bold"/>
                <a:sym typeface="Myriad Set Pro Bold"/>
              </a:defRPr>
            </a:lvl1pPr>
          </a:lstStyle>
          <a:p>
            <a:r>
              <a:rPr lang="en-US">
                <a:gradFill flip="none">
                  <a:gsLst>
                    <a:gs pos="0">
                      <a:srgbClr val="FFFFFF"/>
                    </a:gs>
                    <a:gs pos="100000">
                      <a:srgbClr val="929292"/>
                    </a:gs>
                  </a:gsLst>
                  <a:lin ang="5400000" scaled="0"/>
                </a:gradFill>
              </a:rPr>
              <a:t>From messy files to one cleaned table</a:t>
            </a:r>
            <a:endParaRPr lang="en-US"/>
          </a:p>
        </p:txBody>
      </p:sp>
      <p:pic>
        <p:nvPicPr>
          <p:cNvPr id="2" name="Camera 1">
            <a:extLst>
              <a:ext uri="{FF2B5EF4-FFF2-40B4-BE49-F238E27FC236}">
                <a16:creationId xmlns:a16="http://schemas.microsoft.com/office/drawing/2014/main" id="{7E783CFF-630B-A261-2333-499083FEDEEC}"/>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817469" y="1288"/>
            <a:ext cx="3541478" cy="3566461"/>
          </a:xfrm>
          <a:prstGeom prst="ellipse">
            <a:avLst/>
          </a:prstGeom>
          <a:ln>
            <a:noFill/>
          </a:ln>
          <a:effectLst>
            <a:outerShdw blurRad="190500" algn="tl" rotWithShape="0">
              <a:srgbClr val="000000">
                <a:alpha val="30000"/>
              </a:srgbClr>
            </a:outerShdw>
          </a:effectLst>
        </p:spPr>
      </p:pic>
      <p:sp>
        <p:nvSpPr>
          <p:cNvPr id="19" name="Rectangle: Rounded Corners 18">
            <a:extLst>
              <a:ext uri="{FF2B5EF4-FFF2-40B4-BE49-F238E27FC236}">
                <a16:creationId xmlns:a16="http://schemas.microsoft.com/office/drawing/2014/main" id="{5F695FC5-D85E-32DE-6B6F-B295FBA4CBCD}"/>
              </a:ext>
            </a:extLst>
          </p:cNvPr>
          <p:cNvSpPr/>
          <p:nvPr/>
        </p:nvSpPr>
        <p:spPr>
          <a:xfrm>
            <a:off x="1860745" y="4366017"/>
            <a:ext cx="10426224" cy="900000"/>
          </a:xfrm>
          <a:prstGeom prst="round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Demand</a:t>
            </a:r>
            <a:r>
              <a:rPr lang="en-US" sz="3200" b="1" baseline="30000">
                <a:solidFill>
                  <a:srgbClr val="000000"/>
                </a:solidFill>
              </a:rPr>
              <a:t>1</a:t>
            </a:r>
            <a:r>
              <a:rPr lang="en-US" sz="3200" b="1">
                <a:solidFill>
                  <a:srgbClr val="000000"/>
                </a:solidFill>
              </a:rPr>
              <a:t>:</a:t>
            </a:r>
            <a:r>
              <a:rPr lang="en-US" sz="3200">
                <a:solidFill>
                  <a:srgbClr val="000000"/>
                </a:solidFill>
              </a:rPr>
              <a:t> NSW electricity use, every half hour</a:t>
            </a:r>
            <a:endParaRPr lang="en-US"/>
          </a:p>
        </p:txBody>
      </p:sp>
      <p:sp>
        <p:nvSpPr>
          <p:cNvPr id="4" name="Slide Subtitle">
            <a:extLst>
              <a:ext uri="{FF2B5EF4-FFF2-40B4-BE49-F238E27FC236}">
                <a16:creationId xmlns:a16="http://schemas.microsoft.com/office/drawing/2014/main" id="{AC5F7B24-85F5-1A51-B8C7-540519F12B8B}"/>
              </a:ext>
            </a:extLst>
          </p:cNvPr>
          <p:cNvSpPr txBox="1">
            <a:spLocks noGrp="1"/>
          </p:cNvSpPr>
          <p:nvPr>
            <p:ph type="body" sz="quarter" idx="21"/>
          </p:nvPr>
        </p:nvSpPr>
        <p:spPr>
          <a:xfrm>
            <a:off x="777774" y="3370830"/>
            <a:ext cx="11901715" cy="1016000"/>
          </a:xfrm>
          <a:prstGeom prst="rect">
            <a:avLst/>
          </a:prstGeom>
        </p:spPr>
        <p:txBody>
          <a:bodyPr lIns="50800" tIns="50800" rIns="50800" bIns="50800" anchor="t">
            <a:normAutofit/>
          </a:bodyPr>
          <a:lstStyle/>
          <a:p>
            <a:r>
              <a:rPr lang="en-US" sz="4800"/>
              <a:t>Provided to us</a:t>
            </a:r>
          </a:p>
        </p:txBody>
      </p:sp>
      <p:sp>
        <p:nvSpPr>
          <p:cNvPr id="8" name="Slide Subtitle">
            <a:extLst>
              <a:ext uri="{FF2B5EF4-FFF2-40B4-BE49-F238E27FC236}">
                <a16:creationId xmlns:a16="http://schemas.microsoft.com/office/drawing/2014/main" id="{F6B0F9C8-2DC1-833E-90A2-B1E2B2367A7D}"/>
              </a:ext>
            </a:extLst>
          </p:cNvPr>
          <p:cNvSpPr txBox="1">
            <a:spLocks/>
          </p:cNvSpPr>
          <p:nvPr/>
        </p:nvSpPr>
        <p:spPr>
          <a:xfrm>
            <a:off x="777774" y="8402730"/>
            <a:ext cx="11901715" cy="101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ormAutofit/>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US" sz="4800"/>
              <a:t>Added by us</a:t>
            </a:r>
          </a:p>
        </p:txBody>
      </p:sp>
      <p:sp>
        <p:nvSpPr>
          <p:cNvPr id="9" name="Right Brace 8">
            <a:extLst>
              <a:ext uri="{FF2B5EF4-FFF2-40B4-BE49-F238E27FC236}">
                <a16:creationId xmlns:a16="http://schemas.microsoft.com/office/drawing/2014/main" id="{CF095567-BC8F-904D-D208-08487EF05730}"/>
              </a:ext>
            </a:extLst>
          </p:cNvPr>
          <p:cNvSpPr/>
          <p:nvPr/>
        </p:nvSpPr>
        <p:spPr>
          <a:xfrm>
            <a:off x="12766431" y="4287871"/>
            <a:ext cx="2844000" cy="7271221"/>
          </a:xfrm>
          <a:prstGeom prst="rightBrace">
            <a:avLst>
              <a:gd name="adj1" fmla="val 8333"/>
              <a:gd name="adj2" fmla="val 59730"/>
            </a:avLst>
          </a:prstGeom>
          <a:noFill/>
          <a:ln w="25400" cap="flat">
            <a:solidFill>
              <a:srgbClr val="FFFFFF"/>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5" name="Rectangle: Rounded Corners 4">
            <a:extLst>
              <a:ext uri="{FF2B5EF4-FFF2-40B4-BE49-F238E27FC236}">
                <a16:creationId xmlns:a16="http://schemas.microsoft.com/office/drawing/2014/main" id="{77D14355-FB14-F944-05FD-7CAA15FC1682}"/>
              </a:ext>
            </a:extLst>
          </p:cNvPr>
          <p:cNvSpPr/>
          <p:nvPr/>
        </p:nvSpPr>
        <p:spPr>
          <a:xfrm>
            <a:off x="1860745" y="5510390"/>
            <a:ext cx="10426224" cy="900000"/>
          </a:xfrm>
          <a:prstGeom prst="round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Temperature</a:t>
            </a:r>
            <a:r>
              <a:rPr lang="en-US" sz="3200" b="1" baseline="30000">
                <a:solidFill>
                  <a:srgbClr val="000000"/>
                </a:solidFill>
              </a:rPr>
              <a:t>2</a:t>
            </a:r>
            <a:r>
              <a:rPr lang="en-US" sz="3200" b="1">
                <a:solidFill>
                  <a:srgbClr val="000000"/>
                </a:solidFill>
              </a:rPr>
              <a:t>:</a:t>
            </a:r>
            <a:r>
              <a:rPr lang="en-US" sz="3200">
                <a:solidFill>
                  <a:srgbClr val="000000"/>
                </a:solidFill>
              </a:rPr>
              <a:t> Readings from Bankstown airport</a:t>
            </a:r>
            <a:endParaRPr lang="en-US"/>
          </a:p>
        </p:txBody>
      </p:sp>
      <p:sp>
        <p:nvSpPr>
          <p:cNvPr id="7" name="Rectangle: Rounded Corners 6">
            <a:extLst>
              <a:ext uri="{FF2B5EF4-FFF2-40B4-BE49-F238E27FC236}">
                <a16:creationId xmlns:a16="http://schemas.microsoft.com/office/drawing/2014/main" id="{FF1576B7-8F8D-DC6A-2DC9-156BE7024310}"/>
              </a:ext>
            </a:extLst>
          </p:cNvPr>
          <p:cNvSpPr/>
          <p:nvPr/>
        </p:nvSpPr>
        <p:spPr>
          <a:xfrm>
            <a:off x="1860745" y="6634106"/>
            <a:ext cx="10426224" cy="900000"/>
          </a:xfrm>
          <a:prstGeom prst="round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AEMO’s forecasts</a:t>
            </a:r>
            <a:r>
              <a:rPr lang="en-US" sz="3200" b="1" baseline="30000">
                <a:solidFill>
                  <a:srgbClr val="000000"/>
                </a:solidFill>
              </a:rPr>
              <a:t>3</a:t>
            </a:r>
            <a:r>
              <a:rPr lang="en-US" sz="3200" b="1">
                <a:solidFill>
                  <a:srgbClr val="000000"/>
                </a:solidFill>
              </a:rPr>
              <a:t>: </a:t>
            </a:r>
            <a:r>
              <a:rPr lang="en-US" sz="3200">
                <a:solidFill>
                  <a:srgbClr val="000000"/>
                </a:solidFill>
              </a:rPr>
              <a:t>the market operator’s own predictions</a:t>
            </a:r>
            <a:endParaRPr lang="en-US"/>
          </a:p>
        </p:txBody>
      </p:sp>
      <p:sp>
        <p:nvSpPr>
          <p:cNvPr id="11" name="Rectangle: Rounded Corners 10">
            <a:extLst>
              <a:ext uri="{FF2B5EF4-FFF2-40B4-BE49-F238E27FC236}">
                <a16:creationId xmlns:a16="http://schemas.microsoft.com/office/drawing/2014/main" id="{313FC31F-5ABE-236D-12BF-F92B54D8728B}"/>
              </a:ext>
            </a:extLst>
          </p:cNvPr>
          <p:cNvSpPr/>
          <p:nvPr/>
        </p:nvSpPr>
        <p:spPr>
          <a:xfrm>
            <a:off x="1852448" y="9497794"/>
            <a:ext cx="10426224" cy="900000"/>
          </a:xfrm>
          <a:prstGeom prst="roundRect">
            <a:avLst/>
          </a:prstGeom>
          <a:solidFill>
            <a:schemeClr val="accent5">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Sunshine</a:t>
            </a:r>
            <a:r>
              <a:rPr lang="en-US" sz="3200" b="1" baseline="30000">
                <a:solidFill>
                  <a:srgbClr val="000000"/>
                </a:solidFill>
              </a:rPr>
              <a:t>4</a:t>
            </a:r>
            <a:r>
              <a:rPr lang="en-US" sz="3200" b="1">
                <a:solidFill>
                  <a:srgbClr val="000000"/>
                </a:solidFill>
              </a:rPr>
              <a:t>:</a:t>
            </a:r>
            <a:r>
              <a:rPr lang="en-US" sz="3200">
                <a:solidFill>
                  <a:srgbClr val="000000"/>
                </a:solidFill>
              </a:rPr>
              <a:t> Daily solar radiation in Bankstown</a:t>
            </a:r>
            <a:endParaRPr lang="en-US"/>
          </a:p>
        </p:txBody>
      </p:sp>
      <p:sp>
        <p:nvSpPr>
          <p:cNvPr id="13" name="Rectangle: Rounded Corners 12">
            <a:extLst>
              <a:ext uri="{FF2B5EF4-FFF2-40B4-BE49-F238E27FC236}">
                <a16:creationId xmlns:a16="http://schemas.microsoft.com/office/drawing/2014/main" id="{A856C60D-ECE9-5FD2-0B2A-941931374B9F}"/>
              </a:ext>
            </a:extLst>
          </p:cNvPr>
          <p:cNvSpPr/>
          <p:nvPr/>
        </p:nvSpPr>
        <p:spPr>
          <a:xfrm>
            <a:off x="1852448" y="10737238"/>
            <a:ext cx="10426224" cy="900000"/>
          </a:xfrm>
          <a:prstGeom prst="roundRect">
            <a:avLst/>
          </a:prstGeom>
          <a:solidFill>
            <a:schemeClr val="accent5">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Calendar</a:t>
            </a:r>
            <a:r>
              <a:rPr lang="en-US" sz="3200" b="1" baseline="30000">
                <a:solidFill>
                  <a:srgbClr val="000000"/>
                </a:solidFill>
              </a:rPr>
              <a:t>5</a:t>
            </a:r>
            <a:r>
              <a:rPr lang="en-US" sz="3200" b="1">
                <a:solidFill>
                  <a:srgbClr val="000000"/>
                </a:solidFill>
              </a:rPr>
              <a:t>:</a:t>
            </a:r>
            <a:r>
              <a:rPr lang="en-US" sz="3200">
                <a:solidFill>
                  <a:srgbClr val="000000"/>
                </a:solidFill>
              </a:rPr>
              <a:t> Public holidays, day of week, school terms, </a:t>
            </a:r>
            <a:r>
              <a:rPr lang="en-US" sz="3200" err="1">
                <a:solidFill>
                  <a:srgbClr val="000000"/>
                </a:solidFill>
              </a:rPr>
              <a:t>etc</a:t>
            </a:r>
            <a:endParaRPr lang="en-US"/>
          </a:p>
        </p:txBody>
      </p:sp>
      <p:sp>
        <p:nvSpPr>
          <p:cNvPr id="17" name="Train">
            <a:extLst>
              <a:ext uri="{FF2B5EF4-FFF2-40B4-BE49-F238E27FC236}">
                <a16:creationId xmlns:a16="http://schemas.microsoft.com/office/drawing/2014/main" id="{51CA6CC8-F8DA-E5C4-22C6-26B67C793AD6}"/>
              </a:ext>
            </a:extLst>
          </p:cNvPr>
          <p:cNvSpPr txBox="1"/>
          <p:nvPr/>
        </p:nvSpPr>
        <p:spPr>
          <a:xfrm>
            <a:off x="14477827" y="4245185"/>
            <a:ext cx="6052331" cy="22416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a:defRPr sz="3300">
                <a:latin typeface="Myriad Set Pro Text"/>
                <a:ea typeface="Myriad Set Pro Text"/>
                <a:cs typeface="Myriad Set Pro Text"/>
                <a:sym typeface="Myriad Set Pro Text"/>
              </a:defRPr>
            </a:lvl1pPr>
          </a:lstStyle>
          <a:p>
            <a:pPr marL="457200" lvl="0" indent="-457200">
              <a:buFont typeface="Arial" panose="020B0604020202020204" pitchFamily="34" charset="0"/>
              <a:buChar char="•"/>
            </a:pPr>
            <a:r>
              <a:rPr lang="en-AU">
                <a:latin typeface="+mj-lt"/>
              </a:rPr>
              <a:t>Checked and cleaned the data</a:t>
            </a:r>
          </a:p>
          <a:p>
            <a:pPr marL="457200" lvl="0" indent="-457200">
              <a:buFont typeface="Arial" panose="020B0604020202020204" pitchFamily="34" charset="0"/>
              <a:buChar char="•"/>
            </a:pPr>
            <a:r>
              <a:rPr lang="en-AU">
                <a:latin typeface="+mj-lt"/>
              </a:rPr>
              <a:t>Lined everything up by time</a:t>
            </a:r>
          </a:p>
          <a:p>
            <a:pPr marL="457200" lvl="0" indent="-457200">
              <a:buFont typeface="Arial" panose="020B0604020202020204" pitchFamily="34" charset="0"/>
              <a:buChar char="•"/>
            </a:pPr>
            <a:r>
              <a:rPr lang="en-AU">
                <a:latin typeface="+mj-lt"/>
              </a:rPr>
              <a:t>Combined it into one table</a:t>
            </a:r>
            <a:r>
              <a:rPr lang="en-AU" baseline="30000">
                <a:latin typeface="+mj-lt"/>
              </a:rPr>
              <a:t>6</a:t>
            </a:r>
            <a:endParaRPr lang="en-AU">
              <a:latin typeface="+mj-lt"/>
            </a:endParaRPr>
          </a:p>
        </p:txBody>
      </p:sp>
      <p:sp>
        <p:nvSpPr>
          <p:cNvPr id="26" name="The Highest MAE Across All Models">
            <a:extLst>
              <a:ext uri="{FF2B5EF4-FFF2-40B4-BE49-F238E27FC236}">
                <a16:creationId xmlns:a16="http://schemas.microsoft.com/office/drawing/2014/main" id="{793388A8-B11E-87C6-BC18-B908854B22C0}"/>
              </a:ext>
            </a:extLst>
          </p:cNvPr>
          <p:cNvSpPr txBox="1">
            <a:spLocks/>
          </p:cNvSpPr>
          <p:nvPr/>
        </p:nvSpPr>
        <p:spPr>
          <a:xfrm>
            <a:off x="3738623" y="2241415"/>
            <a:ext cx="16574947" cy="10160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rmAutofit fontScale="55000" lnSpcReduction="20000"/>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AU"/>
              <a:t>To help determine the best forecasting model, we combined 11 years of demand, weather and calendar data into one centralised source for every model to learn from</a:t>
            </a:r>
            <a:endParaRPr lang="en-US"/>
          </a:p>
        </p:txBody>
      </p:sp>
      <p:sp>
        <p:nvSpPr>
          <p:cNvPr id="28" name="The Highest MAE Across All Models">
            <a:extLst>
              <a:ext uri="{FF2B5EF4-FFF2-40B4-BE49-F238E27FC236}">
                <a16:creationId xmlns:a16="http://schemas.microsoft.com/office/drawing/2014/main" id="{3D0FDDE8-0FE0-660E-E93C-8DEC2FD7F91B}"/>
              </a:ext>
            </a:extLst>
          </p:cNvPr>
          <p:cNvSpPr txBox="1">
            <a:spLocks/>
          </p:cNvSpPr>
          <p:nvPr/>
        </p:nvSpPr>
        <p:spPr>
          <a:xfrm>
            <a:off x="1860745" y="11950614"/>
            <a:ext cx="20316349" cy="14840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25000" lnSpcReduction="20000"/>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algn="l" hangingPunct="1"/>
            <a:r>
              <a:rPr lang="en-US" i="1"/>
              <a:t>Sources:</a:t>
            </a:r>
          </a:p>
          <a:p>
            <a:pPr algn="l" hangingPunct="1"/>
            <a:r>
              <a:rPr lang="en-AU" sz="5600" u="sng">
                <a:hlinkClick r:id="rId4">
                  <a:extLst>
                    <a:ext uri="{A12FA001-AC4F-418D-AE19-62706E023703}">
                      <ahyp:hlinkClr xmlns:ahyp="http://schemas.microsoft.com/office/drawing/2018/hyperlinkcolor" val="tx"/>
                    </a:ext>
                  </a:extLst>
                </a:hlinkClick>
              </a:rPr>
              <a:t>1. </a:t>
            </a:r>
            <a:r>
              <a:rPr lang="en-AU" sz="5600" i="1">
                <a:hlinkClick r:id="rId4">
                  <a:extLst>
                    <a:ext uri="{A12FA001-AC4F-418D-AE19-62706E023703}">
                      <ahyp:hlinkClr xmlns:ahyp="http://schemas.microsoft.com/office/drawing/2018/hyperlinkcolor" val="tx"/>
                    </a:ext>
                  </a:extLst>
                </a:hlinkClick>
              </a:rPr>
              <a:t>https://github.com/danielc088/ZZSC9020-group-A/blob/main/data/NSW/totaldemand_nsw.csv.zip</a:t>
            </a:r>
            <a:endParaRPr lang="en-AU" sz="5600" i="1"/>
          </a:p>
          <a:p>
            <a:pPr algn="l" hangingPunct="1"/>
            <a:r>
              <a:rPr lang="en-AU" sz="5600" i="1">
                <a:hlinkClick r:id="rId5">
                  <a:extLst>
                    <a:ext uri="{A12FA001-AC4F-418D-AE19-62706E023703}">
                      <ahyp:hlinkClr xmlns:ahyp="http://schemas.microsoft.com/office/drawing/2018/hyperlinkcolor" val="tx"/>
                    </a:ext>
                  </a:extLst>
                </a:hlinkClick>
              </a:rPr>
              <a:t>2. https://github.com/danielc088/ZZSC9020-group-A/blob/main/data/NSW/temperature_nsw.csv.zip</a:t>
            </a:r>
            <a:endParaRPr lang="en-AU" sz="5600" i="1"/>
          </a:p>
          <a:p>
            <a:pPr algn="l" hangingPunct="1"/>
            <a:r>
              <a:rPr lang="en-AU" sz="5600" i="1">
                <a:hlinkClick r:id="rId6">
                  <a:extLst>
                    <a:ext uri="{A12FA001-AC4F-418D-AE19-62706E023703}">
                      <ahyp:hlinkClr xmlns:ahyp="http://schemas.microsoft.com/office/drawing/2018/hyperlinkcolor" val="tx"/>
                    </a:ext>
                  </a:extLst>
                </a:hlinkClick>
              </a:rPr>
              <a:t>3. https://github.com/danielc088/ZZSC9020-group-A/tree/main/data/NSW</a:t>
            </a:r>
            <a:endParaRPr lang="en-AU" sz="5600" i="1"/>
          </a:p>
          <a:p>
            <a:pPr algn="l" hangingPunct="1"/>
            <a:r>
              <a:rPr lang="en-AU" sz="5600" i="1">
                <a:hlinkClick r:id="rId7">
                  <a:extLst>
                    <a:ext uri="{A12FA001-AC4F-418D-AE19-62706E023703}">
                      <ahyp:hlinkClr xmlns:ahyp="http://schemas.microsoft.com/office/drawing/2018/hyperlinkcolor" val="tx"/>
                    </a:ext>
                  </a:extLst>
                </a:hlinkClick>
              </a:rPr>
              <a:t>4. https://github.com/danielc088/ZZSC9020-group-A/blob/main/data/NSW/solar_radiation_bankstown_66137.csv</a:t>
            </a:r>
            <a:endParaRPr lang="en-AU" sz="5600" i="1"/>
          </a:p>
          <a:p>
            <a:pPr algn="l" hangingPunct="1"/>
            <a:r>
              <a:rPr lang="en-AU" sz="5600" i="1">
                <a:hlinkClick r:id="rId8">
                  <a:extLst>
                    <a:ext uri="{A12FA001-AC4F-418D-AE19-62706E023703}">
                      <ahyp:hlinkClr xmlns:ahyp="http://schemas.microsoft.com/office/drawing/2018/hyperlinkcolor" val="tx"/>
                    </a:ext>
                  </a:extLst>
                </a:hlinkClick>
              </a:rPr>
              <a:t>5. https://github.com/danielc088/ZZSC9020-group-A/blob/main/src/data_joined.ipynb</a:t>
            </a:r>
            <a:endParaRPr lang="en-AU" sz="5600" i="1"/>
          </a:p>
          <a:p>
            <a:pPr algn="l" hangingPunct="1"/>
            <a:r>
              <a:rPr lang="en-AU" sz="5600" i="1">
                <a:hlinkClick r:id="rId9">
                  <a:extLst>
                    <a:ext uri="{A12FA001-AC4F-418D-AE19-62706E023703}">
                      <ahyp:hlinkClr xmlns:ahyp="http://schemas.microsoft.com/office/drawing/2018/hyperlinkcolor" val="tx"/>
                    </a:ext>
                  </a:extLst>
                </a:hlinkClick>
              </a:rPr>
              <a:t>6. https://github.com/danielc088/ZZSC9020-group-A/blob/main/src/data_cleaning.ipynb</a:t>
            </a:r>
            <a:endParaRPr lang="en-AU" sz="5600" i="1"/>
          </a:p>
          <a:p>
            <a:pPr algn="l" hangingPunct="1"/>
            <a:r>
              <a:rPr lang="en-AU" sz="5600" i="1">
                <a:hlinkClick r:id="rId10">
                  <a:extLst>
                    <a:ext uri="{A12FA001-AC4F-418D-AE19-62706E023703}">
                      <ahyp:hlinkClr xmlns:ahyp="http://schemas.microsoft.com/office/drawing/2018/hyperlinkcolor" val="tx"/>
                    </a:ext>
                  </a:extLst>
                </a:hlinkClick>
              </a:rPr>
              <a:t>7. https://github.com/danielc088/ZZSC9020-group-A/blob/main/data/NSW/nsw_cleaned.csv</a:t>
            </a:r>
            <a:r>
              <a:rPr lang="en-AU" sz="5600" i="1"/>
              <a:t> </a:t>
            </a:r>
          </a:p>
          <a:p>
            <a:pPr marL="914400" indent="-914400" algn="l" hangingPunct="1">
              <a:buAutoNum type="arabicPeriod"/>
            </a:pPr>
            <a:endParaRPr lang="en-US"/>
          </a:p>
        </p:txBody>
      </p:sp>
      <p:sp>
        <p:nvSpPr>
          <p:cNvPr id="6" name="Rectangle 5">
            <a:extLst>
              <a:ext uri="{FF2B5EF4-FFF2-40B4-BE49-F238E27FC236}">
                <a16:creationId xmlns:a16="http://schemas.microsoft.com/office/drawing/2014/main" id="{3DE6870C-3CD6-5D02-F4BB-12B6200F9E83}"/>
              </a:ext>
            </a:extLst>
          </p:cNvPr>
          <p:cNvSpPr/>
          <p:nvPr/>
        </p:nvSpPr>
        <p:spPr>
          <a:xfrm>
            <a:off x="14363392" y="4097417"/>
            <a:ext cx="5950178" cy="2520000"/>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grpSp>
        <p:nvGrpSpPr>
          <p:cNvPr id="3" name="Group 2">
            <a:extLst>
              <a:ext uri="{FF2B5EF4-FFF2-40B4-BE49-F238E27FC236}">
                <a16:creationId xmlns:a16="http://schemas.microsoft.com/office/drawing/2014/main" id="{1C601B2B-01ED-CB34-E91A-D5912E9245D0}"/>
              </a:ext>
            </a:extLst>
          </p:cNvPr>
          <p:cNvGrpSpPr/>
          <p:nvPr/>
        </p:nvGrpSpPr>
        <p:grpSpPr>
          <a:xfrm>
            <a:off x="13874319" y="3726748"/>
            <a:ext cx="756000" cy="756000"/>
            <a:chOff x="1302693" y="2464017"/>
            <a:chExt cx="756000" cy="756000"/>
          </a:xfrm>
        </p:grpSpPr>
        <p:sp>
          <p:nvSpPr>
            <p:cNvPr id="10" name="Oval 9">
              <a:extLst>
                <a:ext uri="{FF2B5EF4-FFF2-40B4-BE49-F238E27FC236}">
                  <a16:creationId xmlns:a16="http://schemas.microsoft.com/office/drawing/2014/main" id="{76835A1F-1823-6AB9-694E-F56B9B419D09}"/>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2" name="Graphic 11" descr="Radio microphone with solid fill">
              <a:extLst>
                <a:ext uri="{FF2B5EF4-FFF2-40B4-BE49-F238E27FC236}">
                  <a16:creationId xmlns:a16="http://schemas.microsoft.com/office/drawing/2014/main" id="{6CA57FB0-9102-411A-EBE8-82EE175377D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92693" y="2554017"/>
              <a:ext cx="576000" cy="576000"/>
            </a:xfrm>
            <a:prstGeom prst="rect">
              <a:avLst/>
            </a:prstGeom>
          </p:spPr>
        </p:pic>
      </p:grpSp>
      <p:sp>
        <p:nvSpPr>
          <p:cNvPr id="14" name="Rectangle: Rounded Corners 23">
            <a:extLst>
              <a:ext uri="{FF2B5EF4-FFF2-40B4-BE49-F238E27FC236}">
                <a16:creationId xmlns:a16="http://schemas.microsoft.com/office/drawing/2014/main" id="{3AEAA6AD-E13C-464E-6584-90D6D3921A74}"/>
              </a:ext>
            </a:extLst>
          </p:cNvPr>
          <p:cNvSpPr/>
          <p:nvPr/>
        </p:nvSpPr>
        <p:spPr>
          <a:xfrm>
            <a:off x="15697373" y="7370480"/>
            <a:ext cx="6943685" cy="2701449"/>
          </a:xfrm>
          <a:prstGeom prst="roundRect">
            <a:avLst/>
          </a:prstGeom>
          <a:solidFill>
            <a:schemeClr val="accent5">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endParaRPr lang="en-US" sz="1200" b="1">
              <a:solidFill>
                <a:srgbClr val="000000"/>
              </a:solidFill>
            </a:endParaRPr>
          </a:p>
          <a:p>
            <a:pPr algn="ctr" defTabSz="457200">
              <a:spcBef>
                <a:spcPts val="0"/>
              </a:spcBef>
            </a:pPr>
            <a:r>
              <a:rPr lang="en-US" sz="3200" b="1">
                <a:solidFill>
                  <a:srgbClr val="000000"/>
                </a:solidFill>
              </a:rPr>
              <a:t>One cleaned table</a:t>
            </a:r>
            <a:r>
              <a:rPr lang="en-US" sz="3200" b="1" baseline="30000">
                <a:solidFill>
                  <a:srgbClr val="000000"/>
                </a:solidFill>
              </a:rPr>
              <a:t>7</a:t>
            </a:r>
            <a:r>
              <a:rPr lang="en-US" sz="3200" b="1">
                <a:solidFill>
                  <a:srgbClr val="000000"/>
                </a:solidFill>
              </a:rPr>
              <a:t>:</a:t>
            </a:r>
          </a:p>
          <a:p>
            <a:pPr algn="ctr" defTabSz="457200">
              <a:spcBef>
                <a:spcPts val="0"/>
              </a:spcBef>
            </a:pPr>
            <a:r>
              <a:rPr lang="en-US" sz="3200">
                <a:solidFill>
                  <a:srgbClr val="000000"/>
                </a:solidFill>
              </a:rPr>
              <a:t>One row for every half hour across 2010 to 2021, almost 200,000 rows</a:t>
            </a:r>
          </a:p>
          <a:p>
            <a:pPr algn="ctr" defTabSz="457200">
              <a:spcBef>
                <a:spcPts val="0"/>
              </a:spcBef>
            </a:pPr>
            <a:endParaRPr lang="en-US" sz="1200"/>
          </a:p>
        </p:txBody>
      </p:sp>
    </p:spTree>
    <p:extLst>
      <p:ext uri="{BB962C8B-B14F-4D97-AF65-F5344CB8AC3E}">
        <p14:creationId xmlns:p14="http://schemas.microsoft.com/office/powerpoint/2010/main" val="26731389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64D35-53F6-936B-31DF-BDDC73E51AD9}"/>
            </a:ext>
          </a:extLst>
        </p:cNvPr>
        <p:cNvGrpSpPr/>
        <p:nvPr/>
      </p:nvGrpSpPr>
      <p:grpSpPr>
        <a:xfrm>
          <a:off x="0" y="0"/>
          <a:ext cx="0" cy="0"/>
          <a:chOff x="0" y="0"/>
          <a:chExt cx="0" cy="0"/>
        </a:xfrm>
      </p:grpSpPr>
      <p:sp>
        <p:nvSpPr>
          <p:cNvPr id="217" name="From Raw Data to a Fair Comparison">
            <a:extLst>
              <a:ext uri="{FF2B5EF4-FFF2-40B4-BE49-F238E27FC236}">
                <a16:creationId xmlns:a16="http://schemas.microsoft.com/office/drawing/2014/main" id="{1B740C04-55A0-487F-267A-7C1F02427DAB}"/>
              </a:ext>
            </a:extLst>
          </p:cNvPr>
          <p:cNvSpPr txBox="1">
            <a:spLocks noGrp="1"/>
          </p:cNvSpPr>
          <p:nvPr>
            <p:ph type="title"/>
          </p:nvPr>
        </p:nvSpPr>
        <p:spPr>
          <a:prstGeom prst="rect">
            <a:avLst/>
          </a:prstGeom>
        </p:spPr>
        <p:txBody>
          <a:bodyPr>
            <a:normAutofit/>
          </a:bodyPr>
          <a:lstStyle>
            <a:lvl1pPr>
              <a:defRPr>
                <a:latin typeface="Myriad Set Pro Bold"/>
                <a:ea typeface="Myriad Set Pro Bold"/>
                <a:cs typeface="Myriad Set Pro Bold"/>
                <a:sym typeface="Myriad Set Pro Bold"/>
              </a:defRPr>
            </a:lvl1pPr>
          </a:lstStyle>
          <a:p>
            <a:r>
              <a:rPr lang="en-US">
                <a:gradFill flip="none">
                  <a:gsLst>
                    <a:gs pos="0">
                      <a:srgbClr val="FFFFFF"/>
                    </a:gs>
                    <a:gs pos="100000">
                      <a:srgbClr val="929292"/>
                    </a:gs>
                  </a:gsLst>
                  <a:lin ang="5400000" scaled="0"/>
                </a:gradFill>
              </a:rPr>
              <a:t>From messy files to one cleaned table</a:t>
            </a:r>
            <a:endParaRPr lang="en-US"/>
          </a:p>
        </p:txBody>
      </p:sp>
      <p:pic>
        <p:nvPicPr>
          <p:cNvPr id="2" name="Camera 1">
            <a:extLst>
              <a:ext uri="{FF2B5EF4-FFF2-40B4-BE49-F238E27FC236}">
                <a16:creationId xmlns:a16="http://schemas.microsoft.com/office/drawing/2014/main" id="{C470EDA6-D9DA-9E17-49EF-E4F90A8767A2}"/>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767502" y="1288"/>
            <a:ext cx="3591445" cy="3616428"/>
          </a:xfrm>
          <a:prstGeom prst="ellipse">
            <a:avLst/>
          </a:prstGeom>
          <a:ln>
            <a:noFill/>
          </a:ln>
          <a:effectLst>
            <a:outerShdw blurRad="190500" algn="tl" rotWithShape="0">
              <a:srgbClr val="000000">
                <a:alpha val="30000"/>
              </a:srgbClr>
            </a:outerShdw>
          </a:effectLst>
        </p:spPr>
      </p:pic>
      <p:sp>
        <p:nvSpPr>
          <p:cNvPr id="19" name="Rectangle: Rounded Corners 18">
            <a:extLst>
              <a:ext uri="{FF2B5EF4-FFF2-40B4-BE49-F238E27FC236}">
                <a16:creationId xmlns:a16="http://schemas.microsoft.com/office/drawing/2014/main" id="{20D8FD93-4D14-9D9E-0F15-31DAA525F908}"/>
              </a:ext>
            </a:extLst>
          </p:cNvPr>
          <p:cNvSpPr/>
          <p:nvPr/>
        </p:nvSpPr>
        <p:spPr>
          <a:xfrm>
            <a:off x="1860745" y="4366017"/>
            <a:ext cx="10426224" cy="900000"/>
          </a:xfrm>
          <a:prstGeom prst="round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Demand</a:t>
            </a:r>
            <a:r>
              <a:rPr lang="en-US" sz="3200" b="1" baseline="30000">
                <a:solidFill>
                  <a:srgbClr val="000000"/>
                </a:solidFill>
              </a:rPr>
              <a:t>1</a:t>
            </a:r>
            <a:r>
              <a:rPr lang="en-US" sz="3200" b="1">
                <a:solidFill>
                  <a:srgbClr val="000000"/>
                </a:solidFill>
              </a:rPr>
              <a:t>:</a:t>
            </a:r>
            <a:r>
              <a:rPr lang="en-US" sz="3200">
                <a:solidFill>
                  <a:srgbClr val="000000"/>
                </a:solidFill>
              </a:rPr>
              <a:t> NSW electricity use, every half hour</a:t>
            </a:r>
            <a:endParaRPr lang="en-US"/>
          </a:p>
        </p:txBody>
      </p:sp>
      <p:sp>
        <p:nvSpPr>
          <p:cNvPr id="4" name="Slide Subtitle">
            <a:extLst>
              <a:ext uri="{FF2B5EF4-FFF2-40B4-BE49-F238E27FC236}">
                <a16:creationId xmlns:a16="http://schemas.microsoft.com/office/drawing/2014/main" id="{5C38BE4A-5CAE-13C8-DB68-A8492851774D}"/>
              </a:ext>
            </a:extLst>
          </p:cNvPr>
          <p:cNvSpPr txBox="1">
            <a:spLocks noGrp="1"/>
          </p:cNvSpPr>
          <p:nvPr>
            <p:ph type="body" sz="quarter" idx="21"/>
          </p:nvPr>
        </p:nvSpPr>
        <p:spPr>
          <a:xfrm>
            <a:off x="777774" y="3370830"/>
            <a:ext cx="11901715" cy="1016000"/>
          </a:xfrm>
          <a:prstGeom prst="rect">
            <a:avLst/>
          </a:prstGeom>
        </p:spPr>
        <p:txBody>
          <a:bodyPr lIns="50800" tIns="50800" rIns="50800" bIns="50800" anchor="t">
            <a:normAutofit/>
          </a:bodyPr>
          <a:lstStyle/>
          <a:p>
            <a:r>
              <a:rPr lang="en-US" sz="4800"/>
              <a:t>Provided to us</a:t>
            </a:r>
          </a:p>
        </p:txBody>
      </p:sp>
      <p:sp>
        <p:nvSpPr>
          <p:cNvPr id="8" name="Slide Subtitle">
            <a:extLst>
              <a:ext uri="{FF2B5EF4-FFF2-40B4-BE49-F238E27FC236}">
                <a16:creationId xmlns:a16="http://schemas.microsoft.com/office/drawing/2014/main" id="{2D995D67-541D-B7AE-F223-8C1072535CCA}"/>
              </a:ext>
            </a:extLst>
          </p:cNvPr>
          <p:cNvSpPr txBox="1">
            <a:spLocks/>
          </p:cNvSpPr>
          <p:nvPr/>
        </p:nvSpPr>
        <p:spPr>
          <a:xfrm>
            <a:off x="777774" y="8402730"/>
            <a:ext cx="11901715" cy="101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ormAutofit/>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US" sz="4800"/>
              <a:t>Added by us</a:t>
            </a:r>
          </a:p>
        </p:txBody>
      </p:sp>
      <p:sp>
        <p:nvSpPr>
          <p:cNvPr id="9" name="Right Brace 8">
            <a:extLst>
              <a:ext uri="{FF2B5EF4-FFF2-40B4-BE49-F238E27FC236}">
                <a16:creationId xmlns:a16="http://schemas.microsoft.com/office/drawing/2014/main" id="{D55DDE78-08A1-59C0-9BEC-5113E3DC61A9}"/>
              </a:ext>
            </a:extLst>
          </p:cNvPr>
          <p:cNvSpPr/>
          <p:nvPr/>
        </p:nvSpPr>
        <p:spPr>
          <a:xfrm>
            <a:off x="12766431" y="4287871"/>
            <a:ext cx="2844000" cy="7271221"/>
          </a:xfrm>
          <a:prstGeom prst="rightBrace">
            <a:avLst>
              <a:gd name="adj1" fmla="val 8333"/>
              <a:gd name="adj2" fmla="val 59730"/>
            </a:avLst>
          </a:prstGeom>
          <a:noFill/>
          <a:ln w="25400" cap="flat">
            <a:solidFill>
              <a:srgbClr val="FFFFFF"/>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5" name="Rectangle: Rounded Corners 4">
            <a:extLst>
              <a:ext uri="{FF2B5EF4-FFF2-40B4-BE49-F238E27FC236}">
                <a16:creationId xmlns:a16="http://schemas.microsoft.com/office/drawing/2014/main" id="{71016AC1-3A99-5CE9-F86C-5B195BDD709F}"/>
              </a:ext>
            </a:extLst>
          </p:cNvPr>
          <p:cNvSpPr/>
          <p:nvPr/>
        </p:nvSpPr>
        <p:spPr>
          <a:xfrm>
            <a:off x="1860745" y="5510390"/>
            <a:ext cx="10426224" cy="900000"/>
          </a:xfrm>
          <a:prstGeom prst="round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Temperature</a:t>
            </a:r>
            <a:r>
              <a:rPr lang="en-US" sz="3200" b="1" baseline="30000">
                <a:solidFill>
                  <a:srgbClr val="000000"/>
                </a:solidFill>
              </a:rPr>
              <a:t>2</a:t>
            </a:r>
            <a:r>
              <a:rPr lang="en-US" sz="3200" b="1">
                <a:solidFill>
                  <a:srgbClr val="000000"/>
                </a:solidFill>
              </a:rPr>
              <a:t>:</a:t>
            </a:r>
            <a:r>
              <a:rPr lang="en-US" sz="3200">
                <a:solidFill>
                  <a:srgbClr val="000000"/>
                </a:solidFill>
              </a:rPr>
              <a:t> Readings from Bankstown airport</a:t>
            </a:r>
            <a:endParaRPr lang="en-US"/>
          </a:p>
        </p:txBody>
      </p:sp>
      <p:sp>
        <p:nvSpPr>
          <p:cNvPr id="7" name="Rectangle: Rounded Corners 6">
            <a:extLst>
              <a:ext uri="{FF2B5EF4-FFF2-40B4-BE49-F238E27FC236}">
                <a16:creationId xmlns:a16="http://schemas.microsoft.com/office/drawing/2014/main" id="{3782EECA-9FF7-5128-8482-A8C3CC326847}"/>
              </a:ext>
            </a:extLst>
          </p:cNvPr>
          <p:cNvSpPr/>
          <p:nvPr/>
        </p:nvSpPr>
        <p:spPr>
          <a:xfrm>
            <a:off x="1860745" y="6634106"/>
            <a:ext cx="10426224" cy="900000"/>
          </a:xfrm>
          <a:prstGeom prst="round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AEMO’s forecasts</a:t>
            </a:r>
            <a:r>
              <a:rPr lang="en-US" sz="3200" b="1" baseline="30000">
                <a:solidFill>
                  <a:srgbClr val="000000"/>
                </a:solidFill>
              </a:rPr>
              <a:t>3</a:t>
            </a:r>
            <a:r>
              <a:rPr lang="en-US" sz="3200" b="1">
                <a:solidFill>
                  <a:srgbClr val="000000"/>
                </a:solidFill>
              </a:rPr>
              <a:t>: </a:t>
            </a:r>
            <a:r>
              <a:rPr lang="en-US" sz="3200">
                <a:solidFill>
                  <a:srgbClr val="000000"/>
                </a:solidFill>
              </a:rPr>
              <a:t>the market operator’s own predictions</a:t>
            </a:r>
            <a:endParaRPr lang="en-US"/>
          </a:p>
        </p:txBody>
      </p:sp>
      <p:sp>
        <p:nvSpPr>
          <p:cNvPr id="11" name="Rectangle: Rounded Corners 10">
            <a:extLst>
              <a:ext uri="{FF2B5EF4-FFF2-40B4-BE49-F238E27FC236}">
                <a16:creationId xmlns:a16="http://schemas.microsoft.com/office/drawing/2014/main" id="{18B65EB3-92FA-9AB0-A798-B476BCF73326}"/>
              </a:ext>
            </a:extLst>
          </p:cNvPr>
          <p:cNvSpPr/>
          <p:nvPr/>
        </p:nvSpPr>
        <p:spPr>
          <a:xfrm>
            <a:off x="1852448" y="9497794"/>
            <a:ext cx="10426224" cy="900000"/>
          </a:xfrm>
          <a:prstGeom prst="roundRect">
            <a:avLst/>
          </a:prstGeom>
          <a:solidFill>
            <a:schemeClr val="accent5">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Sunshine</a:t>
            </a:r>
            <a:r>
              <a:rPr lang="en-US" sz="3200" b="1" baseline="30000">
                <a:solidFill>
                  <a:srgbClr val="000000"/>
                </a:solidFill>
              </a:rPr>
              <a:t>4</a:t>
            </a:r>
            <a:r>
              <a:rPr lang="en-US" sz="3200" b="1">
                <a:solidFill>
                  <a:srgbClr val="000000"/>
                </a:solidFill>
              </a:rPr>
              <a:t>:</a:t>
            </a:r>
            <a:r>
              <a:rPr lang="en-US" sz="3200">
                <a:solidFill>
                  <a:srgbClr val="000000"/>
                </a:solidFill>
              </a:rPr>
              <a:t> Daily solar radiation in Bankstown</a:t>
            </a:r>
            <a:endParaRPr lang="en-US"/>
          </a:p>
        </p:txBody>
      </p:sp>
      <p:sp>
        <p:nvSpPr>
          <p:cNvPr id="13" name="Rectangle: Rounded Corners 12">
            <a:extLst>
              <a:ext uri="{FF2B5EF4-FFF2-40B4-BE49-F238E27FC236}">
                <a16:creationId xmlns:a16="http://schemas.microsoft.com/office/drawing/2014/main" id="{BE5F4BF3-2744-413E-F7A2-403BFBC1CB2B}"/>
              </a:ext>
            </a:extLst>
          </p:cNvPr>
          <p:cNvSpPr/>
          <p:nvPr/>
        </p:nvSpPr>
        <p:spPr>
          <a:xfrm>
            <a:off x="1852448" y="10737238"/>
            <a:ext cx="10426224" cy="900000"/>
          </a:xfrm>
          <a:prstGeom prst="roundRect">
            <a:avLst/>
          </a:prstGeom>
          <a:solidFill>
            <a:schemeClr val="accent5">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rPr>
              <a:t>Calendar</a:t>
            </a:r>
            <a:r>
              <a:rPr lang="en-US" sz="3200" b="1" baseline="30000">
                <a:solidFill>
                  <a:srgbClr val="000000"/>
                </a:solidFill>
              </a:rPr>
              <a:t>5</a:t>
            </a:r>
            <a:r>
              <a:rPr lang="en-US" sz="3200" b="1">
                <a:solidFill>
                  <a:srgbClr val="000000"/>
                </a:solidFill>
              </a:rPr>
              <a:t>:</a:t>
            </a:r>
            <a:r>
              <a:rPr lang="en-US" sz="3200">
                <a:solidFill>
                  <a:srgbClr val="000000"/>
                </a:solidFill>
              </a:rPr>
              <a:t> Public holidays, day of week, school terms, </a:t>
            </a:r>
            <a:r>
              <a:rPr lang="en-US" sz="3200" err="1">
                <a:solidFill>
                  <a:srgbClr val="000000"/>
                </a:solidFill>
              </a:rPr>
              <a:t>etc</a:t>
            </a:r>
            <a:endParaRPr lang="en-US"/>
          </a:p>
        </p:txBody>
      </p:sp>
      <p:sp>
        <p:nvSpPr>
          <p:cNvPr id="17" name="Train">
            <a:extLst>
              <a:ext uri="{FF2B5EF4-FFF2-40B4-BE49-F238E27FC236}">
                <a16:creationId xmlns:a16="http://schemas.microsoft.com/office/drawing/2014/main" id="{249CCFC0-D68C-51E7-BBD8-01B8ABBE5D93}"/>
              </a:ext>
            </a:extLst>
          </p:cNvPr>
          <p:cNvSpPr txBox="1"/>
          <p:nvPr/>
        </p:nvSpPr>
        <p:spPr>
          <a:xfrm>
            <a:off x="14477827" y="4245185"/>
            <a:ext cx="6052331" cy="22416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a:defRPr sz="3300">
                <a:latin typeface="Myriad Set Pro Text"/>
                <a:ea typeface="Myriad Set Pro Text"/>
                <a:cs typeface="Myriad Set Pro Text"/>
                <a:sym typeface="Myriad Set Pro Text"/>
              </a:defRPr>
            </a:lvl1pPr>
          </a:lstStyle>
          <a:p>
            <a:pPr marL="457200" lvl="0" indent="-457200">
              <a:buFont typeface="Arial" panose="020B0604020202020204" pitchFamily="34" charset="0"/>
              <a:buChar char="•"/>
            </a:pPr>
            <a:r>
              <a:rPr lang="en-AU">
                <a:latin typeface="+mj-lt"/>
              </a:rPr>
              <a:t>Checked and cleaned the data</a:t>
            </a:r>
          </a:p>
          <a:p>
            <a:pPr marL="457200" lvl="0" indent="-457200">
              <a:buFont typeface="Arial" panose="020B0604020202020204" pitchFamily="34" charset="0"/>
              <a:buChar char="•"/>
            </a:pPr>
            <a:r>
              <a:rPr lang="en-AU">
                <a:latin typeface="+mj-lt"/>
              </a:rPr>
              <a:t>Lined everything up by time</a:t>
            </a:r>
          </a:p>
          <a:p>
            <a:pPr marL="457200" lvl="0" indent="-457200">
              <a:buFont typeface="Arial" panose="020B0604020202020204" pitchFamily="34" charset="0"/>
              <a:buChar char="•"/>
            </a:pPr>
            <a:r>
              <a:rPr lang="en-AU">
                <a:latin typeface="+mj-lt"/>
              </a:rPr>
              <a:t>Combined it into one table</a:t>
            </a:r>
            <a:r>
              <a:rPr lang="en-AU" baseline="30000">
                <a:latin typeface="+mj-lt"/>
              </a:rPr>
              <a:t>6</a:t>
            </a:r>
            <a:endParaRPr lang="en-AU">
              <a:latin typeface="+mj-lt"/>
            </a:endParaRPr>
          </a:p>
        </p:txBody>
      </p:sp>
      <p:sp>
        <p:nvSpPr>
          <p:cNvPr id="26" name="The Highest MAE Across All Models">
            <a:extLst>
              <a:ext uri="{FF2B5EF4-FFF2-40B4-BE49-F238E27FC236}">
                <a16:creationId xmlns:a16="http://schemas.microsoft.com/office/drawing/2014/main" id="{5092FFDF-6235-6CFD-5ED0-3171DDB19C1A}"/>
              </a:ext>
            </a:extLst>
          </p:cNvPr>
          <p:cNvSpPr txBox="1">
            <a:spLocks/>
          </p:cNvSpPr>
          <p:nvPr/>
        </p:nvSpPr>
        <p:spPr>
          <a:xfrm>
            <a:off x="3738623" y="2241415"/>
            <a:ext cx="16574947" cy="10160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rmAutofit fontScale="55000" lnSpcReduction="20000"/>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AU"/>
              <a:t>To help determine the best forecasting model, we combined 11 years of demand, weather and calendar data into one centralised source for every model to learn from</a:t>
            </a:r>
            <a:endParaRPr lang="en-US"/>
          </a:p>
        </p:txBody>
      </p:sp>
      <p:sp>
        <p:nvSpPr>
          <p:cNvPr id="28" name="The Highest MAE Across All Models">
            <a:extLst>
              <a:ext uri="{FF2B5EF4-FFF2-40B4-BE49-F238E27FC236}">
                <a16:creationId xmlns:a16="http://schemas.microsoft.com/office/drawing/2014/main" id="{8C504CB3-D327-572C-40AE-7026A7A4EE7C}"/>
              </a:ext>
            </a:extLst>
          </p:cNvPr>
          <p:cNvSpPr txBox="1">
            <a:spLocks/>
          </p:cNvSpPr>
          <p:nvPr/>
        </p:nvSpPr>
        <p:spPr>
          <a:xfrm>
            <a:off x="1860745" y="11950614"/>
            <a:ext cx="20316349" cy="14840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25000" lnSpcReduction="20000"/>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algn="l" hangingPunct="1"/>
            <a:r>
              <a:rPr lang="en-US" i="1"/>
              <a:t>Sources:</a:t>
            </a:r>
          </a:p>
          <a:p>
            <a:pPr algn="l" hangingPunct="1"/>
            <a:r>
              <a:rPr lang="en-AU" sz="5600" u="sng">
                <a:hlinkClick r:id="rId4">
                  <a:extLst>
                    <a:ext uri="{A12FA001-AC4F-418D-AE19-62706E023703}">
                      <ahyp:hlinkClr xmlns:ahyp="http://schemas.microsoft.com/office/drawing/2018/hyperlinkcolor" val="tx"/>
                    </a:ext>
                  </a:extLst>
                </a:hlinkClick>
              </a:rPr>
              <a:t>1. </a:t>
            </a:r>
            <a:r>
              <a:rPr lang="en-AU" sz="5600" i="1">
                <a:hlinkClick r:id="rId4">
                  <a:extLst>
                    <a:ext uri="{A12FA001-AC4F-418D-AE19-62706E023703}">
                      <ahyp:hlinkClr xmlns:ahyp="http://schemas.microsoft.com/office/drawing/2018/hyperlinkcolor" val="tx"/>
                    </a:ext>
                  </a:extLst>
                </a:hlinkClick>
              </a:rPr>
              <a:t>https://github.com/danielc088/ZZSC9020-group-A/blob/main/data/NSW/totaldemand_nsw.csv.zip</a:t>
            </a:r>
            <a:endParaRPr lang="en-AU" sz="5600" i="1"/>
          </a:p>
          <a:p>
            <a:pPr algn="l" hangingPunct="1"/>
            <a:r>
              <a:rPr lang="en-AU" sz="5600" i="1">
                <a:hlinkClick r:id="rId5">
                  <a:extLst>
                    <a:ext uri="{A12FA001-AC4F-418D-AE19-62706E023703}">
                      <ahyp:hlinkClr xmlns:ahyp="http://schemas.microsoft.com/office/drawing/2018/hyperlinkcolor" val="tx"/>
                    </a:ext>
                  </a:extLst>
                </a:hlinkClick>
              </a:rPr>
              <a:t>2. https://github.com/danielc088/ZZSC9020-group-A/blob/main/data/NSW/temperature_nsw.csv.zip</a:t>
            </a:r>
            <a:endParaRPr lang="en-AU" sz="5600" i="1"/>
          </a:p>
          <a:p>
            <a:pPr algn="l" hangingPunct="1"/>
            <a:r>
              <a:rPr lang="en-AU" sz="5600" i="1">
                <a:hlinkClick r:id="rId6">
                  <a:extLst>
                    <a:ext uri="{A12FA001-AC4F-418D-AE19-62706E023703}">
                      <ahyp:hlinkClr xmlns:ahyp="http://schemas.microsoft.com/office/drawing/2018/hyperlinkcolor" val="tx"/>
                    </a:ext>
                  </a:extLst>
                </a:hlinkClick>
              </a:rPr>
              <a:t>3. https://github.com/danielc088/ZZSC9020-group-A/tree/main/data/NSW</a:t>
            </a:r>
            <a:endParaRPr lang="en-AU" sz="5600" i="1"/>
          </a:p>
          <a:p>
            <a:pPr algn="l" hangingPunct="1"/>
            <a:r>
              <a:rPr lang="en-AU" sz="5600" i="1">
                <a:hlinkClick r:id="rId7">
                  <a:extLst>
                    <a:ext uri="{A12FA001-AC4F-418D-AE19-62706E023703}">
                      <ahyp:hlinkClr xmlns:ahyp="http://schemas.microsoft.com/office/drawing/2018/hyperlinkcolor" val="tx"/>
                    </a:ext>
                  </a:extLst>
                </a:hlinkClick>
              </a:rPr>
              <a:t>4. https://github.com/danielc088/ZZSC9020-group-A/blob/main/data/NSW/solar_radiation_bankstown_66137.csv</a:t>
            </a:r>
            <a:endParaRPr lang="en-AU" sz="5600" i="1"/>
          </a:p>
          <a:p>
            <a:pPr algn="l" hangingPunct="1"/>
            <a:r>
              <a:rPr lang="en-AU" sz="5600" i="1">
                <a:hlinkClick r:id="rId8">
                  <a:extLst>
                    <a:ext uri="{A12FA001-AC4F-418D-AE19-62706E023703}">
                      <ahyp:hlinkClr xmlns:ahyp="http://schemas.microsoft.com/office/drawing/2018/hyperlinkcolor" val="tx"/>
                    </a:ext>
                  </a:extLst>
                </a:hlinkClick>
              </a:rPr>
              <a:t>5. https://github.com/danielc088/ZZSC9020-group-A/blob/main/src/data_joined.ipynb</a:t>
            </a:r>
            <a:endParaRPr lang="en-AU" sz="5600" i="1"/>
          </a:p>
          <a:p>
            <a:pPr algn="l" hangingPunct="1"/>
            <a:r>
              <a:rPr lang="en-AU" sz="5600" i="1">
                <a:hlinkClick r:id="rId9">
                  <a:extLst>
                    <a:ext uri="{A12FA001-AC4F-418D-AE19-62706E023703}">
                      <ahyp:hlinkClr xmlns:ahyp="http://schemas.microsoft.com/office/drawing/2018/hyperlinkcolor" val="tx"/>
                    </a:ext>
                  </a:extLst>
                </a:hlinkClick>
              </a:rPr>
              <a:t>6. https://github.com/danielc088/ZZSC9020-group-A/blob/main/src/data_cleaning.ipynb</a:t>
            </a:r>
            <a:endParaRPr lang="en-AU" sz="5600" i="1"/>
          </a:p>
          <a:p>
            <a:pPr algn="l" hangingPunct="1"/>
            <a:r>
              <a:rPr lang="en-AU" sz="5600" i="1">
                <a:hlinkClick r:id="rId10">
                  <a:extLst>
                    <a:ext uri="{A12FA001-AC4F-418D-AE19-62706E023703}">
                      <ahyp:hlinkClr xmlns:ahyp="http://schemas.microsoft.com/office/drawing/2018/hyperlinkcolor" val="tx"/>
                    </a:ext>
                  </a:extLst>
                </a:hlinkClick>
              </a:rPr>
              <a:t>7. https://github.com/danielc088/ZZSC9020-group-A/blob/main/data/NSW/nsw_cleaned.csv</a:t>
            </a:r>
            <a:r>
              <a:rPr lang="en-AU" sz="5600" i="1"/>
              <a:t> </a:t>
            </a:r>
          </a:p>
          <a:p>
            <a:pPr marL="914400" indent="-914400" algn="l" hangingPunct="1">
              <a:buAutoNum type="arabicPeriod"/>
            </a:pPr>
            <a:endParaRPr lang="en-US"/>
          </a:p>
        </p:txBody>
      </p:sp>
      <p:sp>
        <p:nvSpPr>
          <p:cNvPr id="6" name="Rectangle 5">
            <a:extLst>
              <a:ext uri="{FF2B5EF4-FFF2-40B4-BE49-F238E27FC236}">
                <a16:creationId xmlns:a16="http://schemas.microsoft.com/office/drawing/2014/main" id="{E63A8D9B-7AC4-74A8-E0C2-D4CE460ACDFA}"/>
              </a:ext>
            </a:extLst>
          </p:cNvPr>
          <p:cNvSpPr/>
          <p:nvPr/>
        </p:nvSpPr>
        <p:spPr>
          <a:xfrm>
            <a:off x="15496718" y="7192521"/>
            <a:ext cx="7437423" cy="2905764"/>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grpSp>
        <p:nvGrpSpPr>
          <p:cNvPr id="3" name="Group 2">
            <a:extLst>
              <a:ext uri="{FF2B5EF4-FFF2-40B4-BE49-F238E27FC236}">
                <a16:creationId xmlns:a16="http://schemas.microsoft.com/office/drawing/2014/main" id="{4EDC097D-7D1E-FB7A-D449-E13F82CC6B82}"/>
              </a:ext>
            </a:extLst>
          </p:cNvPr>
          <p:cNvGrpSpPr/>
          <p:nvPr/>
        </p:nvGrpSpPr>
        <p:grpSpPr>
          <a:xfrm>
            <a:off x="15017256" y="7283644"/>
            <a:ext cx="756000" cy="756000"/>
            <a:chOff x="1302693" y="2464017"/>
            <a:chExt cx="756000" cy="756000"/>
          </a:xfrm>
        </p:grpSpPr>
        <p:sp>
          <p:nvSpPr>
            <p:cNvPr id="10" name="Oval 9">
              <a:extLst>
                <a:ext uri="{FF2B5EF4-FFF2-40B4-BE49-F238E27FC236}">
                  <a16:creationId xmlns:a16="http://schemas.microsoft.com/office/drawing/2014/main" id="{A30B5980-F5AE-807D-F9D0-7F3402A8351A}"/>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2" name="Graphic 11" descr="Radio microphone with solid fill">
              <a:extLst>
                <a:ext uri="{FF2B5EF4-FFF2-40B4-BE49-F238E27FC236}">
                  <a16:creationId xmlns:a16="http://schemas.microsoft.com/office/drawing/2014/main" id="{833825CF-456D-C689-B0F7-2E1F586CF27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92693" y="2554017"/>
              <a:ext cx="576000" cy="576000"/>
            </a:xfrm>
            <a:prstGeom prst="rect">
              <a:avLst/>
            </a:prstGeom>
          </p:spPr>
        </p:pic>
      </p:grpSp>
      <p:sp>
        <p:nvSpPr>
          <p:cNvPr id="14" name="Rectangle: Rounded Corners 23">
            <a:extLst>
              <a:ext uri="{FF2B5EF4-FFF2-40B4-BE49-F238E27FC236}">
                <a16:creationId xmlns:a16="http://schemas.microsoft.com/office/drawing/2014/main" id="{7D8BD1F1-C9CE-7C3F-8832-130FF6CA6346}"/>
              </a:ext>
            </a:extLst>
          </p:cNvPr>
          <p:cNvSpPr/>
          <p:nvPr/>
        </p:nvSpPr>
        <p:spPr>
          <a:xfrm>
            <a:off x="15717402" y="7292978"/>
            <a:ext cx="6943685" cy="2701449"/>
          </a:xfrm>
          <a:prstGeom prst="roundRect">
            <a:avLst/>
          </a:prstGeom>
          <a:solidFill>
            <a:schemeClr val="accent5">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endParaRPr lang="en-US" sz="1200" b="1">
              <a:solidFill>
                <a:srgbClr val="000000"/>
              </a:solidFill>
            </a:endParaRPr>
          </a:p>
          <a:p>
            <a:pPr algn="ctr" defTabSz="457200">
              <a:spcBef>
                <a:spcPts val="0"/>
              </a:spcBef>
            </a:pPr>
            <a:r>
              <a:rPr lang="en-US" sz="3200" b="1">
                <a:solidFill>
                  <a:srgbClr val="000000"/>
                </a:solidFill>
              </a:rPr>
              <a:t>One cleaned table</a:t>
            </a:r>
            <a:r>
              <a:rPr lang="en-US" sz="3200" b="1" baseline="30000">
                <a:solidFill>
                  <a:srgbClr val="000000"/>
                </a:solidFill>
              </a:rPr>
              <a:t>7</a:t>
            </a:r>
            <a:r>
              <a:rPr lang="en-US" sz="3200" b="1">
                <a:solidFill>
                  <a:srgbClr val="000000"/>
                </a:solidFill>
              </a:rPr>
              <a:t>:</a:t>
            </a:r>
          </a:p>
          <a:p>
            <a:pPr algn="ctr" defTabSz="457200">
              <a:spcBef>
                <a:spcPts val="0"/>
              </a:spcBef>
            </a:pPr>
            <a:r>
              <a:rPr lang="en-US" sz="3200">
                <a:solidFill>
                  <a:srgbClr val="000000"/>
                </a:solidFill>
              </a:rPr>
              <a:t>One row for every half hour across 2010 to 2021, almost 200,000 rows</a:t>
            </a:r>
          </a:p>
          <a:p>
            <a:pPr algn="ctr" defTabSz="457200">
              <a:spcBef>
                <a:spcPts val="0"/>
              </a:spcBef>
            </a:pPr>
            <a:endParaRPr lang="en-US" sz="1200"/>
          </a:p>
        </p:txBody>
      </p:sp>
    </p:spTree>
    <p:extLst>
      <p:ext uri="{BB962C8B-B14F-4D97-AF65-F5344CB8AC3E}">
        <p14:creationId xmlns:p14="http://schemas.microsoft.com/office/powerpoint/2010/main" val="181893286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717A02F-A1E7-FD45-7B20-EAB8961D3B40}"/>
              </a:ext>
            </a:extLst>
          </p:cNvPr>
          <p:cNvSpPr/>
          <p:nvPr/>
        </p:nvSpPr>
        <p:spPr>
          <a:xfrm>
            <a:off x="1683678" y="3516612"/>
            <a:ext cx="6051600" cy="8028000"/>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sp>
        <p:nvSpPr>
          <p:cNvPr id="237" name="Designed as a Fair Test"/>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rPr lang="en-US" err="1">
                <a:gradFill flip="none">
                  <a:gsLst>
                    <a:gs pos="0">
                      <a:srgbClr val="FFFFFF"/>
                    </a:gs>
                    <a:gs pos="100000">
                      <a:srgbClr val="929292"/>
                    </a:gs>
                  </a:gsLst>
                  <a:lin ang="5400000" scaled="0"/>
                </a:gradFill>
              </a:rPr>
              <a:t>Standardised</a:t>
            </a:r>
            <a:r>
              <a:rPr lang="en-US">
                <a:gradFill flip="none">
                  <a:gsLst>
                    <a:gs pos="0">
                      <a:srgbClr val="FFFFFF"/>
                    </a:gs>
                    <a:gs pos="100000">
                      <a:srgbClr val="929292"/>
                    </a:gs>
                  </a:gsLst>
                  <a:lin ang="5400000" scaled="0"/>
                </a:gradFill>
              </a:rPr>
              <a:t> Model Evaluation</a:t>
            </a:r>
            <a:endParaRPr lang="en-US"/>
          </a:p>
        </p:txBody>
      </p:sp>
      <p:sp>
        <p:nvSpPr>
          <p:cNvPr id="240" name="2010 - 2017"/>
          <p:cNvSpPr/>
          <p:nvPr/>
        </p:nvSpPr>
        <p:spPr>
          <a:xfrm>
            <a:off x="1683678" y="4445608"/>
            <a:ext cx="6051600" cy="1270001"/>
          </a:xfrm>
          <a:prstGeom prst="roundRect">
            <a:avLst>
              <a:gd name="adj" fmla="val 15000"/>
            </a:avLst>
          </a:prstGeom>
          <a:solidFill>
            <a:srgbClr val="4176C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lgn="ctr" defTabSz="457200">
              <a:spcBef>
                <a:spcPts val="0"/>
              </a:spcBef>
              <a:defRPr sz="3200">
                <a:latin typeface="Myriad Set Pro Bold"/>
                <a:ea typeface="Myriad Set Pro Bold"/>
                <a:cs typeface="Myriad Set Pro Bold"/>
                <a:sym typeface="Myriad Set Pro Bold"/>
              </a:defRPr>
            </a:lvl1pPr>
          </a:lstStyle>
          <a:p>
            <a:r>
              <a:t>2010 - 2017</a:t>
            </a:r>
          </a:p>
        </p:txBody>
      </p:sp>
      <p:sp>
        <p:nvSpPr>
          <p:cNvPr id="241" name="2018"/>
          <p:cNvSpPr/>
          <p:nvPr/>
        </p:nvSpPr>
        <p:spPr>
          <a:xfrm>
            <a:off x="8373334" y="4468750"/>
            <a:ext cx="6051600" cy="1270001"/>
          </a:xfrm>
          <a:prstGeom prst="roundRect">
            <a:avLst>
              <a:gd name="adj" fmla="val 15000"/>
            </a:avLst>
          </a:prstGeom>
          <a:solidFill>
            <a:srgbClr val="A6C4F0"/>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lgn="ctr" defTabSz="457200">
              <a:spcBef>
                <a:spcPts val="0"/>
              </a:spcBef>
              <a:defRPr sz="3200">
                <a:latin typeface="Myriad Set Pro Bold"/>
                <a:ea typeface="Myriad Set Pro Bold"/>
                <a:cs typeface="Myriad Set Pro Bold"/>
                <a:sym typeface="Myriad Set Pro Bold"/>
              </a:defRPr>
            </a:lvl1pPr>
          </a:lstStyle>
          <a:p>
            <a:r>
              <a:t>2018</a:t>
            </a:r>
          </a:p>
        </p:txBody>
      </p:sp>
      <p:sp>
        <p:nvSpPr>
          <p:cNvPr id="242" name="2019"/>
          <p:cNvSpPr/>
          <p:nvPr/>
        </p:nvSpPr>
        <p:spPr>
          <a:xfrm>
            <a:off x="15062989" y="4445605"/>
            <a:ext cx="6051600" cy="1270001"/>
          </a:xfrm>
          <a:prstGeom prst="roundRect">
            <a:avLst>
              <a:gd name="adj" fmla="val 15000"/>
            </a:avLst>
          </a:prstGeom>
          <a:solidFill>
            <a:srgbClr val="DB7043"/>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lgn="ctr" defTabSz="457200">
              <a:spcBef>
                <a:spcPts val="0"/>
              </a:spcBef>
              <a:defRPr sz="3200">
                <a:latin typeface="Myriad Set Pro Bold"/>
                <a:ea typeface="Myriad Set Pro Bold"/>
                <a:cs typeface="Myriad Set Pro Bold"/>
                <a:sym typeface="Myriad Set Pro Bold"/>
              </a:defRPr>
            </a:lvl1pPr>
          </a:lstStyle>
          <a:p>
            <a:r>
              <a:t>2019</a:t>
            </a:r>
          </a:p>
        </p:txBody>
      </p:sp>
      <p:pic>
        <p:nvPicPr>
          <p:cNvPr id="4" name="Camera 1" descr="A blue circle with a person&amp;#39;s face&#10;&#10;AI-generated content may be incorrect.">
            <a:extLst>
              <a:ext uri="{FF2B5EF4-FFF2-40B4-BE49-F238E27FC236}">
                <a16:creationId xmlns:a16="http://schemas.microsoft.com/office/drawing/2014/main" id="{275F1FEF-7EE9-0D84-7C24-2DF3206F90F9}"/>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530158" y="26271"/>
            <a:ext cx="3828789" cy="3828789"/>
          </a:xfrm>
          <a:prstGeom prst="ellipse">
            <a:avLst/>
          </a:prstGeom>
          <a:ln>
            <a:noFill/>
          </a:ln>
          <a:effectLst>
            <a:outerShdw blurRad="190500" algn="tl" rotWithShape="0">
              <a:srgbClr val="000000">
                <a:alpha val="30000"/>
              </a:srgbClr>
            </a:outerShdw>
          </a:effectLst>
        </p:spPr>
      </p:pic>
      <p:sp>
        <p:nvSpPr>
          <p:cNvPr id="3" name="The Highest MAE Across All Models">
            <a:extLst>
              <a:ext uri="{FF2B5EF4-FFF2-40B4-BE49-F238E27FC236}">
                <a16:creationId xmlns:a16="http://schemas.microsoft.com/office/drawing/2014/main" id="{564FD878-E2E6-8CE1-94A6-EBD917EC2BDC}"/>
              </a:ext>
            </a:extLst>
          </p:cNvPr>
          <p:cNvSpPr txBox="1">
            <a:spLocks/>
          </p:cNvSpPr>
          <p:nvPr/>
        </p:nvSpPr>
        <p:spPr>
          <a:xfrm>
            <a:off x="3738623" y="2241415"/>
            <a:ext cx="16574947" cy="101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62500" lnSpcReduction="20000"/>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AU"/>
              <a:t>To make sure the comparison was fair, every model was given the same information, tuned on 2018, and tested once on 2019, a year it had never seen</a:t>
            </a:r>
            <a:endParaRPr lang="en-US"/>
          </a:p>
        </p:txBody>
      </p:sp>
      <p:sp>
        <p:nvSpPr>
          <p:cNvPr id="5" name="Slide Subtitle">
            <a:extLst>
              <a:ext uri="{FF2B5EF4-FFF2-40B4-BE49-F238E27FC236}">
                <a16:creationId xmlns:a16="http://schemas.microsoft.com/office/drawing/2014/main" id="{1D8F5CCC-5F32-EF66-621A-744938808AC5}"/>
              </a:ext>
            </a:extLst>
          </p:cNvPr>
          <p:cNvSpPr txBox="1">
            <a:spLocks noGrp="1"/>
          </p:cNvSpPr>
          <p:nvPr>
            <p:ph type="body" sz="quarter" idx="21"/>
          </p:nvPr>
        </p:nvSpPr>
        <p:spPr>
          <a:xfrm>
            <a:off x="3331440" y="3515400"/>
            <a:ext cx="2692800" cy="1016000"/>
          </a:xfrm>
          <a:prstGeom prst="rect">
            <a:avLst/>
          </a:prstGeom>
        </p:spPr>
        <p:txBody>
          <a:bodyPr lIns="50800" tIns="50800" rIns="50800" bIns="50800" anchor="t">
            <a:normAutofit/>
          </a:bodyPr>
          <a:lstStyle/>
          <a:p>
            <a:r>
              <a:rPr lang="en-US" sz="4800"/>
              <a:t>Learning</a:t>
            </a:r>
          </a:p>
        </p:txBody>
      </p:sp>
      <p:sp>
        <p:nvSpPr>
          <p:cNvPr id="6" name="Slide Subtitle">
            <a:extLst>
              <a:ext uri="{FF2B5EF4-FFF2-40B4-BE49-F238E27FC236}">
                <a16:creationId xmlns:a16="http://schemas.microsoft.com/office/drawing/2014/main" id="{8362FBB2-B31C-E0FF-C272-E74E0B815F09}"/>
              </a:ext>
            </a:extLst>
          </p:cNvPr>
          <p:cNvSpPr txBox="1">
            <a:spLocks/>
          </p:cNvSpPr>
          <p:nvPr/>
        </p:nvSpPr>
        <p:spPr>
          <a:xfrm>
            <a:off x="9764528" y="3479115"/>
            <a:ext cx="3237085" cy="108857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t">
            <a:normAutofit/>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US" sz="4800"/>
              <a:t>Validating</a:t>
            </a:r>
          </a:p>
        </p:txBody>
      </p:sp>
      <p:sp>
        <p:nvSpPr>
          <p:cNvPr id="8" name="Slide Subtitle">
            <a:extLst>
              <a:ext uri="{FF2B5EF4-FFF2-40B4-BE49-F238E27FC236}">
                <a16:creationId xmlns:a16="http://schemas.microsoft.com/office/drawing/2014/main" id="{CFE7E9AD-538B-4AAE-7EF6-6305A3BB9E19}"/>
              </a:ext>
            </a:extLst>
          </p:cNvPr>
          <p:cNvSpPr txBox="1">
            <a:spLocks/>
          </p:cNvSpPr>
          <p:nvPr/>
        </p:nvSpPr>
        <p:spPr>
          <a:xfrm>
            <a:off x="16742389" y="3551798"/>
            <a:ext cx="2692800" cy="101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ormAutofit/>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US" sz="4800"/>
              <a:t>Testing</a:t>
            </a:r>
          </a:p>
        </p:txBody>
      </p:sp>
      <p:sp>
        <p:nvSpPr>
          <p:cNvPr id="11" name="Train">
            <a:extLst>
              <a:ext uri="{FF2B5EF4-FFF2-40B4-BE49-F238E27FC236}">
                <a16:creationId xmlns:a16="http://schemas.microsoft.com/office/drawing/2014/main" id="{812061BB-E612-B68C-D13F-FBE8136CB5EE}"/>
              </a:ext>
            </a:extLst>
          </p:cNvPr>
          <p:cNvSpPr txBox="1"/>
          <p:nvPr/>
        </p:nvSpPr>
        <p:spPr>
          <a:xfrm>
            <a:off x="1683678" y="5878181"/>
            <a:ext cx="6051600" cy="559640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anchor="ctr">
            <a:spAutoFit/>
          </a:bodyPr>
          <a:lstStyle>
            <a:lvl1pPr>
              <a:defRPr sz="3300">
                <a:latin typeface="Myriad Set Pro Text"/>
                <a:ea typeface="Myriad Set Pro Text"/>
                <a:cs typeface="Myriad Set Pro Text"/>
                <a:sym typeface="Myriad Set Pro Text"/>
              </a:defRPr>
            </a:lvl1pPr>
          </a:lstStyle>
          <a:p>
            <a:pPr marL="457200" lvl="0" indent="-457200">
              <a:buFont typeface="Arial" panose="020B0604020202020204" pitchFamily="34" charset="0"/>
              <a:buChar char="•"/>
            </a:pPr>
            <a:r>
              <a:rPr lang="en-AU"/>
              <a:t>Learned from eight years of past demand</a:t>
            </a:r>
          </a:p>
          <a:p>
            <a:pPr marL="457200" lvl="0" indent="-457200">
              <a:buFont typeface="Arial" panose="020B0604020202020204" pitchFamily="34" charset="0"/>
              <a:buChar char="•"/>
            </a:pPr>
            <a:r>
              <a:rPr lang="en-AU"/>
              <a:t>Used yesterday's demand and weather to predict today’s</a:t>
            </a:r>
          </a:p>
          <a:p>
            <a:pPr marL="457200" lvl="0" indent="-457200">
              <a:buFont typeface="Arial" panose="020B0604020202020204" pitchFamily="34" charset="0"/>
              <a:buChar char="•"/>
            </a:pPr>
            <a:r>
              <a:rPr lang="en-AU"/>
              <a:t>Added the time of day, day of week, public holidays and school terms</a:t>
            </a:r>
          </a:p>
          <a:p>
            <a:pPr marL="457200" lvl="0" indent="-457200">
              <a:buFont typeface="Arial" panose="020B0604020202020204" pitchFamily="34" charset="0"/>
              <a:buChar char="•"/>
            </a:pPr>
            <a:r>
              <a:rPr lang="en-AU"/>
              <a:t>Gave every model exactly the same information</a:t>
            </a:r>
          </a:p>
        </p:txBody>
      </p:sp>
      <p:sp>
        <p:nvSpPr>
          <p:cNvPr id="13" name="Train">
            <a:extLst>
              <a:ext uri="{FF2B5EF4-FFF2-40B4-BE49-F238E27FC236}">
                <a16:creationId xmlns:a16="http://schemas.microsoft.com/office/drawing/2014/main" id="{0A43A9C2-1117-921A-EBF9-1591EBBFF5D8}"/>
              </a:ext>
            </a:extLst>
          </p:cNvPr>
          <p:cNvSpPr txBox="1"/>
          <p:nvPr/>
        </p:nvSpPr>
        <p:spPr>
          <a:xfrm>
            <a:off x="8373334" y="5080605"/>
            <a:ext cx="6051600" cy="52886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a:defRPr sz="3300">
                <a:latin typeface="Myriad Set Pro Text"/>
                <a:ea typeface="Myriad Set Pro Text"/>
                <a:cs typeface="Myriad Set Pro Text"/>
                <a:sym typeface="Myriad Set Pro Text"/>
              </a:defRPr>
            </a:lvl1pPr>
          </a:lstStyle>
          <a:p>
            <a:pPr marL="457200" lvl="0" indent="-457200">
              <a:buFont typeface="Arial" panose="020B0604020202020204" pitchFamily="34" charset="0"/>
              <a:buChar char="•"/>
            </a:pPr>
            <a:r>
              <a:rPr lang="en-AU"/>
              <a:t>Tried different settings for each model</a:t>
            </a:r>
          </a:p>
          <a:p>
            <a:pPr marL="457200" lvl="0" indent="-457200">
              <a:buFont typeface="Arial" panose="020B0604020202020204" pitchFamily="34" charset="0"/>
              <a:buChar char="•"/>
            </a:pPr>
            <a:r>
              <a:rPr lang="en-AU"/>
              <a:t>Kept the version that forecast 2018 best</a:t>
            </a:r>
          </a:p>
          <a:p>
            <a:pPr marL="457200" lvl="0" indent="-457200">
              <a:buFont typeface="Arial" panose="020B0604020202020204" pitchFamily="34" charset="0"/>
              <a:buChar char="•"/>
            </a:pPr>
            <a:r>
              <a:rPr lang="en-AU"/>
              <a:t>Checked it wasn't just memorising the past</a:t>
            </a:r>
          </a:p>
        </p:txBody>
      </p:sp>
      <p:sp>
        <p:nvSpPr>
          <p:cNvPr id="15" name="Train">
            <a:extLst>
              <a:ext uri="{FF2B5EF4-FFF2-40B4-BE49-F238E27FC236}">
                <a16:creationId xmlns:a16="http://schemas.microsoft.com/office/drawing/2014/main" id="{FA9A30A4-2F9F-B02A-9864-428C9E194267}"/>
              </a:ext>
            </a:extLst>
          </p:cNvPr>
          <p:cNvSpPr txBox="1"/>
          <p:nvPr/>
        </p:nvSpPr>
        <p:spPr>
          <a:xfrm>
            <a:off x="15062989" y="5877843"/>
            <a:ext cx="6051600" cy="427296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anchor="ctr">
            <a:spAutoFit/>
          </a:bodyPr>
          <a:lstStyle>
            <a:lvl1pPr>
              <a:defRPr sz="3300">
                <a:latin typeface="Myriad Set Pro Text"/>
                <a:ea typeface="Myriad Set Pro Text"/>
                <a:cs typeface="Myriad Set Pro Text"/>
                <a:sym typeface="Myriad Set Pro Text"/>
              </a:defRPr>
            </a:lvl1pPr>
          </a:lstStyle>
          <a:p>
            <a:pPr marL="457200" lvl="0" indent="-457200">
              <a:buFont typeface="Arial" panose="020B0604020202020204" pitchFamily="34" charset="0"/>
              <a:buChar char="•"/>
            </a:pPr>
            <a:r>
              <a:rPr lang="en-AU"/>
              <a:t>Tested each model once on a year it had never seen</a:t>
            </a:r>
          </a:p>
          <a:p>
            <a:pPr marL="457200" lvl="0" indent="-457200">
              <a:buFont typeface="Arial" panose="020B0604020202020204" pitchFamily="34" charset="0"/>
              <a:buChar char="•"/>
            </a:pPr>
            <a:r>
              <a:rPr lang="en-AU"/>
              <a:t>Compared every model's forecasts with what actually happened</a:t>
            </a:r>
            <a:r>
              <a:rPr lang="en-AU" baseline="30000"/>
              <a:t>1</a:t>
            </a:r>
            <a:endParaRPr lang="en-AU"/>
          </a:p>
          <a:p>
            <a:pPr marL="457200" lvl="0" indent="-457200">
              <a:buFont typeface="Arial" panose="020B0604020202020204" pitchFamily="34" charset="0"/>
              <a:buChar char="•"/>
            </a:pPr>
            <a:r>
              <a:rPr lang="en-AU"/>
              <a:t>Checked how each performed by season and temperature</a:t>
            </a:r>
          </a:p>
        </p:txBody>
      </p:sp>
      <p:sp>
        <p:nvSpPr>
          <p:cNvPr id="19" name="The Highest MAE Across All Models">
            <a:extLst>
              <a:ext uri="{FF2B5EF4-FFF2-40B4-BE49-F238E27FC236}">
                <a16:creationId xmlns:a16="http://schemas.microsoft.com/office/drawing/2014/main" id="{0ACB85A8-6C2D-8324-F71D-B9D0BCA7336B}"/>
              </a:ext>
            </a:extLst>
          </p:cNvPr>
          <p:cNvSpPr txBox="1">
            <a:spLocks/>
          </p:cNvSpPr>
          <p:nvPr/>
        </p:nvSpPr>
        <p:spPr>
          <a:xfrm>
            <a:off x="1867921" y="11778326"/>
            <a:ext cx="20316349" cy="148401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Autofit/>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algn="l" hangingPunct="1"/>
            <a:r>
              <a:rPr lang="en-US" sz="1400" i="1"/>
              <a:t>Sources:</a:t>
            </a:r>
          </a:p>
          <a:p>
            <a:pPr algn="l" hangingPunct="1"/>
            <a:r>
              <a:rPr lang="en-AU" sz="1400" i="1">
                <a:hlinkClick r:id="rId4">
                  <a:extLst>
                    <a:ext uri="{A12FA001-AC4F-418D-AE19-62706E023703}">
                      <ahyp:hlinkClr xmlns:ahyp="http://schemas.microsoft.com/office/drawing/2018/hyperlinkcolor" val="tx"/>
                    </a:ext>
                  </a:extLst>
                </a:hlinkClick>
              </a:rPr>
              <a:t>1. https://github.com/danielc088/ZZSC9020-group-A/blob/main/data/NSW/totaldemand_nsw.csv.zip</a:t>
            </a:r>
            <a:endParaRPr lang="en-AU" sz="1400" i="1"/>
          </a:p>
          <a:p>
            <a:pPr algn="l" hangingPunct="1"/>
            <a:r>
              <a:rPr lang="en-AU" sz="1400" i="1">
                <a:hlinkClick r:id="rId5">
                  <a:extLst>
                    <a:ext uri="{A12FA001-AC4F-418D-AE19-62706E023703}">
                      <ahyp:hlinkClr xmlns:ahyp="http://schemas.microsoft.com/office/drawing/2018/hyperlinkcolor" val="tx"/>
                    </a:ext>
                  </a:extLst>
                </a:hlinkClick>
              </a:rPr>
              <a:t>2. https://github.com/danielc088/ZZSC9020-group-A/blob/main/data/NSW/temperature_nsw.csv.zip</a:t>
            </a:r>
            <a:endParaRPr lang="en-AU" sz="1400" i="1"/>
          </a:p>
          <a:p>
            <a:pPr algn="l" hangingPunct="1"/>
            <a:r>
              <a:rPr lang="en-AU" sz="1400" i="1">
                <a:hlinkClick r:id="rId6">
                  <a:extLst>
                    <a:ext uri="{A12FA001-AC4F-418D-AE19-62706E023703}">
                      <ahyp:hlinkClr xmlns:ahyp="http://schemas.microsoft.com/office/drawing/2018/hyperlinkcolor" val="tx"/>
                    </a:ext>
                  </a:extLst>
                </a:hlinkClick>
              </a:rPr>
              <a:t>3. https://github.com/danielc088/ZZSC9020-group-A/tree/main/data/NSW</a:t>
            </a:r>
            <a:endParaRPr lang="en-AU" sz="1400" i="1"/>
          </a:p>
          <a:p>
            <a:pPr algn="l" hangingPunct="1"/>
            <a:r>
              <a:rPr lang="en-AU" sz="1400" i="1">
                <a:hlinkClick r:id="rId7">
                  <a:extLst>
                    <a:ext uri="{A12FA001-AC4F-418D-AE19-62706E023703}">
                      <ahyp:hlinkClr xmlns:ahyp="http://schemas.microsoft.com/office/drawing/2018/hyperlinkcolor" val="tx"/>
                    </a:ext>
                  </a:extLst>
                </a:hlinkClick>
              </a:rPr>
              <a:t>4. https://github.com/danielc088/ZZSC9020-group-A/blob/main/data/NSW/solar_radiation_bankstown_66137.csv</a:t>
            </a:r>
            <a:endParaRPr lang="en-AU" sz="1400" i="1"/>
          </a:p>
          <a:p>
            <a:pPr algn="l" hangingPunct="1"/>
            <a:r>
              <a:rPr lang="en-AU" sz="1400" i="1">
                <a:hlinkClick r:id="rId8">
                  <a:extLst>
                    <a:ext uri="{A12FA001-AC4F-418D-AE19-62706E023703}">
                      <ahyp:hlinkClr xmlns:ahyp="http://schemas.microsoft.com/office/drawing/2018/hyperlinkcolor" val="tx"/>
                    </a:ext>
                  </a:extLst>
                </a:hlinkClick>
              </a:rPr>
              <a:t>5. https://github.com/danielc088/ZZSC9020-group-A/blob/main/src/data_joined.ipynb</a:t>
            </a:r>
            <a:endParaRPr lang="en-AU" sz="1400" i="1"/>
          </a:p>
          <a:p>
            <a:pPr algn="l" hangingPunct="1"/>
            <a:r>
              <a:rPr lang="en-AU" sz="1400" i="1">
                <a:hlinkClick r:id="rId9">
                  <a:extLst>
                    <a:ext uri="{A12FA001-AC4F-418D-AE19-62706E023703}">
                      <ahyp:hlinkClr xmlns:ahyp="http://schemas.microsoft.com/office/drawing/2018/hyperlinkcolor" val="tx"/>
                    </a:ext>
                  </a:extLst>
                </a:hlinkClick>
              </a:rPr>
              <a:t>6. https://github.com/danielc088/ZZSC9020-group-A/blob/main/src/data_cleaning.ipynb</a:t>
            </a:r>
            <a:endParaRPr lang="en-AU" sz="1400" i="1"/>
          </a:p>
          <a:p>
            <a:pPr algn="l" hangingPunct="1"/>
            <a:r>
              <a:rPr lang="en-AU" sz="1400" i="1">
                <a:hlinkClick r:id="rId10">
                  <a:extLst>
                    <a:ext uri="{A12FA001-AC4F-418D-AE19-62706E023703}">
                      <ahyp:hlinkClr xmlns:ahyp="http://schemas.microsoft.com/office/drawing/2018/hyperlinkcolor" val="tx"/>
                    </a:ext>
                  </a:extLst>
                </a:hlinkClick>
              </a:rPr>
              <a:t>7. https://github.com/danielc088/ZZSC9020-group-A/blob/main/data/NSW/nsw_cleaned.csv</a:t>
            </a:r>
            <a:r>
              <a:rPr lang="en-AU" sz="1400" i="1"/>
              <a:t> </a:t>
            </a:r>
          </a:p>
          <a:p>
            <a:pPr algn="l" hangingPunct="1"/>
            <a:endParaRPr lang="en-US" sz="1400" i="1"/>
          </a:p>
        </p:txBody>
      </p:sp>
      <p:grpSp>
        <p:nvGrpSpPr>
          <p:cNvPr id="23" name="Group 22">
            <a:extLst>
              <a:ext uri="{FF2B5EF4-FFF2-40B4-BE49-F238E27FC236}">
                <a16:creationId xmlns:a16="http://schemas.microsoft.com/office/drawing/2014/main" id="{C896989E-A8DF-9DF9-2F10-6486C5CA6953}"/>
              </a:ext>
            </a:extLst>
          </p:cNvPr>
          <p:cNvGrpSpPr/>
          <p:nvPr/>
        </p:nvGrpSpPr>
        <p:grpSpPr>
          <a:xfrm>
            <a:off x="1270000" y="3116421"/>
            <a:ext cx="756000" cy="756000"/>
            <a:chOff x="1302693" y="2464017"/>
            <a:chExt cx="756000" cy="756000"/>
          </a:xfrm>
        </p:grpSpPr>
        <p:sp>
          <p:nvSpPr>
            <p:cNvPr id="24" name="Oval 23">
              <a:extLst>
                <a:ext uri="{FF2B5EF4-FFF2-40B4-BE49-F238E27FC236}">
                  <a16:creationId xmlns:a16="http://schemas.microsoft.com/office/drawing/2014/main" id="{0FBF00BD-40C8-8DAA-E43F-18D8F21ADAE1}"/>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25" name="Graphic 24" descr="Radio microphone with solid fill">
              <a:extLst>
                <a:ext uri="{FF2B5EF4-FFF2-40B4-BE49-F238E27FC236}">
                  <a16:creationId xmlns:a16="http://schemas.microsoft.com/office/drawing/2014/main" id="{586CF591-7B5F-E912-14BC-F1DACDC0535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92693" y="2554017"/>
              <a:ext cx="576000" cy="576000"/>
            </a:xfrm>
            <a:prstGeom prst="rect">
              <a:avLst/>
            </a:prstGeom>
          </p:spPr>
        </p:pic>
      </p:gr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2165F-6135-543A-D138-3876D02E243F}"/>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78051AD4-69B4-B0BB-0351-F101A27CEBB8}"/>
              </a:ext>
            </a:extLst>
          </p:cNvPr>
          <p:cNvSpPr/>
          <p:nvPr/>
        </p:nvSpPr>
        <p:spPr>
          <a:xfrm>
            <a:off x="8396999" y="3516612"/>
            <a:ext cx="6051600" cy="8028000"/>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sp>
        <p:nvSpPr>
          <p:cNvPr id="237" name="Designed as a Fair Test">
            <a:extLst>
              <a:ext uri="{FF2B5EF4-FFF2-40B4-BE49-F238E27FC236}">
                <a16:creationId xmlns:a16="http://schemas.microsoft.com/office/drawing/2014/main" id="{47E0A8D5-EA4F-7FC5-FFEE-89295CE65CE5}"/>
              </a:ext>
            </a:extLst>
          </p:cNvPr>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rPr lang="en-US">
                <a:gradFill flip="none">
                  <a:gsLst>
                    <a:gs pos="0">
                      <a:srgbClr val="FFFFFF"/>
                    </a:gs>
                    <a:gs pos="100000">
                      <a:srgbClr val="929292"/>
                    </a:gs>
                  </a:gsLst>
                  <a:lin ang="5400000" scaled="0"/>
                </a:gradFill>
              </a:rPr>
              <a:t>Ensuring six models are evaluated fairly</a:t>
            </a:r>
            <a:endParaRPr lang="en-US"/>
          </a:p>
        </p:txBody>
      </p:sp>
      <p:sp>
        <p:nvSpPr>
          <p:cNvPr id="240" name="2010 - 2017">
            <a:extLst>
              <a:ext uri="{FF2B5EF4-FFF2-40B4-BE49-F238E27FC236}">
                <a16:creationId xmlns:a16="http://schemas.microsoft.com/office/drawing/2014/main" id="{0613B9DA-3FAC-0BC8-89EE-54C926F72143}"/>
              </a:ext>
            </a:extLst>
          </p:cNvPr>
          <p:cNvSpPr/>
          <p:nvPr/>
        </p:nvSpPr>
        <p:spPr>
          <a:xfrm>
            <a:off x="1683678" y="4445608"/>
            <a:ext cx="6051600" cy="1270001"/>
          </a:xfrm>
          <a:prstGeom prst="roundRect">
            <a:avLst>
              <a:gd name="adj" fmla="val 15000"/>
            </a:avLst>
          </a:prstGeom>
          <a:solidFill>
            <a:srgbClr val="4176C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lgn="ctr" defTabSz="457200">
              <a:spcBef>
                <a:spcPts val="0"/>
              </a:spcBef>
              <a:defRPr sz="3200">
                <a:latin typeface="Myriad Set Pro Bold"/>
                <a:ea typeface="Myriad Set Pro Bold"/>
                <a:cs typeface="Myriad Set Pro Bold"/>
                <a:sym typeface="Myriad Set Pro Bold"/>
              </a:defRPr>
            </a:lvl1pPr>
          </a:lstStyle>
          <a:p>
            <a:r>
              <a:t>2010 - 2017</a:t>
            </a:r>
          </a:p>
        </p:txBody>
      </p:sp>
      <p:sp>
        <p:nvSpPr>
          <p:cNvPr id="241" name="2018">
            <a:extLst>
              <a:ext uri="{FF2B5EF4-FFF2-40B4-BE49-F238E27FC236}">
                <a16:creationId xmlns:a16="http://schemas.microsoft.com/office/drawing/2014/main" id="{4DB9A197-BB24-70ED-C43B-E899A9AC25E3}"/>
              </a:ext>
            </a:extLst>
          </p:cNvPr>
          <p:cNvSpPr/>
          <p:nvPr/>
        </p:nvSpPr>
        <p:spPr>
          <a:xfrm>
            <a:off x="8373334" y="4468750"/>
            <a:ext cx="6051600" cy="1270001"/>
          </a:xfrm>
          <a:prstGeom prst="roundRect">
            <a:avLst>
              <a:gd name="adj" fmla="val 15000"/>
            </a:avLst>
          </a:prstGeom>
          <a:solidFill>
            <a:srgbClr val="A6C4F0"/>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lgn="ctr" defTabSz="457200">
              <a:spcBef>
                <a:spcPts val="0"/>
              </a:spcBef>
              <a:defRPr sz="3200">
                <a:latin typeface="Myriad Set Pro Bold"/>
                <a:ea typeface="Myriad Set Pro Bold"/>
                <a:cs typeface="Myriad Set Pro Bold"/>
                <a:sym typeface="Myriad Set Pro Bold"/>
              </a:defRPr>
            </a:lvl1pPr>
          </a:lstStyle>
          <a:p>
            <a:r>
              <a:t>2018</a:t>
            </a:r>
          </a:p>
        </p:txBody>
      </p:sp>
      <p:sp>
        <p:nvSpPr>
          <p:cNvPr id="242" name="2019">
            <a:extLst>
              <a:ext uri="{FF2B5EF4-FFF2-40B4-BE49-F238E27FC236}">
                <a16:creationId xmlns:a16="http://schemas.microsoft.com/office/drawing/2014/main" id="{55031F9A-CB85-49A2-6E4B-CC813884833C}"/>
              </a:ext>
            </a:extLst>
          </p:cNvPr>
          <p:cNvSpPr/>
          <p:nvPr/>
        </p:nvSpPr>
        <p:spPr>
          <a:xfrm>
            <a:off x="15062989" y="4445605"/>
            <a:ext cx="6051600" cy="1270001"/>
          </a:xfrm>
          <a:prstGeom prst="roundRect">
            <a:avLst>
              <a:gd name="adj" fmla="val 15000"/>
            </a:avLst>
          </a:prstGeom>
          <a:solidFill>
            <a:srgbClr val="DB7043"/>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lgn="ctr" defTabSz="457200">
              <a:spcBef>
                <a:spcPts val="0"/>
              </a:spcBef>
              <a:defRPr sz="3200">
                <a:latin typeface="Myriad Set Pro Bold"/>
                <a:ea typeface="Myriad Set Pro Bold"/>
                <a:cs typeface="Myriad Set Pro Bold"/>
                <a:sym typeface="Myriad Set Pro Bold"/>
              </a:defRPr>
            </a:lvl1pPr>
          </a:lstStyle>
          <a:p>
            <a:r>
              <a:t>2019</a:t>
            </a:r>
          </a:p>
        </p:txBody>
      </p:sp>
      <p:pic>
        <p:nvPicPr>
          <p:cNvPr id="4" name="Camera 1" descr="A blue circle with a person&amp;#39;s face&#10;&#10;AI-generated content may be incorrect.">
            <a:extLst>
              <a:ext uri="{FF2B5EF4-FFF2-40B4-BE49-F238E27FC236}">
                <a16:creationId xmlns:a16="http://schemas.microsoft.com/office/drawing/2014/main" id="{27A03B40-7559-7B3A-BCCB-6809A6C07020}"/>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530158" y="26271"/>
            <a:ext cx="3828789" cy="3828789"/>
          </a:xfrm>
          <a:prstGeom prst="ellipse">
            <a:avLst/>
          </a:prstGeom>
          <a:ln>
            <a:noFill/>
          </a:ln>
          <a:effectLst>
            <a:outerShdw blurRad="190500" algn="tl" rotWithShape="0">
              <a:srgbClr val="000000">
                <a:alpha val="30000"/>
              </a:srgbClr>
            </a:outerShdw>
          </a:effectLst>
        </p:spPr>
      </p:pic>
      <p:sp>
        <p:nvSpPr>
          <p:cNvPr id="3" name="The Highest MAE Across All Models">
            <a:extLst>
              <a:ext uri="{FF2B5EF4-FFF2-40B4-BE49-F238E27FC236}">
                <a16:creationId xmlns:a16="http://schemas.microsoft.com/office/drawing/2014/main" id="{569EF712-2428-D2A0-7548-3AF2D91A08EC}"/>
              </a:ext>
            </a:extLst>
          </p:cNvPr>
          <p:cNvSpPr txBox="1">
            <a:spLocks/>
          </p:cNvSpPr>
          <p:nvPr/>
        </p:nvSpPr>
        <p:spPr>
          <a:xfrm>
            <a:off x="3738623" y="2241415"/>
            <a:ext cx="16574947" cy="101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62500" lnSpcReduction="20000"/>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AU"/>
              <a:t>To make sure the comparison was fair, every model was given the same information, tuned on 2018, and tested once on 2019, a year it had never seen</a:t>
            </a:r>
            <a:endParaRPr lang="en-US"/>
          </a:p>
        </p:txBody>
      </p:sp>
      <p:sp>
        <p:nvSpPr>
          <p:cNvPr id="5" name="Slide Subtitle">
            <a:extLst>
              <a:ext uri="{FF2B5EF4-FFF2-40B4-BE49-F238E27FC236}">
                <a16:creationId xmlns:a16="http://schemas.microsoft.com/office/drawing/2014/main" id="{C52FED57-60CC-8BAF-9E00-416857996E95}"/>
              </a:ext>
            </a:extLst>
          </p:cNvPr>
          <p:cNvSpPr txBox="1">
            <a:spLocks noGrp="1"/>
          </p:cNvSpPr>
          <p:nvPr>
            <p:ph type="body" sz="quarter" idx="21"/>
          </p:nvPr>
        </p:nvSpPr>
        <p:spPr>
          <a:xfrm>
            <a:off x="3331440" y="3515400"/>
            <a:ext cx="2692800" cy="1016000"/>
          </a:xfrm>
          <a:prstGeom prst="rect">
            <a:avLst/>
          </a:prstGeom>
        </p:spPr>
        <p:txBody>
          <a:bodyPr lIns="50800" tIns="50800" rIns="50800" bIns="50800" anchor="t">
            <a:normAutofit/>
          </a:bodyPr>
          <a:lstStyle/>
          <a:p>
            <a:r>
              <a:rPr lang="en-US" sz="4800"/>
              <a:t>Learning</a:t>
            </a:r>
          </a:p>
        </p:txBody>
      </p:sp>
      <p:sp>
        <p:nvSpPr>
          <p:cNvPr id="8" name="Slide Subtitle">
            <a:extLst>
              <a:ext uri="{FF2B5EF4-FFF2-40B4-BE49-F238E27FC236}">
                <a16:creationId xmlns:a16="http://schemas.microsoft.com/office/drawing/2014/main" id="{252B8C04-8F46-C77A-6CB5-2C013567317E}"/>
              </a:ext>
            </a:extLst>
          </p:cNvPr>
          <p:cNvSpPr txBox="1">
            <a:spLocks/>
          </p:cNvSpPr>
          <p:nvPr/>
        </p:nvSpPr>
        <p:spPr>
          <a:xfrm>
            <a:off x="16742389" y="3551798"/>
            <a:ext cx="2692800" cy="101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ormAutofit/>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US" sz="4800"/>
              <a:t>Testing</a:t>
            </a:r>
          </a:p>
        </p:txBody>
      </p:sp>
      <p:sp>
        <p:nvSpPr>
          <p:cNvPr id="11" name="Train">
            <a:extLst>
              <a:ext uri="{FF2B5EF4-FFF2-40B4-BE49-F238E27FC236}">
                <a16:creationId xmlns:a16="http://schemas.microsoft.com/office/drawing/2014/main" id="{EBB914DD-75F5-024C-78BE-3793F6C4B179}"/>
              </a:ext>
            </a:extLst>
          </p:cNvPr>
          <p:cNvSpPr txBox="1"/>
          <p:nvPr/>
        </p:nvSpPr>
        <p:spPr>
          <a:xfrm>
            <a:off x="1683678" y="5878181"/>
            <a:ext cx="6051600" cy="559640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anchor="ctr">
            <a:spAutoFit/>
          </a:bodyPr>
          <a:lstStyle>
            <a:lvl1pPr>
              <a:defRPr sz="3300">
                <a:latin typeface="Myriad Set Pro Text"/>
                <a:ea typeface="Myriad Set Pro Text"/>
                <a:cs typeface="Myriad Set Pro Text"/>
                <a:sym typeface="Myriad Set Pro Text"/>
              </a:defRPr>
            </a:lvl1pPr>
          </a:lstStyle>
          <a:p>
            <a:pPr marL="457200" lvl="0" indent="-457200">
              <a:buFont typeface="Arial" panose="020B0604020202020204" pitchFamily="34" charset="0"/>
              <a:buChar char="•"/>
            </a:pPr>
            <a:r>
              <a:rPr lang="en-AU"/>
              <a:t>Learned from eight years of past demand</a:t>
            </a:r>
          </a:p>
          <a:p>
            <a:pPr marL="457200" lvl="0" indent="-457200">
              <a:buFont typeface="Arial" panose="020B0604020202020204" pitchFamily="34" charset="0"/>
              <a:buChar char="•"/>
            </a:pPr>
            <a:r>
              <a:rPr lang="en-AU"/>
              <a:t>Used yesterday's demand and weather to predict today’s</a:t>
            </a:r>
          </a:p>
          <a:p>
            <a:pPr marL="457200" lvl="0" indent="-457200">
              <a:buFont typeface="Arial" panose="020B0604020202020204" pitchFamily="34" charset="0"/>
              <a:buChar char="•"/>
            </a:pPr>
            <a:r>
              <a:rPr lang="en-AU"/>
              <a:t>Added the time of day, day of week, public holidays and school terms</a:t>
            </a:r>
          </a:p>
          <a:p>
            <a:pPr marL="457200" lvl="0" indent="-457200">
              <a:buFont typeface="Arial" panose="020B0604020202020204" pitchFamily="34" charset="0"/>
              <a:buChar char="•"/>
            </a:pPr>
            <a:r>
              <a:rPr lang="en-AU"/>
              <a:t>Gave every model exactly the same information</a:t>
            </a:r>
          </a:p>
        </p:txBody>
      </p:sp>
      <p:sp>
        <p:nvSpPr>
          <p:cNvPr id="13" name="Train">
            <a:extLst>
              <a:ext uri="{FF2B5EF4-FFF2-40B4-BE49-F238E27FC236}">
                <a16:creationId xmlns:a16="http://schemas.microsoft.com/office/drawing/2014/main" id="{4913D3C2-1CB7-D4B9-C5C8-CBC1C688DBB0}"/>
              </a:ext>
            </a:extLst>
          </p:cNvPr>
          <p:cNvSpPr txBox="1"/>
          <p:nvPr/>
        </p:nvSpPr>
        <p:spPr>
          <a:xfrm>
            <a:off x="8373334" y="5080605"/>
            <a:ext cx="6051600" cy="52886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a:defRPr sz="3300">
                <a:latin typeface="Myriad Set Pro Text"/>
                <a:ea typeface="Myriad Set Pro Text"/>
                <a:cs typeface="Myriad Set Pro Text"/>
                <a:sym typeface="Myriad Set Pro Text"/>
              </a:defRPr>
            </a:lvl1pPr>
          </a:lstStyle>
          <a:p>
            <a:pPr marL="457200" lvl="0" indent="-457200">
              <a:buFont typeface="Arial" panose="020B0604020202020204" pitchFamily="34" charset="0"/>
              <a:buChar char="•"/>
            </a:pPr>
            <a:r>
              <a:rPr lang="en-AU"/>
              <a:t>Tried different settings for each model</a:t>
            </a:r>
          </a:p>
          <a:p>
            <a:pPr marL="457200" lvl="0" indent="-457200">
              <a:buFont typeface="Arial" panose="020B0604020202020204" pitchFamily="34" charset="0"/>
              <a:buChar char="•"/>
            </a:pPr>
            <a:r>
              <a:rPr lang="en-AU"/>
              <a:t>Kept the version that forecast 2018 best</a:t>
            </a:r>
          </a:p>
          <a:p>
            <a:pPr marL="457200" lvl="0" indent="-457200">
              <a:buFont typeface="Arial" panose="020B0604020202020204" pitchFamily="34" charset="0"/>
              <a:buChar char="•"/>
            </a:pPr>
            <a:r>
              <a:rPr lang="en-AU"/>
              <a:t>Checked it wasn't just memorising the past</a:t>
            </a:r>
          </a:p>
        </p:txBody>
      </p:sp>
      <p:sp>
        <p:nvSpPr>
          <p:cNvPr id="15" name="Train">
            <a:extLst>
              <a:ext uri="{FF2B5EF4-FFF2-40B4-BE49-F238E27FC236}">
                <a16:creationId xmlns:a16="http://schemas.microsoft.com/office/drawing/2014/main" id="{86C44945-F411-E5C6-DD3C-AD2843CA0737}"/>
              </a:ext>
            </a:extLst>
          </p:cNvPr>
          <p:cNvSpPr txBox="1"/>
          <p:nvPr/>
        </p:nvSpPr>
        <p:spPr>
          <a:xfrm>
            <a:off x="15062989" y="5877843"/>
            <a:ext cx="6051600" cy="427296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anchor="ctr">
            <a:spAutoFit/>
          </a:bodyPr>
          <a:lstStyle>
            <a:lvl1pPr>
              <a:defRPr sz="3300">
                <a:latin typeface="Myriad Set Pro Text"/>
                <a:ea typeface="Myriad Set Pro Text"/>
                <a:cs typeface="Myriad Set Pro Text"/>
                <a:sym typeface="Myriad Set Pro Text"/>
              </a:defRPr>
            </a:lvl1pPr>
          </a:lstStyle>
          <a:p>
            <a:pPr marL="457200" lvl="0" indent="-457200">
              <a:buFont typeface="Arial" panose="020B0604020202020204" pitchFamily="34" charset="0"/>
              <a:buChar char="•"/>
            </a:pPr>
            <a:r>
              <a:rPr lang="en-AU"/>
              <a:t>Tested each model once on a year it had never seen</a:t>
            </a:r>
          </a:p>
          <a:p>
            <a:pPr marL="457200" lvl="0" indent="-457200">
              <a:buFont typeface="Arial" panose="020B0604020202020204" pitchFamily="34" charset="0"/>
              <a:buChar char="•"/>
            </a:pPr>
            <a:r>
              <a:rPr lang="en-AU"/>
              <a:t>Compared every model's forecasts with what actually happened</a:t>
            </a:r>
            <a:r>
              <a:rPr lang="en-AU" baseline="30000"/>
              <a:t>1</a:t>
            </a:r>
            <a:endParaRPr lang="en-AU"/>
          </a:p>
          <a:p>
            <a:pPr marL="457200" lvl="0" indent="-457200">
              <a:buFont typeface="Arial" panose="020B0604020202020204" pitchFamily="34" charset="0"/>
              <a:buChar char="•"/>
            </a:pPr>
            <a:r>
              <a:rPr lang="en-AU"/>
              <a:t>Checked how each performed by season and temperature</a:t>
            </a:r>
          </a:p>
        </p:txBody>
      </p:sp>
      <p:sp>
        <p:nvSpPr>
          <p:cNvPr id="19" name="The Highest MAE Across All Models">
            <a:extLst>
              <a:ext uri="{FF2B5EF4-FFF2-40B4-BE49-F238E27FC236}">
                <a16:creationId xmlns:a16="http://schemas.microsoft.com/office/drawing/2014/main" id="{DFAFEB36-3218-9BEA-87D7-F68444D4D343}"/>
              </a:ext>
            </a:extLst>
          </p:cNvPr>
          <p:cNvSpPr txBox="1">
            <a:spLocks/>
          </p:cNvSpPr>
          <p:nvPr/>
        </p:nvSpPr>
        <p:spPr>
          <a:xfrm>
            <a:off x="1867921" y="11778326"/>
            <a:ext cx="20316349" cy="148401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Autofit/>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algn="l" hangingPunct="1"/>
            <a:r>
              <a:rPr lang="en-US" sz="1400" i="1"/>
              <a:t>Sources:</a:t>
            </a:r>
          </a:p>
          <a:p>
            <a:pPr algn="l" hangingPunct="1"/>
            <a:r>
              <a:rPr lang="en-AU" sz="1400" i="1">
                <a:hlinkClick r:id="rId4">
                  <a:extLst>
                    <a:ext uri="{A12FA001-AC4F-418D-AE19-62706E023703}">
                      <ahyp:hlinkClr xmlns:ahyp="http://schemas.microsoft.com/office/drawing/2018/hyperlinkcolor" val="tx"/>
                    </a:ext>
                  </a:extLst>
                </a:hlinkClick>
              </a:rPr>
              <a:t>1. https://github.com/danielc088/ZZSC9020-group-A/blob/main/data/NSW/totaldemand_nsw.csv.zip</a:t>
            </a:r>
            <a:endParaRPr lang="en-AU" sz="1400" i="1"/>
          </a:p>
          <a:p>
            <a:pPr algn="l" hangingPunct="1"/>
            <a:r>
              <a:rPr lang="en-AU" sz="1400" i="1">
                <a:hlinkClick r:id="rId5">
                  <a:extLst>
                    <a:ext uri="{A12FA001-AC4F-418D-AE19-62706E023703}">
                      <ahyp:hlinkClr xmlns:ahyp="http://schemas.microsoft.com/office/drawing/2018/hyperlinkcolor" val="tx"/>
                    </a:ext>
                  </a:extLst>
                </a:hlinkClick>
              </a:rPr>
              <a:t>2. https://github.com/danielc088/ZZSC9020-group-A/blob/main/data/NSW/temperature_nsw.csv.zip</a:t>
            </a:r>
            <a:endParaRPr lang="en-AU" sz="1400" i="1"/>
          </a:p>
          <a:p>
            <a:pPr algn="l" hangingPunct="1"/>
            <a:r>
              <a:rPr lang="en-AU" sz="1400" i="1">
                <a:hlinkClick r:id="rId6">
                  <a:extLst>
                    <a:ext uri="{A12FA001-AC4F-418D-AE19-62706E023703}">
                      <ahyp:hlinkClr xmlns:ahyp="http://schemas.microsoft.com/office/drawing/2018/hyperlinkcolor" val="tx"/>
                    </a:ext>
                  </a:extLst>
                </a:hlinkClick>
              </a:rPr>
              <a:t>3. https://github.com/danielc088/ZZSC9020-group-A/tree/main/data/NSW</a:t>
            </a:r>
            <a:endParaRPr lang="en-AU" sz="1400" i="1"/>
          </a:p>
          <a:p>
            <a:pPr algn="l" hangingPunct="1"/>
            <a:r>
              <a:rPr lang="en-AU" sz="1400" i="1">
                <a:hlinkClick r:id="rId7">
                  <a:extLst>
                    <a:ext uri="{A12FA001-AC4F-418D-AE19-62706E023703}">
                      <ahyp:hlinkClr xmlns:ahyp="http://schemas.microsoft.com/office/drawing/2018/hyperlinkcolor" val="tx"/>
                    </a:ext>
                  </a:extLst>
                </a:hlinkClick>
              </a:rPr>
              <a:t>4. https://github.com/danielc088/ZZSC9020-group-A/blob/main/data/NSW/solar_radiation_bankstown_66137.csv</a:t>
            </a:r>
            <a:endParaRPr lang="en-AU" sz="1400" i="1"/>
          </a:p>
          <a:p>
            <a:pPr algn="l" hangingPunct="1"/>
            <a:r>
              <a:rPr lang="en-AU" sz="1400" i="1">
                <a:hlinkClick r:id="rId8">
                  <a:extLst>
                    <a:ext uri="{A12FA001-AC4F-418D-AE19-62706E023703}">
                      <ahyp:hlinkClr xmlns:ahyp="http://schemas.microsoft.com/office/drawing/2018/hyperlinkcolor" val="tx"/>
                    </a:ext>
                  </a:extLst>
                </a:hlinkClick>
              </a:rPr>
              <a:t>5. https://github.com/danielc088/ZZSC9020-group-A/blob/main/src/data_joined.ipynb</a:t>
            </a:r>
            <a:endParaRPr lang="en-AU" sz="1400" i="1"/>
          </a:p>
          <a:p>
            <a:pPr algn="l" hangingPunct="1"/>
            <a:r>
              <a:rPr lang="en-AU" sz="1400" i="1">
                <a:hlinkClick r:id="rId9">
                  <a:extLst>
                    <a:ext uri="{A12FA001-AC4F-418D-AE19-62706E023703}">
                      <ahyp:hlinkClr xmlns:ahyp="http://schemas.microsoft.com/office/drawing/2018/hyperlinkcolor" val="tx"/>
                    </a:ext>
                  </a:extLst>
                </a:hlinkClick>
              </a:rPr>
              <a:t>6. https://github.com/danielc088/ZZSC9020-group-A/blob/main/src/data_cleaning.ipynb</a:t>
            </a:r>
            <a:endParaRPr lang="en-AU" sz="1400" i="1"/>
          </a:p>
          <a:p>
            <a:pPr algn="l" hangingPunct="1"/>
            <a:r>
              <a:rPr lang="en-AU" sz="1400" i="1">
                <a:hlinkClick r:id="rId10">
                  <a:extLst>
                    <a:ext uri="{A12FA001-AC4F-418D-AE19-62706E023703}">
                      <ahyp:hlinkClr xmlns:ahyp="http://schemas.microsoft.com/office/drawing/2018/hyperlinkcolor" val="tx"/>
                    </a:ext>
                  </a:extLst>
                </a:hlinkClick>
              </a:rPr>
              <a:t>7. https://github.com/danielc088/ZZSC9020-group-A/blob/main/data/NSW/nsw_cleaned.csv</a:t>
            </a:r>
            <a:r>
              <a:rPr lang="en-AU" sz="1400" i="1"/>
              <a:t> </a:t>
            </a:r>
          </a:p>
          <a:p>
            <a:pPr algn="l" hangingPunct="1"/>
            <a:endParaRPr lang="en-US" sz="1400" i="1"/>
          </a:p>
        </p:txBody>
      </p:sp>
      <p:grpSp>
        <p:nvGrpSpPr>
          <p:cNvPr id="24" name="Group 23">
            <a:extLst>
              <a:ext uri="{FF2B5EF4-FFF2-40B4-BE49-F238E27FC236}">
                <a16:creationId xmlns:a16="http://schemas.microsoft.com/office/drawing/2014/main" id="{636E8408-2BAF-15E0-F1CE-7A0D88D83508}"/>
              </a:ext>
            </a:extLst>
          </p:cNvPr>
          <p:cNvGrpSpPr/>
          <p:nvPr/>
        </p:nvGrpSpPr>
        <p:grpSpPr>
          <a:xfrm>
            <a:off x="7983321" y="3116421"/>
            <a:ext cx="756000" cy="756000"/>
            <a:chOff x="1302693" y="2464017"/>
            <a:chExt cx="756000" cy="756000"/>
          </a:xfrm>
        </p:grpSpPr>
        <p:sp>
          <p:nvSpPr>
            <p:cNvPr id="25" name="Oval 24">
              <a:extLst>
                <a:ext uri="{FF2B5EF4-FFF2-40B4-BE49-F238E27FC236}">
                  <a16:creationId xmlns:a16="http://schemas.microsoft.com/office/drawing/2014/main" id="{D67A0F0D-DD02-DD27-A4EA-6AC2D648AB29}"/>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26" name="Graphic 25" descr="Radio microphone with solid fill">
              <a:extLst>
                <a:ext uri="{FF2B5EF4-FFF2-40B4-BE49-F238E27FC236}">
                  <a16:creationId xmlns:a16="http://schemas.microsoft.com/office/drawing/2014/main" id="{76DD3DB2-CAAB-4859-2386-85A37CCFB56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92693" y="2554017"/>
              <a:ext cx="576000" cy="576000"/>
            </a:xfrm>
            <a:prstGeom prst="rect">
              <a:avLst/>
            </a:prstGeom>
          </p:spPr>
        </p:pic>
      </p:grpSp>
      <p:sp>
        <p:nvSpPr>
          <p:cNvPr id="7" name="Slide Subtitle">
            <a:extLst>
              <a:ext uri="{FF2B5EF4-FFF2-40B4-BE49-F238E27FC236}">
                <a16:creationId xmlns:a16="http://schemas.microsoft.com/office/drawing/2014/main" id="{457771E2-A59D-570F-3D18-FAA1DCDFC3CE}"/>
              </a:ext>
            </a:extLst>
          </p:cNvPr>
          <p:cNvSpPr txBox="1">
            <a:spLocks/>
          </p:cNvSpPr>
          <p:nvPr/>
        </p:nvSpPr>
        <p:spPr>
          <a:xfrm>
            <a:off x="9764528" y="3479115"/>
            <a:ext cx="3237085" cy="10885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ormAutofit/>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US" sz="4800"/>
              <a:t>Validating</a:t>
            </a:r>
          </a:p>
        </p:txBody>
      </p:sp>
    </p:spTree>
    <p:extLst>
      <p:ext uri="{BB962C8B-B14F-4D97-AF65-F5344CB8AC3E}">
        <p14:creationId xmlns:p14="http://schemas.microsoft.com/office/powerpoint/2010/main" val="387196109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2BEE7-7A71-0D86-BF5B-C9E3463636A1}"/>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F993BAB4-E72A-A953-D025-6CDD3DA11BD6}"/>
              </a:ext>
            </a:extLst>
          </p:cNvPr>
          <p:cNvSpPr/>
          <p:nvPr/>
        </p:nvSpPr>
        <p:spPr>
          <a:xfrm>
            <a:off x="15087175" y="3516612"/>
            <a:ext cx="6051600" cy="8028000"/>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sp>
        <p:nvSpPr>
          <p:cNvPr id="237" name="Designed as a Fair Test">
            <a:extLst>
              <a:ext uri="{FF2B5EF4-FFF2-40B4-BE49-F238E27FC236}">
                <a16:creationId xmlns:a16="http://schemas.microsoft.com/office/drawing/2014/main" id="{B1D8E912-DEE1-6EBE-41E7-334B509CE814}"/>
              </a:ext>
            </a:extLst>
          </p:cNvPr>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rPr lang="en-US" err="1">
                <a:gradFill flip="none">
                  <a:gsLst>
                    <a:gs pos="0">
                      <a:srgbClr val="FFFFFF"/>
                    </a:gs>
                    <a:gs pos="100000">
                      <a:srgbClr val="929292"/>
                    </a:gs>
                  </a:gsLst>
                  <a:lin ang="5400000" scaled="0"/>
                </a:gradFill>
              </a:rPr>
              <a:t>Standardised</a:t>
            </a:r>
            <a:r>
              <a:rPr lang="en-US">
                <a:gradFill flip="none">
                  <a:gsLst>
                    <a:gs pos="0">
                      <a:srgbClr val="FFFFFF"/>
                    </a:gs>
                    <a:gs pos="100000">
                      <a:srgbClr val="929292"/>
                    </a:gs>
                  </a:gsLst>
                  <a:lin ang="5400000" scaled="0"/>
                </a:gradFill>
              </a:rPr>
              <a:t> Model </a:t>
            </a:r>
            <a:r>
              <a:rPr lang="en-US" err="1">
                <a:gradFill flip="none">
                  <a:gsLst>
                    <a:gs pos="0">
                      <a:srgbClr val="FFFFFF"/>
                    </a:gs>
                    <a:gs pos="100000">
                      <a:srgbClr val="929292"/>
                    </a:gs>
                  </a:gsLst>
                  <a:lin ang="5400000" scaled="0"/>
                </a:gradFill>
              </a:rPr>
              <a:t>Evalu</a:t>
            </a:r>
            <a:r>
              <a:rPr lang="en-US">
                <a:gradFill flip="none">
                  <a:gsLst>
                    <a:gs pos="0">
                      <a:srgbClr val="FFFFFF"/>
                    </a:gs>
                    <a:gs pos="100000">
                      <a:srgbClr val="929292"/>
                    </a:gs>
                  </a:gsLst>
                  <a:lin ang="5400000" scaled="0"/>
                </a:gradFill>
              </a:rPr>
              <a:t>ation</a:t>
            </a:r>
            <a:endParaRPr lang="en-US"/>
          </a:p>
        </p:txBody>
      </p:sp>
      <p:sp>
        <p:nvSpPr>
          <p:cNvPr id="240" name="2010 - 2017">
            <a:extLst>
              <a:ext uri="{FF2B5EF4-FFF2-40B4-BE49-F238E27FC236}">
                <a16:creationId xmlns:a16="http://schemas.microsoft.com/office/drawing/2014/main" id="{B522C74B-3E39-5FFE-6C8F-41F0577FC67C}"/>
              </a:ext>
            </a:extLst>
          </p:cNvPr>
          <p:cNvSpPr/>
          <p:nvPr/>
        </p:nvSpPr>
        <p:spPr>
          <a:xfrm>
            <a:off x="1683678" y="4445608"/>
            <a:ext cx="6051600" cy="1270001"/>
          </a:xfrm>
          <a:prstGeom prst="roundRect">
            <a:avLst>
              <a:gd name="adj" fmla="val 15000"/>
            </a:avLst>
          </a:prstGeom>
          <a:solidFill>
            <a:srgbClr val="4176C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lgn="ctr" defTabSz="457200">
              <a:spcBef>
                <a:spcPts val="0"/>
              </a:spcBef>
              <a:defRPr sz="3200">
                <a:latin typeface="Myriad Set Pro Bold"/>
                <a:ea typeface="Myriad Set Pro Bold"/>
                <a:cs typeface="Myriad Set Pro Bold"/>
                <a:sym typeface="Myriad Set Pro Bold"/>
              </a:defRPr>
            </a:lvl1pPr>
          </a:lstStyle>
          <a:p>
            <a:r>
              <a:t>2010 - 2017</a:t>
            </a:r>
          </a:p>
        </p:txBody>
      </p:sp>
      <p:sp>
        <p:nvSpPr>
          <p:cNvPr id="241" name="2018">
            <a:extLst>
              <a:ext uri="{FF2B5EF4-FFF2-40B4-BE49-F238E27FC236}">
                <a16:creationId xmlns:a16="http://schemas.microsoft.com/office/drawing/2014/main" id="{EB176A09-58A6-450D-793C-405C0BE41E9E}"/>
              </a:ext>
            </a:extLst>
          </p:cNvPr>
          <p:cNvSpPr/>
          <p:nvPr/>
        </p:nvSpPr>
        <p:spPr>
          <a:xfrm>
            <a:off x="8373334" y="4468750"/>
            <a:ext cx="6051600" cy="1270001"/>
          </a:xfrm>
          <a:prstGeom prst="roundRect">
            <a:avLst>
              <a:gd name="adj" fmla="val 15000"/>
            </a:avLst>
          </a:prstGeom>
          <a:solidFill>
            <a:srgbClr val="A6C4F0"/>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lgn="ctr" defTabSz="457200">
              <a:spcBef>
                <a:spcPts val="0"/>
              </a:spcBef>
              <a:defRPr sz="3200">
                <a:latin typeface="Myriad Set Pro Bold"/>
                <a:ea typeface="Myriad Set Pro Bold"/>
                <a:cs typeface="Myriad Set Pro Bold"/>
                <a:sym typeface="Myriad Set Pro Bold"/>
              </a:defRPr>
            </a:lvl1pPr>
          </a:lstStyle>
          <a:p>
            <a:r>
              <a:t>2018</a:t>
            </a:r>
          </a:p>
        </p:txBody>
      </p:sp>
      <p:sp>
        <p:nvSpPr>
          <p:cNvPr id="242" name="2019">
            <a:extLst>
              <a:ext uri="{FF2B5EF4-FFF2-40B4-BE49-F238E27FC236}">
                <a16:creationId xmlns:a16="http://schemas.microsoft.com/office/drawing/2014/main" id="{CD44886F-AD7F-D1AC-9C07-5D5A29558B30}"/>
              </a:ext>
            </a:extLst>
          </p:cNvPr>
          <p:cNvSpPr/>
          <p:nvPr/>
        </p:nvSpPr>
        <p:spPr>
          <a:xfrm>
            <a:off x="15062989" y="4445605"/>
            <a:ext cx="6051600" cy="1270001"/>
          </a:xfrm>
          <a:prstGeom prst="roundRect">
            <a:avLst>
              <a:gd name="adj" fmla="val 15000"/>
            </a:avLst>
          </a:prstGeom>
          <a:solidFill>
            <a:srgbClr val="DB7043"/>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lgn="ctr" defTabSz="457200">
              <a:spcBef>
                <a:spcPts val="0"/>
              </a:spcBef>
              <a:defRPr sz="3200">
                <a:latin typeface="Myriad Set Pro Bold"/>
                <a:ea typeface="Myriad Set Pro Bold"/>
                <a:cs typeface="Myriad Set Pro Bold"/>
                <a:sym typeface="Myriad Set Pro Bold"/>
              </a:defRPr>
            </a:lvl1pPr>
          </a:lstStyle>
          <a:p>
            <a:r>
              <a:t>2019</a:t>
            </a:r>
          </a:p>
        </p:txBody>
      </p:sp>
      <p:pic>
        <p:nvPicPr>
          <p:cNvPr id="4" name="Camera 1" descr="A blue circle with a person&amp;#39;s face&#10;&#10;AI-generated content may be incorrect.">
            <a:extLst>
              <a:ext uri="{FF2B5EF4-FFF2-40B4-BE49-F238E27FC236}">
                <a16:creationId xmlns:a16="http://schemas.microsoft.com/office/drawing/2014/main" id="{B9C1A2BA-4F86-0AA6-251F-3DC4C59FD291}"/>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530158" y="26271"/>
            <a:ext cx="3828789" cy="3828789"/>
          </a:xfrm>
          <a:prstGeom prst="ellipse">
            <a:avLst/>
          </a:prstGeom>
          <a:ln>
            <a:noFill/>
          </a:ln>
          <a:effectLst>
            <a:outerShdw blurRad="190500" algn="tl" rotWithShape="0">
              <a:srgbClr val="000000">
                <a:alpha val="30000"/>
              </a:srgbClr>
            </a:outerShdw>
          </a:effectLst>
        </p:spPr>
      </p:pic>
      <p:sp>
        <p:nvSpPr>
          <p:cNvPr id="3" name="The Highest MAE Across All Models">
            <a:extLst>
              <a:ext uri="{FF2B5EF4-FFF2-40B4-BE49-F238E27FC236}">
                <a16:creationId xmlns:a16="http://schemas.microsoft.com/office/drawing/2014/main" id="{E27FFB31-47AC-FDBC-C354-6B26CE8950A7}"/>
              </a:ext>
            </a:extLst>
          </p:cNvPr>
          <p:cNvSpPr txBox="1">
            <a:spLocks/>
          </p:cNvSpPr>
          <p:nvPr/>
        </p:nvSpPr>
        <p:spPr>
          <a:xfrm>
            <a:off x="3738623" y="2241415"/>
            <a:ext cx="16574947" cy="101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62500" lnSpcReduction="20000"/>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AU"/>
              <a:t>To make sure the comparison was fair, every model was given the same information, tuned on 2018, and tested once on 2019, a year it had never seen</a:t>
            </a:r>
            <a:endParaRPr lang="en-US"/>
          </a:p>
        </p:txBody>
      </p:sp>
      <p:sp>
        <p:nvSpPr>
          <p:cNvPr id="5" name="Slide Subtitle">
            <a:extLst>
              <a:ext uri="{FF2B5EF4-FFF2-40B4-BE49-F238E27FC236}">
                <a16:creationId xmlns:a16="http://schemas.microsoft.com/office/drawing/2014/main" id="{AFA4EC25-5D0E-57A2-B000-A6EBBCAE7F8D}"/>
              </a:ext>
            </a:extLst>
          </p:cNvPr>
          <p:cNvSpPr txBox="1">
            <a:spLocks noGrp="1"/>
          </p:cNvSpPr>
          <p:nvPr>
            <p:ph type="body" sz="quarter" idx="21"/>
          </p:nvPr>
        </p:nvSpPr>
        <p:spPr>
          <a:xfrm>
            <a:off x="3331440" y="3515400"/>
            <a:ext cx="2692800" cy="1016000"/>
          </a:xfrm>
          <a:prstGeom prst="rect">
            <a:avLst/>
          </a:prstGeom>
        </p:spPr>
        <p:txBody>
          <a:bodyPr lIns="50800" tIns="50800" rIns="50800" bIns="50800" anchor="t">
            <a:normAutofit/>
          </a:bodyPr>
          <a:lstStyle/>
          <a:p>
            <a:r>
              <a:rPr lang="en-US" sz="4800"/>
              <a:t>Learning</a:t>
            </a:r>
          </a:p>
        </p:txBody>
      </p:sp>
      <p:sp>
        <p:nvSpPr>
          <p:cNvPr id="8" name="Slide Subtitle">
            <a:extLst>
              <a:ext uri="{FF2B5EF4-FFF2-40B4-BE49-F238E27FC236}">
                <a16:creationId xmlns:a16="http://schemas.microsoft.com/office/drawing/2014/main" id="{C6226392-68D4-579D-5F82-77F900FBE2AF}"/>
              </a:ext>
            </a:extLst>
          </p:cNvPr>
          <p:cNvSpPr txBox="1">
            <a:spLocks/>
          </p:cNvSpPr>
          <p:nvPr/>
        </p:nvSpPr>
        <p:spPr>
          <a:xfrm>
            <a:off x="16742389" y="3551798"/>
            <a:ext cx="2692800" cy="101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t">
            <a:normAutofit/>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US" sz="4800"/>
              <a:t>Testing</a:t>
            </a:r>
          </a:p>
        </p:txBody>
      </p:sp>
      <p:sp>
        <p:nvSpPr>
          <p:cNvPr id="11" name="Train">
            <a:extLst>
              <a:ext uri="{FF2B5EF4-FFF2-40B4-BE49-F238E27FC236}">
                <a16:creationId xmlns:a16="http://schemas.microsoft.com/office/drawing/2014/main" id="{5DD39EF3-EF92-53EE-C2C1-6C79474D70CA}"/>
              </a:ext>
            </a:extLst>
          </p:cNvPr>
          <p:cNvSpPr txBox="1"/>
          <p:nvPr/>
        </p:nvSpPr>
        <p:spPr>
          <a:xfrm>
            <a:off x="1683678" y="5878181"/>
            <a:ext cx="6051600" cy="559640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anchor="ctr">
            <a:spAutoFit/>
          </a:bodyPr>
          <a:lstStyle>
            <a:lvl1pPr>
              <a:defRPr sz="3300">
                <a:latin typeface="Myriad Set Pro Text"/>
                <a:ea typeface="Myriad Set Pro Text"/>
                <a:cs typeface="Myriad Set Pro Text"/>
                <a:sym typeface="Myriad Set Pro Text"/>
              </a:defRPr>
            </a:lvl1pPr>
          </a:lstStyle>
          <a:p>
            <a:pPr marL="457200" lvl="0" indent="-457200">
              <a:buFont typeface="Arial" panose="020B0604020202020204" pitchFamily="34" charset="0"/>
              <a:buChar char="•"/>
            </a:pPr>
            <a:r>
              <a:rPr lang="en-AU"/>
              <a:t>Learned from eight years of past demand</a:t>
            </a:r>
          </a:p>
          <a:p>
            <a:pPr marL="457200" lvl="0" indent="-457200">
              <a:buFont typeface="Arial" panose="020B0604020202020204" pitchFamily="34" charset="0"/>
              <a:buChar char="•"/>
            </a:pPr>
            <a:r>
              <a:rPr lang="en-AU"/>
              <a:t>Used yesterday's demand and weather to predict today’s</a:t>
            </a:r>
          </a:p>
          <a:p>
            <a:pPr marL="457200" lvl="0" indent="-457200">
              <a:buFont typeface="Arial" panose="020B0604020202020204" pitchFamily="34" charset="0"/>
              <a:buChar char="•"/>
            </a:pPr>
            <a:r>
              <a:rPr lang="en-AU"/>
              <a:t>Added the time of day, day of week, public holidays and school terms</a:t>
            </a:r>
          </a:p>
          <a:p>
            <a:pPr marL="457200" lvl="0" indent="-457200">
              <a:buFont typeface="Arial" panose="020B0604020202020204" pitchFamily="34" charset="0"/>
              <a:buChar char="•"/>
            </a:pPr>
            <a:r>
              <a:rPr lang="en-AU"/>
              <a:t>Gave every model exactly the same information</a:t>
            </a:r>
          </a:p>
        </p:txBody>
      </p:sp>
      <p:sp>
        <p:nvSpPr>
          <p:cNvPr id="13" name="Train">
            <a:extLst>
              <a:ext uri="{FF2B5EF4-FFF2-40B4-BE49-F238E27FC236}">
                <a16:creationId xmlns:a16="http://schemas.microsoft.com/office/drawing/2014/main" id="{2DD61555-23A3-A1FD-9A50-5D36DB21A64C}"/>
              </a:ext>
            </a:extLst>
          </p:cNvPr>
          <p:cNvSpPr txBox="1"/>
          <p:nvPr/>
        </p:nvSpPr>
        <p:spPr>
          <a:xfrm>
            <a:off x="8373334" y="5080605"/>
            <a:ext cx="6051600" cy="52886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a:defRPr sz="3300">
                <a:latin typeface="Myriad Set Pro Text"/>
                <a:ea typeface="Myriad Set Pro Text"/>
                <a:cs typeface="Myriad Set Pro Text"/>
                <a:sym typeface="Myriad Set Pro Text"/>
              </a:defRPr>
            </a:lvl1pPr>
          </a:lstStyle>
          <a:p>
            <a:pPr marL="457200" lvl="0" indent="-457200">
              <a:buFont typeface="Arial" panose="020B0604020202020204" pitchFamily="34" charset="0"/>
              <a:buChar char="•"/>
            </a:pPr>
            <a:r>
              <a:rPr lang="en-AU"/>
              <a:t>Tried different settings for each model</a:t>
            </a:r>
          </a:p>
          <a:p>
            <a:pPr marL="457200" lvl="0" indent="-457200">
              <a:buFont typeface="Arial" panose="020B0604020202020204" pitchFamily="34" charset="0"/>
              <a:buChar char="•"/>
            </a:pPr>
            <a:r>
              <a:rPr lang="en-AU"/>
              <a:t>Kept the version that forecast 2018 best</a:t>
            </a:r>
          </a:p>
          <a:p>
            <a:pPr marL="457200" lvl="0" indent="-457200">
              <a:buFont typeface="Arial" panose="020B0604020202020204" pitchFamily="34" charset="0"/>
              <a:buChar char="•"/>
            </a:pPr>
            <a:r>
              <a:rPr lang="en-AU"/>
              <a:t>Checked it wasn't just memorising the past</a:t>
            </a:r>
          </a:p>
        </p:txBody>
      </p:sp>
      <p:sp>
        <p:nvSpPr>
          <p:cNvPr id="15" name="Train">
            <a:extLst>
              <a:ext uri="{FF2B5EF4-FFF2-40B4-BE49-F238E27FC236}">
                <a16:creationId xmlns:a16="http://schemas.microsoft.com/office/drawing/2014/main" id="{70D0F213-2994-3BC5-038A-E5BB7D32D24C}"/>
              </a:ext>
            </a:extLst>
          </p:cNvPr>
          <p:cNvSpPr txBox="1"/>
          <p:nvPr/>
        </p:nvSpPr>
        <p:spPr>
          <a:xfrm>
            <a:off x="15062989" y="5877843"/>
            <a:ext cx="6051600" cy="427296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anchor="ctr">
            <a:spAutoFit/>
          </a:bodyPr>
          <a:lstStyle>
            <a:lvl1pPr>
              <a:defRPr sz="3300">
                <a:latin typeface="Myriad Set Pro Text"/>
                <a:ea typeface="Myriad Set Pro Text"/>
                <a:cs typeface="Myriad Set Pro Text"/>
                <a:sym typeface="Myriad Set Pro Text"/>
              </a:defRPr>
            </a:lvl1pPr>
          </a:lstStyle>
          <a:p>
            <a:pPr marL="457200" lvl="0" indent="-457200">
              <a:buFont typeface="Arial" panose="020B0604020202020204" pitchFamily="34" charset="0"/>
              <a:buChar char="•"/>
            </a:pPr>
            <a:r>
              <a:rPr lang="en-AU"/>
              <a:t>Tested each model once on a year it had never seen</a:t>
            </a:r>
          </a:p>
          <a:p>
            <a:pPr marL="457200" lvl="0" indent="-457200">
              <a:buFont typeface="Arial" panose="020B0604020202020204" pitchFamily="34" charset="0"/>
              <a:buChar char="•"/>
            </a:pPr>
            <a:r>
              <a:rPr lang="en-AU"/>
              <a:t>Compared every model's forecasts with what actually happened</a:t>
            </a:r>
            <a:r>
              <a:rPr lang="en-AU" baseline="30000"/>
              <a:t>1</a:t>
            </a:r>
            <a:endParaRPr lang="en-AU"/>
          </a:p>
          <a:p>
            <a:pPr marL="457200" lvl="0" indent="-457200">
              <a:buFont typeface="Arial" panose="020B0604020202020204" pitchFamily="34" charset="0"/>
              <a:buChar char="•"/>
            </a:pPr>
            <a:r>
              <a:rPr lang="en-AU"/>
              <a:t>Checked how each performed by season and temperature</a:t>
            </a:r>
          </a:p>
        </p:txBody>
      </p:sp>
      <p:sp>
        <p:nvSpPr>
          <p:cNvPr id="19" name="The Highest MAE Across All Models">
            <a:extLst>
              <a:ext uri="{FF2B5EF4-FFF2-40B4-BE49-F238E27FC236}">
                <a16:creationId xmlns:a16="http://schemas.microsoft.com/office/drawing/2014/main" id="{716E269A-CB43-EFA9-9498-D1A16B6A00CF}"/>
              </a:ext>
            </a:extLst>
          </p:cNvPr>
          <p:cNvSpPr txBox="1">
            <a:spLocks/>
          </p:cNvSpPr>
          <p:nvPr/>
        </p:nvSpPr>
        <p:spPr>
          <a:xfrm>
            <a:off x="1867921" y="11778326"/>
            <a:ext cx="20316349" cy="148401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Autofit/>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algn="l" hangingPunct="1"/>
            <a:r>
              <a:rPr lang="en-US" sz="1400" i="1"/>
              <a:t>Sources:</a:t>
            </a:r>
          </a:p>
          <a:p>
            <a:pPr algn="l" hangingPunct="1"/>
            <a:r>
              <a:rPr lang="en-AU" sz="1400" i="1">
                <a:hlinkClick r:id="rId4">
                  <a:extLst>
                    <a:ext uri="{A12FA001-AC4F-418D-AE19-62706E023703}">
                      <ahyp:hlinkClr xmlns:ahyp="http://schemas.microsoft.com/office/drawing/2018/hyperlinkcolor" val="tx"/>
                    </a:ext>
                  </a:extLst>
                </a:hlinkClick>
              </a:rPr>
              <a:t>1. https://github.com/danielc088/ZZSC9020-group-A/blob/main/data/NSW/totaldemand_nsw.csv.zip</a:t>
            </a:r>
            <a:endParaRPr lang="en-AU" sz="1400" i="1"/>
          </a:p>
          <a:p>
            <a:pPr algn="l" hangingPunct="1"/>
            <a:r>
              <a:rPr lang="en-AU" sz="1400" i="1">
                <a:hlinkClick r:id="rId5">
                  <a:extLst>
                    <a:ext uri="{A12FA001-AC4F-418D-AE19-62706E023703}">
                      <ahyp:hlinkClr xmlns:ahyp="http://schemas.microsoft.com/office/drawing/2018/hyperlinkcolor" val="tx"/>
                    </a:ext>
                  </a:extLst>
                </a:hlinkClick>
              </a:rPr>
              <a:t>2. https://github.com/danielc088/ZZSC9020-group-A/blob/main/data/NSW/temperature_nsw.csv.zip</a:t>
            </a:r>
            <a:endParaRPr lang="en-AU" sz="1400" i="1"/>
          </a:p>
          <a:p>
            <a:pPr algn="l" hangingPunct="1"/>
            <a:r>
              <a:rPr lang="en-AU" sz="1400" i="1">
                <a:hlinkClick r:id="rId6">
                  <a:extLst>
                    <a:ext uri="{A12FA001-AC4F-418D-AE19-62706E023703}">
                      <ahyp:hlinkClr xmlns:ahyp="http://schemas.microsoft.com/office/drawing/2018/hyperlinkcolor" val="tx"/>
                    </a:ext>
                  </a:extLst>
                </a:hlinkClick>
              </a:rPr>
              <a:t>3. https://github.com/danielc088/ZZSC9020-group-A/tree/main/data/NSW</a:t>
            </a:r>
            <a:endParaRPr lang="en-AU" sz="1400" i="1"/>
          </a:p>
          <a:p>
            <a:pPr algn="l" hangingPunct="1"/>
            <a:r>
              <a:rPr lang="en-AU" sz="1400" i="1">
                <a:hlinkClick r:id="rId7">
                  <a:extLst>
                    <a:ext uri="{A12FA001-AC4F-418D-AE19-62706E023703}">
                      <ahyp:hlinkClr xmlns:ahyp="http://schemas.microsoft.com/office/drawing/2018/hyperlinkcolor" val="tx"/>
                    </a:ext>
                  </a:extLst>
                </a:hlinkClick>
              </a:rPr>
              <a:t>4. https://github.com/danielc088/ZZSC9020-group-A/blob/main/data/NSW/solar_radiation_bankstown_66137.csv</a:t>
            </a:r>
            <a:endParaRPr lang="en-AU" sz="1400" i="1"/>
          </a:p>
          <a:p>
            <a:pPr algn="l" hangingPunct="1"/>
            <a:r>
              <a:rPr lang="en-AU" sz="1400" i="1">
                <a:hlinkClick r:id="rId8">
                  <a:extLst>
                    <a:ext uri="{A12FA001-AC4F-418D-AE19-62706E023703}">
                      <ahyp:hlinkClr xmlns:ahyp="http://schemas.microsoft.com/office/drawing/2018/hyperlinkcolor" val="tx"/>
                    </a:ext>
                  </a:extLst>
                </a:hlinkClick>
              </a:rPr>
              <a:t>5. https://github.com/danielc088/ZZSC9020-group-A/blob/main/src/data_joined.ipynb</a:t>
            </a:r>
            <a:endParaRPr lang="en-AU" sz="1400" i="1"/>
          </a:p>
          <a:p>
            <a:pPr algn="l" hangingPunct="1"/>
            <a:r>
              <a:rPr lang="en-AU" sz="1400" i="1">
                <a:hlinkClick r:id="rId9">
                  <a:extLst>
                    <a:ext uri="{A12FA001-AC4F-418D-AE19-62706E023703}">
                      <ahyp:hlinkClr xmlns:ahyp="http://schemas.microsoft.com/office/drawing/2018/hyperlinkcolor" val="tx"/>
                    </a:ext>
                  </a:extLst>
                </a:hlinkClick>
              </a:rPr>
              <a:t>6. https://github.com/danielc088/ZZSC9020-group-A/blob/main/src/data_cleaning.ipynb</a:t>
            </a:r>
            <a:endParaRPr lang="en-AU" sz="1400" i="1"/>
          </a:p>
          <a:p>
            <a:pPr algn="l" hangingPunct="1"/>
            <a:r>
              <a:rPr lang="en-AU" sz="1400" i="1">
                <a:hlinkClick r:id="rId10">
                  <a:extLst>
                    <a:ext uri="{A12FA001-AC4F-418D-AE19-62706E023703}">
                      <ahyp:hlinkClr xmlns:ahyp="http://schemas.microsoft.com/office/drawing/2018/hyperlinkcolor" val="tx"/>
                    </a:ext>
                  </a:extLst>
                </a:hlinkClick>
              </a:rPr>
              <a:t>7. https://github.com/danielc088/ZZSC9020-group-A/blob/main/data/NSW/nsw_cleaned.csv</a:t>
            </a:r>
            <a:r>
              <a:rPr lang="en-AU" sz="1400" i="1"/>
              <a:t> </a:t>
            </a:r>
          </a:p>
          <a:p>
            <a:pPr algn="l" hangingPunct="1"/>
            <a:endParaRPr lang="en-US" sz="1400" i="1"/>
          </a:p>
        </p:txBody>
      </p:sp>
      <p:grpSp>
        <p:nvGrpSpPr>
          <p:cNvPr id="24" name="Group 23">
            <a:extLst>
              <a:ext uri="{FF2B5EF4-FFF2-40B4-BE49-F238E27FC236}">
                <a16:creationId xmlns:a16="http://schemas.microsoft.com/office/drawing/2014/main" id="{A28E9C74-7FBA-CAB5-7E71-A58B222E42A5}"/>
              </a:ext>
            </a:extLst>
          </p:cNvPr>
          <p:cNvGrpSpPr/>
          <p:nvPr/>
        </p:nvGrpSpPr>
        <p:grpSpPr>
          <a:xfrm>
            <a:off x="14673497" y="3116421"/>
            <a:ext cx="756000" cy="756000"/>
            <a:chOff x="1302693" y="2464017"/>
            <a:chExt cx="756000" cy="756000"/>
          </a:xfrm>
        </p:grpSpPr>
        <p:sp>
          <p:nvSpPr>
            <p:cNvPr id="25" name="Oval 24">
              <a:extLst>
                <a:ext uri="{FF2B5EF4-FFF2-40B4-BE49-F238E27FC236}">
                  <a16:creationId xmlns:a16="http://schemas.microsoft.com/office/drawing/2014/main" id="{4F0AD398-6619-33DA-AF48-0BCD02F46554}"/>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26" name="Graphic 25" descr="Radio microphone with solid fill">
              <a:extLst>
                <a:ext uri="{FF2B5EF4-FFF2-40B4-BE49-F238E27FC236}">
                  <a16:creationId xmlns:a16="http://schemas.microsoft.com/office/drawing/2014/main" id="{25BDF4D9-FFA6-B73B-9D37-FB9E1E03943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92693" y="2554017"/>
              <a:ext cx="576000" cy="576000"/>
            </a:xfrm>
            <a:prstGeom prst="rect">
              <a:avLst/>
            </a:prstGeom>
          </p:spPr>
        </p:pic>
      </p:grpSp>
      <p:sp>
        <p:nvSpPr>
          <p:cNvPr id="7" name="Slide Subtitle">
            <a:extLst>
              <a:ext uri="{FF2B5EF4-FFF2-40B4-BE49-F238E27FC236}">
                <a16:creationId xmlns:a16="http://schemas.microsoft.com/office/drawing/2014/main" id="{E0461730-A886-6CCF-71F5-456E76EEE1C9}"/>
              </a:ext>
            </a:extLst>
          </p:cNvPr>
          <p:cNvSpPr txBox="1">
            <a:spLocks/>
          </p:cNvSpPr>
          <p:nvPr/>
        </p:nvSpPr>
        <p:spPr>
          <a:xfrm>
            <a:off x="9764528" y="3479115"/>
            <a:ext cx="3237085" cy="108857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t">
            <a:normAutofit/>
          </a:bodyPr>
          <a:lstStyle>
            <a:lvl1pPr marL="0" marR="0" indent="0" algn="ctr" defTabSz="825500" rtl="0" latinLnBrk="0">
              <a:lnSpc>
                <a:spcPct val="100000"/>
              </a:lnSpc>
              <a:spcBef>
                <a:spcPts val="0"/>
              </a:spcBef>
              <a:spcAft>
                <a:spcPts val="0"/>
              </a:spcAft>
              <a:buClrTx/>
              <a:buSzTx/>
              <a:buFontTx/>
              <a:buNone/>
              <a:tabLst/>
              <a:defRPr sz="5400" b="0" i="0" u="none" strike="noStrike" cap="none" spc="0" baseline="0">
                <a:solidFill>
                  <a:srgbClr val="D5D5D5"/>
                </a:solidFill>
                <a:uFillTx/>
                <a:latin typeface="Graphik-Medium"/>
                <a:ea typeface="Graphik-Medium"/>
                <a:cs typeface="Graphik-Medium"/>
                <a:sym typeface="Graphik Medium"/>
              </a:defRPr>
            </a:lvl1pPr>
            <a:lvl2pPr marL="1117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2pPr>
            <a:lvl3pPr marL="1676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3pPr>
            <a:lvl4pPr marL="2235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4pPr>
            <a:lvl5pPr marL="27940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5pPr>
            <a:lvl6pPr marL="33528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6pPr>
            <a:lvl7pPr marL="39116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7pPr>
            <a:lvl8pPr marL="44704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8pPr>
            <a:lvl9pPr marL="5029200" marR="0" indent="-558800" algn="l" defTabSz="2438400" rtl="0" latinLnBrk="0">
              <a:lnSpc>
                <a:spcPct val="100000"/>
              </a:lnSpc>
              <a:spcBef>
                <a:spcPts val="2400"/>
              </a:spcBef>
              <a:spcAft>
                <a:spcPts val="0"/>
              </a:spcAft>
              <a:buClr>
                <a:srgbClr val="FFFFFF"/>
              </a:buClr>
              <a:buSzPct val="100000"/>
              <a:buFontTx/>
              <a:buChar char="•"/>
              <a:tabLst/>
              <a:defRPr sz="4800" b="0" i="0" u="none" strike="noStrike" cap="none" spc="0" baseline="0">
                <a:solidFill>
                  <a:srgbClr val="FFFFFF"/>
                </a:solidFill>
                <a:uFillTx/>
                <a:latin typeface="Graphik"/>
                <a:ea typeface="Graphik"/>
                <a:cs typeface="Graphik"/>
                <a:sym typeface="Graphik"/>
              </a:defRPr>
            </a:lvl9pPr>
          </a:lstStyle>
          <a:p>
            <a:pPr hangingPunct="1"/>
            <a:r>
              <a:rPr lang="en-US" sz="4800"/>
              <a:t>Validating</a:t>
            </a:r>
          </a:p>
        </p:txBody>
      </p:sp>
    </p:spTree>
    <p:extLst>
      <p:ext uri="{BB962C8B-B14F-4D97-AF65-F5344CB8AC3E}">
        <p14:creationId xmlns:p14="http://schemas.microsoft.com/office/powerpoint/2010/main" val="151066663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4. Findings"/>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t>4. Findings</a:t>
            </a:r>
          </a:p>
        </p:txBody>
      </p:sp>
      <p:sp>
        <p:nvSpPr>
          <p:cNvPr id="250" name="by Swapnil"/>
          <p:cNvSpPr txBox="1"/>
          <p:nvPr/>
        </p:nvSpPr>
        <p:spPr>
          <a:xfrm>
            <a:off x="7160885" y="7516724"/>
            <a:ext cx="9652001" cy="15494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rmAutofit/>
          </a:bodyPr>
          <a:lstStyle>
            <a:lvl1pPr algn="ctr" defTabSz="825500">
              <a:lnSpc>
                <a:spcPct val="80000"/>
              </a:lnSpc>
              <a:spcBef>
                <a:spcPts val="0"/>
              </a:spcBef>
              <a:defRPr sz="8400" spc="-252">
                <a:gradFill flip="none" rotWithShape="1">
                  <a:gsLst>
                    <a:gs pos="0">
                      <a:srgbClr val="FFFFFF"/>
                    </a:gs>
                    <a:gs pos="100000">
                      <a:srgbClr val="929292"/>
                    </a:gs>
                  </a:gsLst>
                  <a:lin ang="5400000" scaled="0"/>
                </a:gradFill>
                <a:latin typeface="Myriad Set Pro Bold"/>
                <a:ea typeface="Myriad Set Pro Bold"/>
                <a:cs typeface="Myriad Set Pro Bold"/>
                <a:sym typeface="Myriad Set Pro Bold"/>
              </a:defRPr>
            </a:lvl1pPr>
          </a:lstStyle>
          <a:p>
            <a:r>
              <a:rPr>
                <a:gradFill flip="none">
                  <a:gsLst>
                    <a:gs pos="0">
                      <a:srgbClr val="FFFFFF"/>
                    </a:gs>
                    <a:gs pos="100000">
                      <a:srgbClr val="929292"/>
                    </a:gs>
                  </a:gsLst>
                  <a:lin ang="5400000" scaled="0"/>
                </a:gradFill>
              </a:rPr>
              <a:t>by </a:t>
            </a:r>
            <a:r>
              <a:rPr lang="en-GB">
                <a:gradFill flip="none">
                  <a:gsLst>
                    <a:gs pos="0">
                      <a:srgbClr val="FFFFFF"/>
                    </a:gs>
                    <a:gs pos="100000">
                      <a:srgbClr val="929292"/>
                    </a:gs>
                  </a:gsLst>
                  <a:lin ang="5400000" scaled="0"/>
                </a:gradFill>
              </a:rPr>
              <a:t>Faiza</a:t>
            </a:r>
            <a:endParaRPr/>
          </a:p>
        </p:txBody>
      </p:sp>
      <p:sp>
        <p:nvSpPr>
          <p:cNvPr id="4" name="Rectangle 3">
            <a:extLst>
              <a:ext uri="{FF2B5EF4-FFF2-40B4-BE49-F238E27FC236}">
                <a16:creationId xmlns:a16="http://schemas.microsoft.com/office/drawing/2014/main" id="{961FFBE0-0864-4C13-9A95-B9746FDA3C71}"/>
              </a:ext>
            </a:extLst>
          </p:cNvPr>
          <p:cNvSpPr/>
          <p:nvPr/>
        </p:nvSpPr>
        <p:spPr>
          <a:xfrm>
            <a:off x="1069955" y="8265172"/>
            <a:ext cx="4705468" cy="4380960"/>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grpSp>
        <p:nvGrpSpPr>
          <p:cNvPr id="8" name="Group 7">
            <a:extLst>
              <a:ext uri="{FF2B5EF4-FFF2-40B4-BE49-F238E27FC236}">
                <a16:creationId xmlns:a16="http://schemas.microsoft.com/office/drawing/2014/main" id="{9566F28D-9F66-5A63-F0CA-B31FCF231141}"/>
              </a:ext>
            </a:extLst>
          </p:cNvPr>
          <p:cNvGrpSpPr/>
          <p:nvPr/>
        </p:nvGrpSpPr>
        <p:grpSpPr>
          <a:xfrm>
            <a:off x="781563" y="7905408"/>
            <a:ext cx="756000" cy="756000"/>
            <a:chOff x="1302693" y="2464017"/>
            <a:chExt cx="756000" cy="756000"/>
          </a:xfrm>
        </p:grpSpPr>
        <p:sp>
          <p:nvSpPr>
            <p:cNvPr id="6" name="Oval 5">
              <a:extLst>
                <a:ext uri="{FF2B5EF4-FFF2-40B4-BE49-F238E27FC236}">
                  <a16:creationId xmlns:a16="http://schemas.microsoft.com/office/drawing/2014/main" id="{3E8927AC-9BFF-B8EF-C06C-8088C23B2B30}"/>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7" name="Graphic 6" descr="Radio microphone with solid fill">
              <a:extLst>
                <a:ext uri="{FF2B5EF4-FFF2-40B4-BE49-F238E27FC236}">
                  <a16:creationId xmlns:a16="http://schemas.microsoft.com/office/drawing/2014/main" id="{D7097EB1-25EB-85B8-4EF3-62B502E5049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92693" y="2554017"/>
              <a:ext cx="576000" cy="576000"/>
            </a:xfrm>
            <a:prstGeom prst="rect">
              <a:avLst/>
            </a:prstGeom>
          </p:spPr>
        </p:pic>
      </p:grpSp>
      <p:pic>
        <p:nvPicPr>
          <p:cNvPr id="3" name="Camera 2">
            <a:extLst>
              <a:ext uri="{FF2B5EF4-FFF2-40B4-BE49-F238E27FC236}">
                <a16:creationId xmlns:a16="http://schemas.microsoft.com/office/drawing/2014/main" id="{2FADFDC7-7864-3909-9D63-FD0ADB5DAC82}"/>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18120682" y="157641"/>
            <a:ext cx="6263318" cy="6263318"/>
          </a:xfrm>
          <a:prstGeom prst="ellipse">
            <a:avLst/>
          </a:prstGeom>
          <a:ln>
            <a:noFill/>
          </a:ln>
          <a:effectLst>
            <a:outerShdw blurRad="190500" algn="tl" rotWithShape="0">
              <a:srgbClr val="000000">
                <a:alpha val="30000"/>
              </a:srgbClr>
            </a:outerShdw>
          </a:effectLst>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BE3D6-4224-6D87-235D-B1EC502788CC}"/>
            </a:ext>
          </a:extLst>
        </p:cNvPr>
        <p:cNvGrpSpPr/>
        <p:nvPr/>
      </p:nvGrpSpPr>
      <p:grpSpPr>
        <a:xfrm>
          <a:off x="0" y="0"/>
          <a:ext cx="0" cy="0"/>
          <a:chOff x="0" y="0"/>
          <a:chExt cx="0" cy="0"/>
        </a:xfrm>
      </p:grpSpPr>
      <p:sp>
        <p:nvSpPr>
          <p:cNvPr id="252" name="Finding #1: Seasonal Rhythm">
            <a:extLst>
              <a:ext uri="{FF2B5EF4-FFF2-40B4-BE49-F238E27FC236}">
                <a16:creationId xmlns:a16="http://schemas.microsoft.com/office/drawing/2014/main" id="{3C2DBD8A-24F4-D34D-2084-8D8842D4D4C1}"/>
              </a:ext>
            </a:extLst>
          </p:cNvPr>
          <p:cNvSpPr txBox="1">
            <a:spLocks noGrp="1"/>
          </p:cNvSpPr>
          <p:nvPr>
            <p:ph type="title"/>
          </p:nvPr>
        </p:nvSpPr>
        <p:spPr>
          <a:xfrm>
            <a:off x="677122" y="516361"/>
            <a:ext cx="21844000" cy="1557437"/>
          </a:xfrm>
          <a:prstGeom prst="rect">
            <a:avLst/>
          </a:prstGeom>
        </p:spPr>
        <p:txBody>
          <a:bodyPr/>
          <a:lstStyle>
            <a:lvl1pPr>
              <a:defRPr>
                <a:latin typeface="Myriad Set Pro Bold"/>
                <a:ea typeface="Myriad Set Pro Bold"/>
                <a:cs typeface="Myriad Set Pro Bold"/>
                <a:sym typeface="Myriad Set Pro Bold"/>
              </a:defRPr>
            </a:lvl1pPr>
          </a:lstStyle>
          <a:p>
            <a:r>
              <a:rPr lang="en-US" sz="7200" b="1">
                <a:gradFill flip="none">
                  <a:gsLst>
                    <a:gs pos="0">
                      <a:srgbClr val="FFFFFF"/>
                    </a:gs>
                    <a:gs pos="100000">
                      <a:srgbClr val="929292"/>
                    </a:gs>
                  </a:gsLst>
                  <a:lin ang="5400000" scaled="0"/>
                </a:gradFill>
              </a:rPr>
              <a:t>Finding #1: Seasonal Demand Patterns </a:t>
            </a:r>
          </a:p>
        </p:txBody>
      </p:sp>
      <p:sp>
        <p:nvSpPr>
          <p:cNvPr id="253" name="Slide Subtitle">
            <a:extLst>
              <a:ext uri="{FF2B5EF4-FFF2-40B4-BE49-F238E27FC236}">
                <a16:creationId xmlns:a16="http://schemas.microsoft.com/office/drawing/2014/main" id="{9689390E-7D8F-2738-0FCD-751777678362}"/>
              </a:ext>
            </a:extLst>
          </p:cNvPr>
          <p:cNvSpPr txBox="1">
            <a:spLocks noGrp="1"/>
          </p:cNvSpPr>
          <p:nvPr>
            <p:ph type="body" idx="21"/>
          </p:nvPr>
        </p:nvSpPr>
        <p:spPr>
          <a:xfrm>
            <a:off x="896031" y="2071203"/>
            <a:ext cx="21844000" cy="1016000"/>
          </a:xfrm>
          <a:prstGeom prst="rect">
            <a:avLst/>
          </a:prstGeom>
        </p:spPr>
        <p:txBody>
          <a:bodyPr lIns="50800" tIns="50800" rIns="50800" bIns="50800" anchor="t">
            <a:normAutofit/>
          </a:bodyPr>
          <a:lstStyle/>
          <a:p>
            <a:r>
              <a:rPr lang="en-US"/>
              <a:t>Winter Has the Highest Average Demand </a:t>
            </a:r>
          </a:p>
        </p:txBody>
      </p:sp>
      <p:pic>
        <p:nvPicPr>
          <p:cNvPr id="2" name="Picture 1">
            <a:extLst>
              <a:ext uri="{FF2B5EF4-FFF2-40B4-BE49-F238E27FC236}">
                <a16:creationId xmlns:a16="http://schemas.microsoft.com/office/drawing/2014/main" id="{E8A7BC5A-1CA6-3FCD-BCC5-FF16B9FA9591}"/>
              </a:ext>
            </a:extLst>
          </p:cNvPr>
          <p:cNvPicPr>
            <a:picLocks noChangeAspect="1"/>
          </p:cNvPicPr>
          <p:nvPr/>
        </p:nvPicPr>
        <p:blipFill>
          <a:blip r:embed="rId3"/>
          <a:stretch>
            <a:fillRect/>
          </a:stretch>
        </p:blipFill>
        <p:spPr>
          <a:xfrm>
            <a:off x="1063374" y="3461307"/>
            <a:ext cx="14915354" cy="6771908"/>
          </a:xfrm>
          <a:prstGeom prst="rect">
            <a:avLst/>
          </a:prstGeom>
        </p:spPr>
      </p:pic>
      <p:sp>
        <p:nvSpPr>
          <p:cNvPr id="6" name="TextBox 5">
            <a:extLst>
              <a:ext uri="{FF2B5EF4-FFF2-40B4-BE49-F238E27FC236}">
                <a16:creationId xmlns:a16="http://schemas.microsoft.com/office/drawing/2014/main" id="{076AACED-A17D-D22B-1BC7-604F2954856B}"/>
              </a:ext>
            </a:extLst>
          </p:cNvPr>
          <p:cNvSpPr txBox="1"/>
          <p:nvPr/>
        </p:nvSpPr>
        <p:spPr>
          <a:xfrm>
            <a:off x="1138792" y="12122518"/>
            <a:ext cx="10535080"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2400"/>
              <a:t>Source: Group A report, Chapter 4, Figure 4.5, January 2010-March 2021.</a:t>
            </a:r>
            <a:endParaRPr lang="en-US" sz="2400" b="0" i="0" u="none" strike="noStrike" cap="none" spc="0" normalizeH="0" baseline="0">
              <a:ln>
                <a:noFill/>
              </a:ln>
              <a:effectLst/>
              <a:uFillTx/>
              <a:latin typeface="Graphik"/>
              <a:ea typeface="Graphik"/>
              <a:cs typeface="Graphik"/>
            </a:endParaRPr>
          </a:p>
        </p:txBody>
      </p:sp>
      <p:pic>
        <p:nvPicPr>
          <p:cNvPr id="3" name="Camera 2">
            <a:extLst>
              <a:ext uri="{FF2B5EF4-FFF2-40B4-BE49-F238E27FC236}">
                <a16:creationId xmlns:a16="http://schemas.microsoft.com/office/drawing/2014/main" id="{6D9D15DA-47D0-F8BF-DB21-20879FE62BEF}"/>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4"/>
              </a:ext>
            </a:extLst>
          </a:blip>
          <a:stretch>
            <a:fillRect/>
          </a:stretch>
        </p:blipFill>
        <p:spPr>
          <a:xfrm>
            <a:off x="20904946" y="1288"/>
            <a:ext cx="3454070" cy="3429085"/>
          </a:xfrm>
          <a:prstGeom prst="ellipse">
            <a:avLst/>
          </a:prstGeom>
          <a:ln>
            <a:noFill/>
          </a:ln>
          <a:effectLst>
            <a:outerShdw blurRad="190500" algn="tl" rotWithShape="0">
              <a:srgbClr val="000000">
                <a:alpha val="30000"/>
              </a:srgbClr>
            </a:outerShdw>
          </a:effectLst>
        </p:spPr>
      </p:pic>
      <p:sp>
        <p:nvSpPr>
          <p:cNvPr id="4" name="Rectangle: Rounded Corners 3">
            <a:extLst>
              <a:ext uri="{FF2B5EF4-FFF2-40B4-BE49-F238E27FC236}">
                <a16:creationId xmlns:a16="http://schemas.microsoft.com/office/drawing/2014/main" id="{5FAB2257-0080-7F15-B44C-FA8AB0005E9D}"/>
              </a:ext>
            </a:extLst>
          </p:cNvPr>
          <p:cNvSpPr/>
          <p:nvPr/>
        </p:nvSpPr>
        <p:spPr>
          <a:xfrm>
            <a:off x="8651581" y="4190325"/>
            <a:ext cx="2474608" cy="590233"/>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2800" b="1">
                <a:solidFill>
                  <a:srgbClr val="000000"/>
                </a:solidFill>
                <a:latin typeface="Graphik-Medium"/>
                <a:ea typeface="Graphik-Medium"/>
                <a:cs typeface="Graphik-Medium"/>
              </a:rPr>
              <a:t>Winter peak</a:t>
            </a:r>
            <a:endParaRPr kumimoji="0" lang="en-US" sz="2800" b="1" i="0" u="none" strike="noStrike" cap="none" spc="0" normalizeH="0" baseline="0">
              <a:ln>
                <a:noFill/>
              </a:ln>
              <a:solidFill>
                <a:srgbClr val="000000"/>
              </a:solidFill>
              <a:effectLst/>
              <a:uFillTx/>
              <a:latin typeface="Graphik-Medium"/>
              <a:ea typeface="Graphik-Medium"/>
              <a:cs typeface="Graphik-Medium"/>
              <a:sym typeface="Graphik Medium"/>
            </a:endParaRPr>
          </a:p>
        </p:txBody>
      </p:sp>
      <p:cxnSp>
        <p:nvCxnSpPr>
          <p:cNvPr id="13" name="Straight Arrow Connector 12">
            <a:extLst>
              <a:ext uri="{FF2B5EF4-FFF2-40B4-BE49-F238E27FC236}">
                <a16:creationId xmlns:a16="http://schemas.microsoft.com/office/drawing/2014/main" id="{ADD655C1-C60C-DAC1-1E4E-2964039E7AB3}"/>
              </a:ext>
            </a:extLst>
          </p:cNvPr>
          <p:cNvCxnSpPr/>
          <p:nvPr/>
        </p:nvCxnSpPr>
        <p:spPr>
          <a:xfrm flipV="1">
            <a:off x="11137888" y="4147177"/>
            <a:ext cx="1269617" cy="346050"/>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cxnSp>
        <p:nvCxnSpPr>
          <p:cNvPr id="15" name="Straight Arrow Connector 14">
            <a:extLst>
              <a:ext uri="{FF2B5EF4-FFF2-40B4-BE49-F238E27FC236}">
                <a16:creationId xmlns:a16="http://schemas.microsoft.com/office/drawing/2014/main" id="{090327A3-B457-03A0-55DC-A5A12D142184}"/>
              </a:ext>
            </a:extLst>
          </p:cNvPr>
          <p:cNvCxnSpPr/>
          <p:nvPr/>
        </p:nvCxnSpPr>
        <p:spPr>
          <a:xfrm>
            <a:off x="12734924" y="7400924"/>
            <a:ext cx="914399" cy="914399"/>
          </a:xfrm>
          <a:prstGeom prst="straightConnector1">
            <a:avLst/>
          </a:prstGeom>
          <a:noFill/>
          <a:ln w="25400" cap="flat">
            <a:solidFill>
              <a:srgbClr val="FFFFFF"/>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9" name="TextBox 18">
            <a:extLst>
              <a:ext uri="{FF2B5EF4-FFF2-40B4-BE49-F238E27FC236}">
                <a16:creationId xmlns:a16="http://schemas.microsoft.com/office/drawing/2014/main" id="{095EF358-5B13-6D32-7735-C5AEB6E97DE5}"/>
              </a:ext>
            </a:extLst>
          </p:cNvPr>
          <p:cNvSpPr txBox="1"/>
          <p:nvPr/>
        </p:nvSpPr>
        <p:spPr>
          <a:xfrm>
            <a:off x="1082098" y="10803431"/>
            <a:ext cx="14843529" cy="9028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3200" b="1">
                <a:solidFill>
                  <a:schemeClr val="tx1"/>
                </a:solidFill>
                <a:latin typeface="Graphik-Medium"/>
                <a:cs typeface="Arial"/>
              </a:rPr>
              <a:t>Key message: demand follows season, time of day and temperature</a:t>
            </a:r>
            <a:endParaRPr lang="en-US" sz="3200">
              <a:solidFill>
                <a:schemeClr val="tx1"/>
              </a:solidFill>
              <a:latin typeface="Graphik-Medium"/>
            </a:endParaRPr>
          </a:p>
        </p:txBody>
      </p:sp>
      <p:sp>
        <p:nvSpPr>
          <p:cNvPr id="20" name="TextBox 19">
            <a:extLst>
              <a:ext uri="{FF2B5EF4-FFF2-40B4-BE49-F238E27FC236}">
                <a16:creationId xmlns:a16="http://schemas.microsoft.com/office/drawing/2014/main" id="{05C2C532-28CC-5B69-5070-0705A6651C14}"/>
              </a:ext>
            </a:extLst>
          </p:cNvPr>
          <p:cNvSpPr txBox="1"/>
          <p:nvPr/>
        </p:nvSpPr>
        <p:spPr>
          <a:xfrm>
            <a:off x="1082098" y="9930277"/>
            <a:ext cx="14877905"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2800" i="1">
                <a:solidFill>
                  <a:schemeClr val="tx1"/>
                </a:solidFill>
              </a:rPr>
              <a:t>Average electricity use throughout the day in each season .</a:t>
            </a:r>
            <a:endParaRPr lang="en-US" sz="2800" i="1" u="none" strike="noStrike" cap="none" spc="0" normalizeH="0" baseline="0">
              <a:ln>
                <a:noFill/>
              </a:ln>
              <a:solidFill>
                <a:schemeClr val="tx1"/>
              </a:solidFill>
              <a:effectLst/>
              <a:uFillTx/>
              <a:latin typeface="Graphik"/>
              <a:ea typeface="Graphik"/>
              <a:cs typeface="Graphik"/>
            </a:endParaRPr>
          </a:p>
        </p:txBody>
      </p:sp>
      <p:sp>
        <p:nvSpPr>
          <p:cNvPr id="7" name="Rounded Rectangle 6">
            <a:extLst>
              <a:ext uri="{FF2B5EF4-FFF2-40B4-BE49-F238E27FC236}">
                <a16:creationId xmlns:a16="http://schemas.microsoft.com/office/drawing/2014/main" id="{0ABFFF9A-0C53-8A5B-47BB-A177713B9DF3}"/>
              </a:ext>
            </a:extLst>
          </p:cNvPr>
          <p:cNvSpPr/>
          <p:nvPr/>
        </p:nvSpPr>
        <p:spPr>
          <a:xfrm>
            <a:off x="16537526" y="3464425"/>
            <a:ext cx="6501208"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Highest</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Usage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Winter</a:t>
            </a:r>
            <a:endParaRPr kumimoji="0" lang="en-US" altLang="zh-CN" b="0" i="0" u="none" strike="noStrike" cap="none" spc="0" normalizeH="0" baseline="0">
              <a:ln>
                <a:noFill/>
              </a:ln>
              <a:effectLst/>
              <a:uFillTx/>
              <a:latin typeface="Graphik-Medium"/>
              <a:ea typeface="Graphik-Medium"/>
              <a:cs typeface="Graphik-Medium"/>
              <a:sym typeface="Graphik Medium"/>
            </a:endParaRPr>
          </a:p>
          <a:p>
            <a:pPr marL="342900" marR="0" indent="-342900" algn="ctr"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altLang="zh-CN" sz="2400" b="1">
                <a:solidFill>
                  <a:schemeClr val="tx2">
                    <a:lumMod val="50000"/>
                  </a:schemeClr>
                </a:solidFill>
                <a:latin typeface="Graphik-Medium"/>
                <a:ea typeface="Graphik-Medium"/>
                <a:cs typeface="Graphik-Medium"/>
                <a:sym typeface="Graphik Medium"/>
              </a:rPr>
              <a:t>Lowest</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Usage</a:t>
            </a:r>
            <a:r>
              <a:rPr lang="en-US" altLang="zh-CN" sz="2400">
                <a:solidFill>
                  <a:schemeClr val="tx2">
                    <a:lumMod val="50000"/>
                  </a:schemeClr>
                </a:solidFill>
                <a:latin typeface="Graphik-Medium"/>
                <a:ea typeface="Graphik-Medium"/>
                <a:cs typeface="Graphik-Medium"/>
                <a:sym typeface="Graphik Medium"/>
              </a:rPr>
              <a:t>:</a:t>
            </a:r>
            <a:r>
              <a:rPr lang="zh-CN" altLang="en-US" sz="2400">
                <a:solidFill>
                  <a:schemeClr val="tx2">
                    <a:lumMod val="50000"/>
                  </a:schemeClr>
                </a:solidFill>
                <a:latin typeface="Graphik-Medium"/>
                <a:ea typeface="Graphik-Medium"/>
                <a:cs typeface="Graphik-Medium"/>
                <a:sym typeface="Graphik Medium"/>
              </a:rPr>
              <a:t> </a:t>
            </a:r>
            <a:r>
              <a:rPr lang="en-US" altLang="zh-CN">
                <a:solidFill>
                  <a:srgbClr val="00B050"/>
                </a:solidFill>
                <a:latin typeface="Graphik-Medium"/>
                <a:ea typeface="Graphik-Medium"/>
                <a:cs typeface="Graphik-Medium"/>
                <a:sym typeface="Graphik Medium"/>
              </a:rPr>
              <a:t>Spring</a:t>
            </a:r>
          </a:p>
          <a:p>
            <a:pPr marR="0" algn="ctr" defTabSz="457200" rtl="0" fontAlgn="auto" latinLnBrk="0" hangingPunct="0">
              <a:lnSpc>
                <a:spcPct val="100000"/>
              </a:lnSpc>
              <a:spcBef>
                <a:spcPts val="0"/>
              </a:spcBef>
              <a:spcAft>
                <a:spcPts val="0"/>
              </a:spcAft>
              <a:buClrTx/>
              <a:buSzTx/>
              <a:tabLst/>
            </a:pPr>
            <a:endParaRPr lang="en-US" altLang="zh-CN" sz="1200">
              <a:solidFill>
                <a:srgbClr val="0070C0"/>
              </a:solidFill>
              <a:latin typeface="Graphik-Medium"/>
              <a:ea typeface="Graphik-Medium"/>
              <a:cs typeface="Graphik-Medium"/>
              <a:sym typeface="Graphik Medium"/>
            </a:endParaRPr>
          </a:p>
        </p:txBody>
      </p:sp>
      <p:sp>
        <p:nvSpPr>
          <p:cNvPr id="8" name="Rounded Rectangle 7">
            <a:extLst>
              <a:ext uri="{FF2B5EF4-FFF2-40B4-BE49-F238E27FC236}">
                <a16:creationId xmlns:a16="http://schemas.microsoft.com/office/drawing/2014/main" id="{D8033A32-627B-4C8C-FA00-3B56871E6E5E}"/>
              </a:ext>
            </a:extLst>
          </p:cNvPr>
          <p:cNvSpPr/>
          <p:nvPr/>
        </p:nvSpPr>
        <p:spPr>
          <a:xfrm>
            <a:off x="16646178" y="6294912"/>
            <a:ext cx="6392556" cy="2020411"/>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Winter</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Peak</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58%</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Above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its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daily</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low</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9" name="Rounded Rectangle 8">
            <a:extLst>
              <a:ext uri="{FF2B5EF4-FFF2-40B4-BE49-F238E27FC236}">
                <a16:creationId xmlns:a16="http://schemas.microsoft.com/office/drawing/2014/main" id="{52333C04-9A44-35CF-64C2-553602B725F3}"/>
              </a:ext>
            </a:extLst>
          </p:cNvPr>
          <p:cNvSpPr/>
          <p:nvPr/>
        </p:nvSpPr>
        <p:spPr>
          <a:xfrm>
            <a:off x="16646178" y="8851967"/>
            <a:ext cx="6501208"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Summer</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Peak</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5</a:t>
            </a:r>
            <a:r>
              <a:rPr lang="zh-CN" altLang="en-US">
                <a:solidFill>
                  <a:srgbClr val="0070C0"/>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pm</a:t>
            </a:r>
            <a:endParaRPr kumimoji="0" lang="en-US" altLang="zh-CN" b="0" i="0" u="none" strike="noStrike" cap="none" spc="0" normalizeH="0" baseline="0">
              <a:ln>
                <a:noFill/>
              </a:ln>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lang="en-US" altLang="zh-CN" sz="2400" b="1">
                <a:solidFill>
                  <a:schemeClr val="tx2">
                    <a:lumMod val="50000"/>
                  </a:schemeClr>
                </a:solidFill>
                <a:latin typeface="Graphik-Medium"/>
                <a:ea typeface="Graphik-Medium"/>
                <a:cs typeface="Graphik-Medium"/>
                <a:sym typeface="Graphik Medium"/>
              </a:rPr>
              <a:t>Spring</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Peak</a:t>
            </a:r>
            <a:r>
              <a:rPr lang="en-US" altLang="zh-CN" sz="2400">
                <a:solidFill>
                  <a:schemeClr val="tx2">
                    <a:lumMod val="50000"/>
                  </a:schemeClr>
                </a:solidFill>
                <a:latin typeface="Graphik-Medium"/>
                <a:ea typeface="Graphik-Medium"/>
                <a:cs typeface="Graphik-Medium"/>
                <a:sym typeface="Graphik Medium"/>
              </a:rPr>
              <a:t>:</a:t>
            </a:r>
            <a:r>
              <a:rPr lang="zh-CN" altLang="en-US" sz="2400">
                <a:solidFill>
                  <a:schemeClr val="tx2">
                    <a:lumMod val="50000"/>
                  </a:schemeClr>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7</a:t>
            </a:r>
            <a:r>
              <a:rPr lang="zh-CN" altLang="en-US">
                <a:solidFill>
                  <a:srgbClr val="0070C0"/>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pm</a:t>
            </a:r>
            <a:endParaRPr lang="en-US" altLang="zh-CN">
              <a:solidFill>
                <a:srgbClr val="00B050"/>
              </a:solidFill>
              <a:latin typeface="Graphik-Medium"/>
              <a:ea typeface="Graphik-Medium"/>
              <a:cs typeface="Graphik-Medium"/>
              <a:sym typeface="Graphik Medium"/>
            </a:endParaRPr>
          </a:p>
          <a:p>
            <a:pPr marR="0" algn="ctr" defTabSz="457200" rtl="0" fontAlgn="auto" latinLnBrk="0" hangingPunct="0">
              <a:lnSpc>
                <a:spcPct val="100000"/>
              </a:lnSpc>
              <a:spcBef>
                <a:spcPts val="0"/>
              </a:spcBef>
              <a:spcAft>
                <a:spcPts val="0"/>
              </a:spcAft>
              <a:buClrTx/>
              <a:buSzTx/>
              <a:tabLst/>
            </a:pPr>
            <a:endParaRPr lang="en-US" altLang="zh-CN" sz="1200">
              <a:solidFill>
                <a:srgbClr val="0070C0"/>
              </a:solidFill>
              <a:latin typeface="Graphik-Medium"/>
              <a:ea typeface="Graphik-Medium"/>
              <a:cs typeface="Graphik-Medium"/>
              <a:sym typeface="Graphik Medium"/>
            </a:endParaRPr>
          </a:p>
        </p:txBody>
      </p:sp>
      <p:grpSp>
        <p:nvGrpSpPr>
          <p:cNvPr id="12" name="Group 11">
            <a:extLst>
              <a:ext uri="{FF2B5EF4-FFF2-40B4-BE49-F238E27FC236}">
                <a16:creationId xmlns:a16="http://schemas.microsoft.com/office/drawing/2014/main" id="{8C0053C3-BCF3-326D-57BF-8A33D3719D85}"/>
              </a:ext>
            </a:extLst>
          </p:cNvPr>
          <p:cNvGrpSpPr/>
          <p:nvPr/>
        </p:nvGrpSpPr>
        <p:grpSpPr>
          <a:xfrm>
            <a:off x="16646177" y="3070272"/>
            <a:ext cx="672873" cy="783709"/>
            <a:chOff x="1302693" y="2464017"/>
            <a:chExt cx="756000" cy="756000"/>
          </a:xfrm>
        </p:grpSpPr>
        <p:sp>
          <p:nvSpPr>
            <p:cNvPr id="10" name="Oval 9">
              <a:extLst>
                <a:ext uri="{FF2B5EF4-FFF2-40B4-BE49-F238E27FC236}">
                  <a16:creationId xmlns:a16="http://schemas.microsoft.com/office/drawing/2014/main" id="{D5C1EE0B-A425-F0BA-7CDE-188C936F2EB4}"/>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13465BF8-0DEF-29B4-244E-45C4856D09E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92693" y="2554017"/>
              <a:ext cx="576000" cy="576000"/>
            </a:xfrm>
            <a:prstGeom prst="rect">
              <a:avLst/>
            </a:prstGeom>
          </p:spPr>
        </p:pic>
      </p:grpSp>
      <p:cxnSp>
        <p:nvCxnSpPr>
          <p:cNvPr id="14" name="Straight Arrow Connector 13">
            <a:extLst>
              <a:ext uri="{FF2B5EF4-FFF2-40B4-BE49-F238E27FC236}">
                <a16:creationId xmlns:a16="http://schemas.microsoft.com/office/drawing/2014/main" id="{75386FB9-D924-4FCF-BEB6-2CF4A4B0238A}"/>
              </a:ext>
            </a:extLst>
          </p:cNvPr>
          <p:cNvCxnSpPr>
            <a:cxnSpLocks/>
          </p:cNvCxnSpPr>
          <p:nvPr/>
        </p:nvCxnSpPr>
        <p:spPr>
          <a:xfrm flipH="1" flipV="1">
            <a:off x="7521720" y="5257150"/>
            <a:ext cx="59586" cy="1927344"/>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cxnSp>
        <p:nvCxnSpPr>
          <p:cNvPr id="16" name="Straight Arrow Connector 15">
            <a:extLst>
              <a:ext uri="{FF2B5EF4-FFF2-40B4-BE49-F238E27FC236}">
                <a16:creationId xmlns:a16="http://schemas.microsoft.com/office/drawing/2014/main" id="{B9B3E4A0-6C94-D857-308D-26D3433C20E1}"/>
              </a:ext>
            </a:extLst>
          </p:cNvPr>
          <p:cNvCxnSpPr>
            <a:cxnSpLocks/>
          </p:cNvCxnSpPr>
          <p:nvPr/>
        </p:nvCxnSpPr>
        <p:spPr>
          <a:xfrm flipH="1" flipV="1">
            <a:off x="10806036" y="6340978"/>
            <a:ext cx="59586" cy="1927344"/>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sp>
        <p:nvSpPr>
          <p:cNvPr id="18" name="Rectangle: Rounded Corners 17">
            <a:extLst>
              <a:ext uri="{FF2B5EF4-FFF2-40B4-BE49-F238E27FC236}">
                <a16:creationId xmlns:a16="http://schemas.microsoft.com/office/drawing/2014/main" id="{9DD8804C-DA66-A33F-4704-0682DCDB60BE}"/>
              </a:ext>
            </a:extLst>
          </p:cNvPr>
          <p:cNvSpPr/>
          <p:nvPr/>
        </p:nvSpPr>
        <p:spPr>
          <a:xfrm>
            <a:off x="6684807" y="7196075"/>
            <a:ext cx="2646489" cy="590233"/>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2800" b="1">
                <a:solidFill>
                  <a:srgbClr val="000000"/>
                </a:solidFill>
                <a:latin typeface="Graphik-Medium"/>
                <a:ea typeface="Graphik-Medium"/>
                <a:cs typeface="Graphik-Medium"/>
              </a:rPr>
              <a:t>Morning rise</a:t>
            </a:r>
          </a:p>
        </p:txBody>
      </p:sp>
      <p:sp>
        <p:nvSpPr>
          <p:cNvPr id="21" name="Rectangle: Rounded Corners 20">
            <a:extLst>
              <a:ext uri="{FF2B5EF4-FFF2-40B4-BE49-F238E27FC236}">
                <a16:creationId xmlns:a16="http://schemas.microsoft.com/office/drawing/2014/main" id="{F61D7A7E-5ED2-E397-D0C4-2297F06D1D4D}"/>
              </a:ext>
            </a:extLst>
          </p:cNvPr>
          <p:cNvSpPr/>
          <p:nvPr/>
        </p:nvSpPr>
        <p:spPr>
          <a:xfrm>
            <a:off x="9487861" y="8171159"/>
            <a:ext cx="2875662" cy="590233"/>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2800" b="1">
                <a:solidFill>
                  <a:srgbClr val="000000"/>
                </a:solidFill>
                <a:latin typeface="Graphik-Medium"/>
                <a:ea typeface="Graphik-Medium"/>
                <a:cs typeface="Graphik-Medium"/>
              </a:rPr>
              <a:t>Daytime dip</a:t>
            </a:r>
            <a:endParaRPr kumimoji="0" lang="en-US" sz="2800" b="1" i="0" u="none" strike="noStrike" cap="none" spc="0" normalizeH="0" baseline="0">
              <a:ln>
                <a:noFill/>
              </a:ln>
              <a:solidFill>
                <a:srgbClr val="000000"/>
              </a:solidFill>
              <a:effectLst/>
              <a:uFillTx/>
              <a:latin typeface="Graphik-Medium"/>
              <a:ea typeface="Graphik-Medium"/>
              <a:cs typeface="Graphik-Medium"/>
              <a:sym typeface="Graphik Medium"/>
            </a:endParaRPr>
          </a:p>
        </p:txBody>
      </p:sp>
    </p:spTree>
    <p:extLst>
      <p:ext uri="{BB962C8B-B14F-4D97-AF65-F5344CB8AC3E}">
        <p14:creationId xmlns:p14="http://schemas.microsoft.com/office/powerpoint/2010/main" val="322874797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B6992-82A2-521B-766A-88E3E30E2676}"/>
            </a:ext>
          </a:extLst>
        </p:cNvPr>
        <p:cNvGrpSpPr/>
        <p:nvPr/>
      </p:nvGrpSpPr>
      <p:grpSpPr>
        <a:xfrm>
          <a:off x="0" y="0"/>
          <a:ext cx="0" cy="0"/>
          <a:chOff x="0" y="0"/>
          <a:chExt cx="0" cy="0"/>
        </a:xfrm>
      </p:grpSpPr>
      <p:sp>
        <p:nvSpPr>
          <p:cNvPr id="252" name="Finding #1: Seasonal Rhythm">
            <a:extLst>
              <a:ext uri="{FF2B5EF4-FFF2-40B4-BE49-F238E27FC236}">
                <a16:creationId xmlns:a16="http://schemas.microsoft.com/office/drawing/2014/main" id="{0416AD87-38BC-C6E1-FB55-A7AA7B22AECE}"/>
              </a:ext>
            </a:extLst>
          </p:cNvPr>
          <p:cNvSpPr txBox="1">
            <a:spLocks noGrp="1"/>
          </p:cNvSpPr>
          <p:nvPr>
            <p:ph type="title"/>
          </p:nvPr>
        </p:nvSpPr>
        <p:spPr>
          <a:xfrm>
            <a:off x="677122" y="516361"/>
            <a:ext cx="21844000" cy="1557437"/>
          </a:xfrm>
          <a:prstGeom prst="rect">
            <a:avLst/>
          </a:prstGeom>
        </p:spPr>
        <p:txBody>
          <a:bodyPr/>
          <a:lstStyle>
            <a:lvl1pPr>
              <a:defRPr>
                <a:latin typeface="Myriad Set Pro Bold"/>
                <a:ea typeface="Myriad Set Pro Bold"/>
                <a:cs typeface="Myriad Set Pro Bold"/>
                <a:sym typeface="Myriad Set Pro Bold"/>
              </a:defRPr>
            </a:lvl1pPr>
          </a:lstStyle>
          <a:p>
            <a:r>
              <a:rPr lang="en-US" sz="7200" b="1">
                <a:gradFill flip="none">
                  <a:gsLst>
                    <a:gs pos="0">
                      <a:srgbClr val="FFFFFF"/>
                    </a:gs>
                    <a:gs pos="100000">
                      <a:srgbClr val="929292"/>
                    </a:gs>
                  </a:gsLst>
                  <a:lin ang="5400000" scaled="0"/>
                </a:gradFill>
              </a:rPr>
              <a:t>Finding #1: Seasonal Demand Patterns </a:t>
            </a:r>
          </a:p>
        </p:txBody>
      </p:sp>
      <p:sp>
        <p:nvSpPr>
          <p:cNvPr id="253" name="Slide Subtitle">
            <a:extLst>
              <a:ext uri="{FF2B5EF4-FFF2-40B4-BE49-F238E27FC236}">
                <a16:creationId xmlns:a16="http://schemas.microsoft.com/office/drawing/2014/main" id="{E3F4C7E6-CEDD-4604-6254-E7B7D5B508B8}"/>
              </a:ext>
            </a:extLst>
          </p:cNvPr>
          <p:cNvSpPr txBox="1">
            <a:spLocks noGrp="1"/>
          </p:cNvSpPr>
          <p:nvPr>
            <p:ph type="body" idx="21"/>
          </p:nvPr>
        </p:nvSpPr>
        <p:spPr>
          <a:xfrm>
            <a:off x="896031" y="2071203"/>
            <a:ext cx="21844000" cy="1016000"/>
          </a:xfrm>
          <a:prstGeom prst="rect">
            <a:avLst/>
          </a:prstGeom>
        </p:spPr>
        <p:txBody>
          <a:bodyPr lIns="50800" tIns="50800" rIns="50800" bIns="50800" anchor="t">
            <a:normAutofit/>
          </a:bodyPr>
          <a:lstStyle/>
          <a:p>
            <a:r>
              <a:rPr lang="en-US"/>
              <a:t>Winter Has the Highest Average Demand </a:t>
            </a:r>
          </a:p>
        </p:txBody>
      </p:sp>
      <p:pic>
        <p:nvPicPr>
          <p:cNvPr id="2" name="Picture 1">
            <a:extLst>
              <a:ext uri="{FF2B5EF4-FFF2-40B4-BE49-F238E27FC236}">
                <a16:creationId xmlns:a16="http://schemas.microsoft.com/office/drawing/2014/main" id="{B45B0F99-B3D4-AD67-3821-90F11616EF12}"/>
              </a:ext>
            </a:extLst>
          </p:cNvPr>
          <p:cNvPicPr>
            <a:picLocks noChangeAspect="1"/>
          </p:cNvPicPr>
          <p:nvPr/>
        </p:nvPicPr>
        <p:blipFill>
          <a:blip r:embed="rId3"/>
          <a:stretch>
            <a:fillRect/>
          </a:stretch>
        </p:blipFill>
        <p:spPr>
          <a:xfrm>
            <a:off x="1063374" y="3461307"/>
            <a:ext cx="14915354" cy="6771908"/>
          </a:xfrm>
          <a:prstGeom prst="rect">
            <a:avLst/>
          </a:prstGeom>
        </p:spPr>
      </p:pic>
      <p:sp>
        <p:nvSpPr>
          <p:cNvPr id="6" name="TextBox 5">
            <a:extLst>
              <a:ext uri="{FF2B5EF4-FFF2-40B4-BE49-F238E27FC236}">
                <a16:creationId xmlns:a16="http://schemas.microsoft.com/office/drawing/2014/main" id="{826E2253-41A0-0E1C-703E-437365C4BF44}"/>
              </a:ext>
            </a:extLst>
          </p:cNvPr>
          <p:cNvSpPr txBox="1"/>
          <p:nvPr/>
        </p:nvSpPr>
        <p:spPr>
          <a:xfrm>
            <a:off x="1138792" y="12122518"/>
            <a:ext cx="10535080"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2400"/>
              <a:t>Source: Group A report, Chapter 4, Figure 4.5, January 2010-March 2021.</a:t>
            </a:r>
            <a:endParaRPr lang="en-US" sz="2400" b="0" i="0" u="none" strike="noStrike" cap="none" spc="0" normalizeH="0" baseline="0">
              <a:ln>
                <a:noFill/>
              </a:ln>
              <a:effectLst/>
              <a:uFillTx/>
              <a:latin typeface="Graphik"/>
              <a:ea typeface="Graphik"/>
              <a:cs typeface="Graphik"/>
            </a:endParaRPr>
          </a:p>
        </p:txBody>
      </p:sp>
      <p:pic>
        <p:nvPicPr>
          <p:cNvPr id="3" name="Camera 2">
            <a:extLst>
              <a:ext uri="{FF2B5EF4-FFF2-40B4-BE49-F238E27FC236}">
                <a16:creationId xmlns:a16="http://schemas.microsoft.com/office/drawing/2014/main" id="{AC1B8A68-F452-6722-B0A7-DCB716DC111B}"/>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4"/>
              </a:ext>
            </a:extLst>
          </a:blip>
          <a:stretch>
            <a:fillRect/>
          </a:stretch>
        </p:blipFill>
        <p:spPr>
          <a:xfrm>
            <a:off x="20904946" y="1288"/>
            <a:ext cx="3454070" cy="3429085"/>
          </a:xfrm>
          <a:prstGeom prst="ellipse">
            <a:avLst/>
          </a:prstGeom>
          <a:ln>
            <a:noFill/>
          </a:ln>
          <a:effectLst>
            <a:outerShdw blurRad="190500" algn="tl" rotWithShape="0">
              <a:srgbClr val="000000">
                <a:alpha val="30000"/>
              </a:srgbClr>
            </a:outerShdw>
          </a:effectLst>
        </p:spPr>
      </p:pic>
      <p:sp>
        <p:nvSpPr>
          <p:cNvPr id="4" name="Rectangle: Rounded Corners 3">
            <a:extLst>
              <a:ext uri="{FF2B5EF4-FFF2-40B4-BE49-F238E27FC236}">
                <a16:creationId xmlns:a16="http://schemas.microsoft.com/office/drawing/2014/main" id="{592FD37B-1FD5-BAD7-C97C-22C7825EE93B}"/>
              </a:ext>
            </a:extLst>
          </p:cNvPr>
          <p:cNvSpPr/>
          <p:nvPr/>
        </p:nvSpPr>
        <p:spPr>
          <a:xfrm>
            <a:off x="8651581" y="4190325"/>
            <a:ext cx="2474608" cy="590233"/>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2800" b="1">
                <a:solidFill>
                  <a:srgbClr val="000000"/>
                </a:solidFill>
                <a:latin typeface="Graphik-Medium"/>
                <a:ea typeface="Graphik-Medium"/>
                <a:cs typeface="Graphik-Medium"/>
              </a:rPr>
              <a:t>Winter peak</a:t>
            </a:r>
            <a:endParaRPr kumimoji="0" lang="en-US" sz="2800" b="1" i="0" u="none" strike="noStrike" cap="none" spc="0" normalizeH="0" baseline="0">
              <a:ln>
                <a:noFill/>
              </a:ln>
              <a:solidFill>
                <a:srgbClr val="000000"/>
              </a:solidFill>
              <a:effectLst/>
              <a:uFillTx/>
              <a:latin typeface="Graphik-Medium"/>
              <a:ea typeface="Graphik-Medium"/>
              <a:cs typeface="Graphik-Medium"/>
              <a:sym typeface="Graphik Medium"/>
            </a:endParaRPr>
          </a:p>
        </p:txBody>
      </p:sp>
      <p:cxnSp>
        <p:nvCxnSpPr>
          <p:cNvPr id="13" name="Straight Arrow Connector 12">
            <a:extLst>
              <a:ext uri="{FF2B5EF4-FFF2-40B4-BE49-F238E27FC236}">
                <a16:creationId xmlns:a16="http://schemas.microsoft.com/office/drawing/2014/main" id="{3437316A-F12C-5FEA-5521-20E64BFAAF90}"/>
              </a:ext>
            </a:extLst>
          </p:cNvPr>
          <p:cNvCxnSpPr/>
          <p:nvPr/>
        </p:nvCxnSpPr>
        <p:spPr>
          <a:xfrm flipV="1">
            <a:off x="11137888" y="4147177"/>
            <a:ext cx="1269617" cy="346050"/>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cxnSp>
        <p:nvCxnSpPr>
          <p:cNvPr id="15" name="Straight Arrow Connector 14">
            <a:extLst>
              <a:ext uri="{FF2B5EF4-FFF2-40B4-BE49-F238E27FC236}">
                <a16:creationId xmlns:a16="http://schemas.microsoft.com/office/drawing/2014/main" id="{12371956-408A-DFD6-64B1-2CDB51F07116}"/>
              </a:ext>
            </a:extLst>
          </p:cNvPr>
          <p:cNvCxnSpPr/>
          <p:nvPr/>
        </p:nvCxnSpPr>
        <p:spPr>
          <a:xfrm>
            <a:off x="12734924" y="7400924"/>
            <a:ext cx="914399" cy="914399"/>
          </a:xfrm>
          <a:prstGeom prst="straightConnector1">
            <a:avLst/>
          </a:prstGeom>
          <a:noFill/>
          <a:ln w="25400" cap="flat">
            <a:solidFill>
              <a:srgbClr val="FFFFFF"/>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9" name="TextBox 18">
            <a:extLst>
              <a:ext uri="{FF2B5EF4-FFF2-40B4-BE49-F238E27FC236}">
                <a16:creationId xmlns:a16="http://schemas.microsoft.com/office/drawing/2014/main" id="{42C03DCD-59E2-E063-B113-AB1C934615A2}"/>
              </a:ext>
            </a:extLst>
          </p:cNvPr>
          <p:cNvSpPr txBox="1"/>
          <p:nvPr/>
        </p:nvSpPr>
        <p:spPr>
          <a:xfrm>
            <a:off x="1082098" y="10803431"/>
            <a:ext cx="14843529" cy="9028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3200" b="1">
                <a:solidFill>
                  <a:schemeClr val="tx1"/>
                </a:solidFill>
                <a:latin typeface="Graphik-Medium"/>
                <a:cs typeface="Arial"/>
              </a:rPr>
              <a:t>Key message: demand follows season, time of day and temperature</a:t>
            </a:r>
            <a:endParaRPr lang="en-US" sz="3200">
              <a:solidFill>
                <a:schemeClr val="tx1"/>
              </a:solidFill>
              <a:latin typeface="Graphik-Medium"/>
            </a:endParaRPr>
          </a:p>
        </p:txBody>
      </p:sp>
      <p:sp>
        <p:nvSpPr>
          <p:cNvPr id="20" name="TextBox 19">
            <a:extLst>
              <a:ext uri="{FF2B5EF4-FFF2-40B4-BE49-F238E27FC236}">
                <a16:creationId xmlns:a16="http://schemas.microsoft.com/office/drawing/2014/main" id="{C8020315-0105-F4F2-F637-4DD8C2A0D788}"/>
              </a:ext>
            </a:extLst>
          </p:cNvPr>
          <p:cNvSpPr txBox="1"/>
          <p:nvPr/>
        </p:nvSpPr>
        <p:spPr>
          <a:xfrm>
            <a:off x="1082098" y="9930277"/>
            <a:ext cx="14877905"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2800" i="1">
                <a:solidFill>
                  <a:schemeClr val="tx1"/>
                </a:solidFill>
              </a:rPr>
              <a:t>Average electricity use throughout the day in each season .</a:t>
            </a:r>
            <a:endParaRPr lang="en-US" sz="2800" i="1" u="none" strike="noStrike" cap="none" spc="0" normalizeH="0" baseline="0">
              <a:ln>
                <a:noFill/>
              </a:ln>
              <a:solidFill>
                <a:schemeClr val="tx1"/>
              </a:solidFill>
              <a:effectLst/>
              <a:uFillTx/>
              <a:latin typeface="Graphik"/>
              <a:ea typeface="Graphik"/>
              <a:cs typeface="Graphik"/>
            </a:endParaRPr>
          </a:p>
        </p:txBody>
      </p:sp>
      <p:sp>
        <p:nvSpPr>
          <p:cNvPr id="7" name="Rounded Rectangle 6">
            <a:extLst>
              <a:ext uri="{FF2B5EF4-FFF2-40B4-BE49-F238E27FC236}">
                <a16:creationId xmlns:a16="http://schemas.microsoft.com/office/drawing/2014/main" id="{FE6F5016-FDEA-B027-FE6F-B45B5B1E34D3}"/>
              </a:ext>
            </a:extLst>
          </p:cNvPr>
          <p:cNvSpPr/>
          <p:nvPr/>
        </p:nvSpPr>
        <p:spPr>
          <a:xfrm>
            <a:off x="16537526" y="3464425"/>
            <a:ext cx="6501208"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Highest</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Usage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Winter</a:t>
            </a:r>
            <a:endParaRPr kumimoji="0" lang="en-US" altLang="zh-CN" b="0" i="0" u="none" strike="noStrike" cap="none" spc="0" normalizeH="0" baseline="0">
              <a:ln>
                <a:noFill/>
              </a:ln>
              <a:effectLst/>
              <a:uFillTx/>
              <a:latin typeface="Graphik-Medium"/>
              <a:ea typeface="Graphik-Medium"/>
              <a:cs typeface="Graphik-Medium"/>
              <a:sym typeface="Graphik Medium"/>
            </a:endParaRPr>
          </a:p>
          <a:p>
            <a:pPr marL="342900" marR="0" indent="-342900" algn="ctr"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altLang="zh-CN" sz="2400" b="1">
                <a:solidFill>
                  <a:schemeClr val="tx2">
                    <a:lumMod val="50000"/>
                  </a:schemeClr>
                </a:solidFill>
                <a:latin typeface="Graphik-Medium"/>
                <a:ea typeface="Graphik-Medium"/>
                <a:cs typeface="Graphik-Medium"/>
                <a:sym typeface="Graphik Medium"/>
              </a:rPr>
              <a:t>Lowest</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Usage</a:t>
            </a:r>
            <a:r>
              <a:rPr lang="en-US" altLang="zh-CN" sz="2400">
                <a:solidFill>
                  <a:schemeClr val="tx2">
                    <a:lumMod val="50000"/>
                  </a:schemeClr>
                </a:solidFill>
                <a:latin typeface="Graphik-Medium"/>
                <a:ea typeface="Graphik-Medium"/>
                <a:cs typeface="Graphik-Medium"/>
                <a:sym typeface="Graphik Medium"/>
              </a:rPr>
              <a:t>:</a:t>
            </a:r>
            <a:r>
              <a:rPr lang="zh-CN" altLang="en-US" sz="2400">
                <a:solidFill>
                  <a:schemeClr val="tx2">
                    <a:lumMod val="50000"/>
                  </a:schemeClr>
                </a:solidFill>
                <a:latin typeface="Graphik-Medium"/>
                <a:ea typeface="Graphik-Medium"/>
                <a:cs typeface="Graphik-Medium"/>
                <a:sym typeface="Graphik Medium"/>
              </a:rPr>
              <a:t> </a:t>
            </a:r>
            <a:r>
              <a:rPr lang="en-US" altLang="zh-CN">
                <a:solidFill>
                  <a:srgbClr val="00B050"/>
                </a:solidFill>
                <a:latin typeface="Graphik-Medium"/>
                <a:ea typeface="Graphik-Medium"/>
                <a:cs typeface="Graphik-Medium"/>
                <a:sym typeface="Graphik Medium"/>
              </a:rPr>
              <a:t>Spring</a:t>
            </a:r>
          </a:p>
          <a:p>
            <a:pPr marR="0" algn="ctr" defTabSz="457200" rtl="0" fontAlgn="auto" latinLnBrk="0" hangingPunct="0">
              <a:lnSpc>
                <a:spcPct val="100000"/>
              </a:lnSpc>
              <a:spcBef>
                <a:spcPts val="0"/>
              </a:spcBef>
              <a:spcAft>
                <a:spcPts val="0"/>
              </a:spcAft>
              <a:buClrTx/>
              <a:buSzTx/>
              <a:tabLst/>
            </a:pPr>
            <a:endParaRPr lang="en-US" altLang="zh-CN" sz="1200">
              <a:solidFill>
                <a:srgbClr val="0070C0"/>
              </a:solidFill>
              <a:latin typeface="Graphik-Medium"/>
              <a:ea typeface="Graphik-Medium"/>
              <a:cs typeface="Graphik-Medium"/>
              <a:sym typeface="Graphik Medium"/>
            </a:endParaRPr>
          </a:p>
        </p:txBody>
      </p:sp>
      <p:sp>
        <p:nvSpPr>
          <p:cNvPr id="8" name="Rounded Rectangle 7">
            <a:extLst>
              <a:ext uri="{FF2B5EF4-FFF2-40B4-BE49-F238E27FC236}">
                <a16:creationId xmlns:a16="http://schemas.microsoft.com/office/drawing/2014/main" id="{27319B18-F821-AD2C-49C1-A9738FECD91E}"/>
              </a:ext>
            </a:extLst>
          </p:cNvPr>
          <p:cNvSpPr/>
          <p:nvPr/>
        </p:nvSpPr>
        <p:spPr>
          <a:xfrm>
            <a:off x="16646178" y="6294912"/>
            <a:ext cx="6392556" cy="2020411"/>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Winter</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Peak</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58%</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Above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its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daily</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low</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9" name="Rounded Rectangle 8">
            <a:extLst>
              <a:ext uri="{FF2B5EF4-FFF2-40B4-BE49-F238E27FC236}">
                <a16:creationId xmlns:a16="http://schemas.microsoft.com/office/drawing/2014/main" id="{32909A10-A6D8-3152-761B-0B5AA65B4766}"/>
              </a:ext>
            </a:extLst>
          </p:cNvPr>
          <p:cNvSpPr/>
          <p:nvPr/>
        </p:nvSpPr>
        <p:spPr>
          <a:xfrm>
            <a:off x="16646178" y="8851967"/>
            <a:ext cx="6501208"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Summer</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Peak</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5</a:t>
            </a:r>
            <a:r>
              <a:rPr lang="zh-CN" altLang="en-US">
                <a:solidFill>
                  <a:srgbClr val="0070C0"/>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pm</a:t>
            </a:r>
            <a:endParaRPr kumimoji="0" lang="en-US" altLang="zh-CN" b="0" i="0" u="none" strike="noStrike" cap="none" spc="0" normalizeH="0" baseline="0">
              <a:ln>
                <a:noFill/>
              </a:ln>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lang="en-US" altLang="zh-CN" sz="2400" b="1">
                <a:solidFill>
                  <a:schemeClr val="tx2">
                    <a:lumMod val="50000"/>
                  </a:schemeClr>
                </a:solidFill>
                <a:latin typeface="Graphik-Medium"/>
                <a:ea typeface="Graphik-Medium"/>
                <a:cs typeface="Graphik-Medium"/>
                <a:sym typeface="Graphik Medium"/>
              </a:rPr>
              <a:t>Spring</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Peak</a:t>
            </a:r>
            <a:r>
              <a:rPr lang="en-US" altLang="zh-CN" sz="2400">
                <a:solidFill>
                  <a:schemeClr val="tx2">
                    <a:lumMod val="50000"/>
                  </a:schemeClr>
                </a:solidFill>
                <a:latin typeface="Graphik-Medium"/>
                <a:ea typeface="Graphik-Medium"/>
                <a:cs typeface="Graphik-Medium"/>
                <a:sym typeface="Graphik Medium"/>
              </a:rPr>
              <a:t>:</a:t>
            </a:r>
            <a:r>
              <a:rPr lang="zh-CN" altLang="en-US" sz="2400">
                <a:solidFill>
                  <a:schemeClr val="tx2">
                    <a:lumMod val="50000"/>
                  </a:schemeClr>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7</a:t>
            </a:r>
            <a:r>
              <a:rPr lang="zh-CN" altLang="en-US">
                <a:solidFill>
                  <a:srgbClr val="0070C0"/>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pm</a:t>
            </a:r>
            <a:endParaRPr lang="en-US" altLang="zh-CN">
              <a:solidFill>
                <a:srgbClr val="00B050"/>
              </a:solidFill>
              <a:latin typeface="Graphik-Medium"/>
              <a:ea typeface="Graphik-Medium"/>
              <a:cs typeface="Graphik-Medium"/>
              <a:sym typeface="Graphik Medium"/>
            </a:endParaRPr>
          </a:p>
          <a:p>
            <a:pPr marR="0" algn="ctr" defTabSz="457200" rtl="0" fontAlgn="auto" latinLnBrk="0" hangingPunct="0">
              <a:lnSpc>
                <a:spcPct val="100000"/>
              </a:lnSpc>
              <a:spcBef>
                <a:spcPts val="0"/>
              </a:spcBef>
              <a:spcAft>
                <a:spcPts val="0"/>
              </a:spcAft>
              <a:buClrTx/>
              <a:buSzTx/>
              <a:tabLst/>
            </a:pPr>
            <a:endParaRPr lang="en-US" altLang="zh-CN" sz="1200">
              <a:solidFill>
                <a:srgbClr val="0070C0"/>
              </a:solidFill>
              <a:latin typeface="Graphik-Medium"/>
              <a:ea typeface="Graphik-Medium"/>
              <a:cs typeface="Graphik-Medium"/>
              <a:sym typeface="Graphik Medium"/>
            </a:endParaRPr>
          </a:p>
        </p:txBody>
      </p:sp>
      <p:grpSp>
        <p:nvGrpSpPr>
          <p:cNvPr id="12" name="Group 11">
            <a:extLst>
              <a:ext uri="{FF2B5EF4-FFF2-40B4-BE49-F238E27FC236}">
                <a16:creationId xmlns:a16="http://schemas.microsoft.com/office/drawing/2014/main" id="{9E4D99B2-83DB-3D64-C03F-2684F4515E77}"/>
              </a:ext>
            </a:extLst>
          </p:cNvPr>
          <p:cNvGrpSpPr/>
          <p:nvPr/>
        </p:nvGrpSpPr>
        <p:grpSpPr>
          <a:xfrm>
            <a:off x="7125928" y="4313035"/>
            <a:ext cx="672873" cy="783709"/>
            <a:chOff x="1302693" y="2464017"/>
            <a:chExt cx="756000" cy="756000"/>
          </a:xfrm>
        </p:grpSpPr>
        <p:sp>
          <p:nvSpPr>
            <p:cNvPr id="10" name="Oval 9">
              <a:extLst>
                <a:ext uri="{FF2B5EF4-FFF2-40B4-BE49-F238E27FC236}">
                  <a16:creationId xmlns:a16="http://schemas.microsoft.com/office/drawing/2014/main" id="{0251BBE1-F91D-2577-7EEC-277BC347360D}"/>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6922D083-5A49-446C-48D3-8E609FDCA1A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92693" y="2554017"/>
              <a:ext cx="576000" cy="576000"/>
            </a:xfrm>
            <a:prstGeom prst="rect">
              <a:avLst/>
            </a:prstGeom>
          </p:spPr>
        </p:pic>
      </p:grpSp>
      <p:cxnSp>
        <p:nvCxnSpPr>
          <p:cNvPr id="14" name="Straight Arrow Connector 13">
            <a:extLst>
              <a:ext uri="{FF2B5EF4-FFF2-40B4-BE49-F238E27FC236}">
                <a16:creationId xmlns:a16="http://schemas.microsoft.com/office/drawing/2014/main" id="{724468F1-6B0A-FD0D-7ED0-88D0E55A1DFB}"/>
              </a:ext>
            </a:extLst>
          </p:cNvPr>
          <p:cNvCxnSpPr>
            <a:cxnSpLocks/>
          </p:cNvCxnSpPr>
          <p:nvPr/>
        </p:nvCxnSpPr>
        <p:spPr>
          <a:xfrm flipH="1" flipV="1">
            <a:off x="7521720" y="5257150"/>
            <a:ext cx="59586" cy="1927344"/>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cxnSp>
        <p:nvCxnSpPr>
          <p:cNvPr id="16" name="Straight Arrow Connector 15">
            <a:extLst>
              <a:ext uri="{FF2B5EF4-FFF2-40B4-BE49-F238E27FC236}">
                <a16:creationId xmlns:a16="http://schemas.microsoft.com/office/drawing/2014/main" id="{E40813E4-4E96-BC5B-61C0-37B4F84778BC}"/>
              </a:ext>
            </a:extLst>
          </p:cNvPr>
          <p:cNvCxnSpPr>
            <a:cxnSpLocks/>
          </p:cNvCxnSpPr>
          <p:nvPr/>
        </p:nvCxnSpPr>
        <p:spPr>
          <a:xfrm flipH="1" flipV="1">
            <a:off x="10806036" y="6340978"/>
            <a:ext cx="59586" cy="1927344"/>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sp>
        <p:nvSpPr>
          <p:cNvPr id="18" name="Rectangle: Rounded Corners 17">
            <a:extLst>
              <a:ext uri="{FF2B5EF4-FFF2-40B4-BE49-F238E27FC236}">
                <a16:creationId xmlns:a16="http://schemas.microsoft.com/office/drawing/2014/main" id="{9F9934C4-DC5D-95ED-EA9D-D071096460C4}"/>
              </a:ext>
            </a:extLst>
          </p:cNvPr>
          <p:cNvSpPr/>
          <p:nvPr/>
        </p:nvSpPr>
        <p:spPr>
          <a:xfrm>
            <a:off x="6684807" y="7196075"/>
            <a:ext cx="2646489" cy="590233"/>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2800" b="1">
                <a:solidFill>
                  <a:srgbClr val="000000"/>
                </a:solidFill>
                <a:latin typeface="Graphik-Medium"/>
                <a:ea typeface="Graphik-Medium"/>
                <a:cs typeface="Graphik-Medium"/>
              </a:rPr>
              <a:t>Morning rise</a:t>
            </a:r>
          </a:p>
        </p:txBody>
      </p:sp>
      <p:sp>
        <p:nvSpPr>
          <p:cNvPr id="21" name="Rectangle: Rounded Corners 20">
            <a:extLst>
              <a:ext uri="{FF2B5EF4-FFF2-40B4-BE49-F238E27FC236}">
                <a16:creationId xmlns:a16="http://schemas.microsoft.com/office/drawing/2014/main" id="{1C5E2F8D-77F2-2747-4D79-2E51A31DAC9F}"/>
              </a:ext>
            </a:extLst>
          </p:cNvPr>
          <p:cNvSpPr/>
          <p:nvPr/>
        </p:nvSpPr>
        <p:spPr>
          <a:xfrm>
            <a:off x="9487861" y="8137107"/>
            <a:ext cx="2875662"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latin typeface="Graphik-Medium"/>
                <a:ea typeface="Graphik-Medium"/>
                <a:cs typeface="Graphik-Medium"/>
              </a:rPr>
              <a:t>Daytime dip</a:t>
            </a:r>
            <a:endParaRPr kumimoji="0" lang="en-US" sz="3200" b="1" i="0" u="none" strike="noStrike" cap="none" spc="0" normalizeH="0" baseline="0">
              <a:ln>
                <a:noFill/>
              </a:ln>
              <a:solidFill>
                <a:srgbClr val="000000"/>
              </a:solidFill>
              <a:effectLst/>
              <a:uFillTx/>
              <a:latin typeface="Graphik-Medium"/>
              <a:ea typeface="Graphik-Medium"/>
              <a:cs typeface="Graphik-Medium"/>
              <a:sym typeface="Graphik Medium"/>
            </a:endParaRPr>
          </a:p>
        </p:txBody>
      </p:sp>
    </p:spTree>
    <p:extLst>
      <p:ext uri="{BB962C8B-B14F-4D97-AF65-F5344CB8AC3E}">
        <p14:creationId xmlns:p14="http://schemas.microsoft.com/office/powerpoint/2010/main" val="409093807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2B522-A14C-FF0E-3F5A-690D7F318B71}"/>
            </a:ext>
          </a:extLst>
        </p:cNvPr>
        <p:cNvGrpSpPr/>
        <p:nvPr/>
      </p:nvGrpSpPr>
      <p:grpSpPr>
        <a:xfrm>
          <a:off x="0" y="0"/>
          <a:ext cx="0" cy="0"/>
          <a:chOff x="0" y="0"/>
          <a:chExt cx="0" cy="0"/>
        </a:xfrm>
      </p:grpSpPr>
      <p:sp>
        <p:nvSpPr>
          <p:cNvPr id="252" name="Finding #1: Seasonal Rhythm">
            <a:extLst>
              <a:ext uri="{FF2B5EF4-FFF2-40B4-BE49-F238E27FC236}">
                <a16:creationId xmlns:a16="http://schemas.microsoft.com/office/drawing/2014/main" id="{5CC86803-45B5-793E-9433-81075158A4FE}"/>
              </a:ext>
            </a:extLst>
          </p:cNvPr>
          <p:cNvSpPr txBox="1">
            <a:spLocks noGrp="1"/>
          </p:cNvSpPr>
          <p:nvPr>
            <p:ph type="title"/>
          </p:nvPr>
        </p:nvSpPr>
        <p:spPr>
          <a:xfrm>
            <a:off x="677122" y="516361"/>
            <a:ext cx="21844000" cy="1557437"/>
          </a:xfrm>
          <a:prstGeom prst="rect">
            <a:avLst/>
          </a:prstGeom>
        </p:spPr>
        <p:txBody>
          <a:bodyPr/>
          <a:lstStyle>
            <a:lvl1pPr>
              <a:defRPr>
                <a:latin typeface="Myriad Set Pro Bold"/>
                <a:ea typeface="Myriad Set Pro Bold"/>
                <a:cs typeface="Myriad Set Pro Bold"/>
                <a:sym typeface="Myriad Set Pro Bold"/>
              </a:defRPr>
            </a:lvl1pPr>
          </a:lstStyle>
          <a:p>
            <a:r>
              <a:rPr lang="en-US" sz="7200" b="1">
                <a:gradFill flip="none">
                  <a:gsLst>
                    <a:gs pos="0">
                      <a:srgbClr val="FFFFFF"/>
                    </a:gs>
                    <a:gs pos="100000">
                      <a:srgbClr val="929292"/>
                    </a:gs>
                  </a:gsLst>
                  <a:lin ang="5400000" scaled="0"/>
                </a:gradFill>
              </a:rPr>
              <a:t>Finding #1: Seasonal Demand Patterns </a:t>
            </a:r>
          </a:p>
        </p:txBody>
      </p:sp>
      <p:sp>
        <p:nvSpPr>
          <p:cNvPr id="253" name="Slide Subtitle">
            <a:extLst>
              <a:ext uri="{FF2B5EF4-FFF2-40B4-BE49-F238E27FC236}">
                <a16:creationId xmlns:a16="http://schemas.microsoft.com/office/drawing/2014/main" id="{CDE41356-0EA9-BC5E-4D74-5B8913DF6CEB}"/>
              </a:ext>
            </a:extLst>
          </p:cNvPr>
          <p:cNvSpPr txBox="1">
            <a:spLocks noGrp="1"/>
          </p:cNvSpPr>
          <p:nvPr>
            <p:ph type="body" idx="21"/>
          </p:nvPr>
        </p:nvSpPr>
        <p:spPr>
          <a:xfrm>
            <a:off x="896031" y="2071203"/>
            <a:ext cx="21844000" cy="1016000"/>
          </a:xfrm>
          <a:prstGeom prst="rect">
            <a:avLst/>
          </a:prstGeom>
        </p:spPr>
        <p:txBody>
          <a:bodyPr lIns="50800" tIns="50800" rIns="50800" bIns="50800" anchor="t">
            <a:normAutofit/>
          </a:bodyPr>
          <a:lstStyle/>
          <a:p>
            <a:r>
              <a:rPr lang="en-US"/>
              <a:t>Winter Has the Highest Average Demand </a:t>
            </a:r>
          </a:p>
        </p:txBody>
      </p:sp>
      <p:pic>
        <p:nvPicPr>
          <p:cNvPr id="2" name="Picture 1">
            <a:extLst>
              <a:ext uri="{FF2B5EF4-FFF2-40B4-BE49-F238E27FC236}">
                <a16:creationId xmlns:a16="http://schemas.microsoft.com/office/drawing/2014/main" id="{990B5AF7-4263-42CF-FDF0-6CF6B6E9CB9D}"/>
              </a:ext>
            </a:extLst>
          </p:cNvPr>
          <p:cNvPicPr>
            <a:picLocks noChangeAspect="1"/>
          </p:cNvPicPr>
          <p:nvPr/>
        </p:nvPicPr>
        <p:blipFill>
          <a:blip r:embed="rId2"/>
          <a:stretch>
            <a:fillRect/>
          </a:stretch>
        </p:blipFill>
        <p:spPr>
          <a:xfrm>
            <a:off x="1063374" y="3461307"/>
            <a:ext cx="14915354" cy="6771908"/>
          </a:xfrm>
          <a:prstGeom prst="rect">
            <a:avLst/>
          </a:prstGeom>
        </p:spPr>
      </p:pic>
      <p:sp>
        <p:nvSpPr>
          <p:cNvPr id="6" name="TextBox 5">
            <a:extLst>
              <a:ext uri="{FF2B5EF4-FFF2-40B4-BE49-F238E27FC236}">
                <a16:creationId xmlns:a16="http://schemas.microsoft.com/office/drawing/2014/main" id="{8B2A73F4-2CEE-898C-B17F-DFD4F8FE2C0A}"/>
              </a:ext>
            </a:extLst>
          </p:cNvPr>
          <p:cNvSpPr txBox="1"/>
          <p:nvPr/>
        </p:nvSpPr>
        <p:spPr>
          <a:xfrm>
            <a:off x="1138792" y="12122518"/>
            <a:ext cx="10535080"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2400"/>
              <a:t>Source: Group A report, Chapter 4, Figure 4.5, January 2010-March 2021.</a:t>
            </a:r>
            <a:endParaRPr lang="en-US" sz="2400" b="0" i="0" u="none" strike="noStrike" cap="none" spc="0" normalizeH="0" baseline="0">
              <a:ln>
                <a:noFill/>
              </a:ln>
              <a:effectLst/>
              <a:uFillTx/>
              <a:latin typeface="Graphik"/>
              <a:ea typeface="Graphik"/>
              <a:cs typeface="Graphik"/>
            </a:endParaRPr>
          </a:p>
        </p:txBody>
      </p:sp>
      <p:pic>
        <p:nvPicPr>
          <p:cNvPr id="3" name="Camera 2">
            <a:extLst>
              <a:ext uri="{FF2B5EF4-FFF2-40B4-BE49-F238E27FC236}">
                <a16:creationId xmlns:a16="http://schemas.microsoft.com/office/drawing/2014/main" id="{C10657D1-6B23-C786-9204-FF62F0BB4D26}"/>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904946" y="1288"/>
            <a:ext cx="3454070" cy="3429085"/>
          </a:xfrm>
          <a:prstGeom prst="ellipse">
            <a:avLst/>
          </a:prstGeom>
          <a:ln>
            <a:noFill/>
          </a:ln>
          <a:effectLst>
            <a:outerShdw blurRad="190500" algn="tl" rotWithShape="0">
              <a:srgbClr val="000000">
                <a:alpha val="30000"/>
              </a:srgbClr>
            </a:outerShdw>
          </a:effectLst>
        </p:spPr>
      </p:pic>
      <p:sp>
        <p:nvSpPr>
          <p:cNvPr id="4" name="Rectangle: Rounded Corners 3">
            <a:extLst>
              <a:ext uri="{FF2B5EF4-FFF2-40B4-BE49-F238E27FC236}">
                <a16:creationId xmlns:a16="http://schemas.microsoft.com/office/drawing/2014/main" id="{283FFCA9-12D2-B650-8E7C-C9D122C69CA0}"/>
              </a:ext>
            </a:extLst>
          </p:cNvPr>
          <p:cNvSpPr/>
          <p:nvPr/>
        </p:nvSpPr>
        <p:spPr>
          <a:xfrm>
            <a:off x="8651581" y="4156273"/>
            <a:ext cx="2474608"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latin typeface="Graphik-Medium"/>
                <a:ea typeface="Graphik-Medium"/>
                <a:cs typeface="Graphik-Medium"/>
              </a:rPr>
              <a:t>Winter peak</a:t>
            </a:r>
            <a:endParaRPr kumimoji="0" lang="en-US" sz="3200" b="1" i="0" u="none" strike="noStrike" cap="none" spc="0" normalizeH="0" baseline="0">
              <a:ln>
                <a:noFill/>
              </a:ln>
              <a:solidFill>
                <a:srgbClr val="000000"/>
              </a:solidFill>
              <a:effectLst/>
              <a:uFillTx/>
              <a:latin typeface="Graphik-Medium"/>
              <a:ea typeface="Graphik-Medium"/>
              <a:cs typeface="Graphik-Medium"/>
              <a:sym typeface="Graphik Medium"/>
            </a:endParaRPr>
          </a:p>
        </p:txBody>
      </p:sp>
      <p:cxnSp>
        <p:nvCxnSpPr>
          <p:cNvPr id="13" name="Straight Arrow Connector 12">
            <a:extLst>
              <a:ext uri="{FF2B5EF4-FFF2-40B4-BE49-F238E27FC236}">
                <a16:creationId xmlns:a16="http://schemas.microsoft.com/office/drawing/2014/main" id="{0216D70D-7348-4AC1-91C1-81C55E68C571}"/>
              </a:ext>
            </a:extLst>
          </p:cNvPr>
          <p:cNvCxnSpPr/>
          <p:nvPr/>
        </p:nvCxnSpPr>
        <p:spPr>
          <a:xfrm flipV="1">
            <a:off x="11137888" y="4147177"/>
            <a:ext cx="1269617" cy="346050"/>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cxnSp>
        <p:nvCxnSpPr>
          <p:cNvPr id="15" name="Straight Arrow Connector 14">
            <a:extLst>
              <a:ext uri="{FF2B5EF4-FFF2-40B4-BE49-F238E27FC236}">
                <a16:creationId xmlns:a16="http://schemas.microsoft.com/office/drawing/2014/main" id="{3D6C50C2-BFB0-C500-3D0A-C2C64F85E305}"/>
              </a:ext>
            </a:extLst>
          </p:cNvPr>
          <p:cNvCxnSpPr/>
          <p:nvPr/>
        </p:nvCxnSpPr>
        <p:spPr>
          <a:xfrm>
            <a:off x="12734924" y="7400924"/>
            <a:ext cx="914399" cy="914399"/>
          </a:xfrm>
          <a:prstGeom prst="straightConnector1">
            <a:avLst/>
          </a:prstGeom>
          <a:noFill/>
          <a:ln w="25400" cap="flat">
            <a:solidFill>
              <a:srgbClr val="FFFFFF"/>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9" name="TextBox 18">
            <a:extLst>
              <a:ext uri="{FF2B5EF4-FFF2-40B4-BE49-F238E27FC236}">
                <a16:creationId xmlns:a16="http://schemas.microsoft.com/office/drawing/2014/main" id="{BF11EE66-0D77-1F1F-E049-0D94EFEC66AE}"/>
              </a:ext>
            </a:extLst>
          </p:cNvPr>
          <p:cNvSpPr txBox="1"/>
          <p:nvPr/>
        </p:nvSpPr>
        <p:spPr>
          <a:xfrm>
            <a:off x="1082098" y="10803431"/>
            <a:ext cx="14843529" cy="9028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3200" b="1">
                <a:solidFill>
                  <a:schemeClr val="tx1"/>
                </a:solidFill>
                <a:latin typeface="Graphik-Medium"/>
                <a:cs typeface="Arial"/>
              </a:rPr>
              <a:t>Key message: demand follows season, time of day and temperature</a:t>
            </a:r>
            <a:endParaRPr lang="en-US" sz="3200">
              <a:solidFill>
                <a:schemeClr val="tx1"/>
              </a:solidFill>
              <a:latin typeface="Graphik-Medium"/>
            </a:endParaRPr>
          </a:p>
        </p:txBody>
      </p:sp>
      <p:sp>
        <p:nvSpPr>
          <p:cNvPr id="20" name="TextBox 19">
            <a:extLst>
              <a:ext uri="{FF2B5EF4-FFF2-40B4-BE49-F238E27FC236}">
                <a16:creationId xmlns:a16="http://schemas.microsoft.com/office/drawing/2014/main" id="{D9FF96A9-D9C4-A36E-8DFD-300081B78889}"/>
              </a:ext>
            </a:extLst>
          </p:cNvPr>
          <p:cNvSpPr txBox="1"/>
          <p:nvPr/>
        </p:nvSpPr>
        <p:spPr>
          <a:xfrm>
            <a:off x="1082098" y="9930277"/>
            <a:ext cx="14877905"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2800" i="1">
                <a:solidFill>
                  <a:schemeClr val="tx1"/>
                </a:solidFill>
              </a:rPr>
              <a:t>Average electricity use throughout the day in each season .</a:t>
            </a:r>
            <a:endParaRPr lang="en-US" sz="2800" i="1" u="none" strike="noStrike" cap="none" spc="0" normalizeH="0" baseline="0">
              <a:ln>
                <a:noFill/>
              </a:ln>
              <a:solidFill>
                <a:schemeClr val="tx1"/>
              </a:solidFill>
              <a:effectLst/>
              <a:uFillTx/>
              <a:latin typeface="Graphik"/>
              <a:ea typeface="Graphik"/>
              <a:cs typeface="Graphik"/>
            </a:endParaRPr>
          </a:p>
        </p:txBody>
      </p:sp>
      <p:sp>
        <p:nvSpPr>
          <p:cNvPr id="7" name="Rounded Rectangle 6">
            <a:extLst>
              <a:ext uri="{FF2B5EF4-FFF2-40B4-BE49-F238E27FC236}">
                <a16:creationId xmlns:a16="http://schemas.microsoft.com/office/drawing/2014/main" id="{0A6FD6B6-9137-64EA-700C-ED363039C188}"/>
              </a:ext>
            </a:extLst>
          </p:cNvPr>
          <p:cNvSpPr/>
          <p:nvPr/>
        </p:nvSpPr>
        <p:spPr>
          <a:xfrm>
            <a:off x="16537526" y="3464425"/>
            <a:ext cx="6501208"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Highest</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Usage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Winter</a:t>
            </a:r>
            <a:endParaRPr kumimoji="0" lang="en-US" altLang="zh-CN" b="0" i="0" u="none" strike="noStrike" cap="none" spc="0" normalizeH="0" baseline="0">
              <a:ln>
                <a:noFill/>
              </a:ln>
              <a:effectLst/>
              <a:uFillTx/>
              <a:latin typeface="Graphik-Medium"/>
              <a:ea typeface="Graphik-Medium"/>
              <a:cs typeface="Graphik-Medium"/>
              <a:sym typeface="Graphik Medium"/>
            </a:endParaRPr>
          </a:p>
          <a:p>
            <a:pPr marL="342900" marR="0" indent="-342900" algn="ctr"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altLang="zh-CN" sz="2400" b="1">
                <a:solidFill>
                  <a:schemeClr val="tx2">
                    <a:lumMod val="50000"/>
                  </a:schemeClr>
                </a:solidFill>
                <a:latin typeface="Graphik-Medium"/>
                <a:ea typeface="Graphik-Medium"/>
                <a:cs typeface="Graphik-Medium"/>
                <a:sym typeface="Graphik Medium"/>
              </a:rPr>
              <a:t>Lowest</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Usage</a:t>
            </a:r>
            <a:r>
              <a:rPr lang="en-US" altLang="zh-CN" sz="2400">
                <a:solidFill>
                  <a:schemeClr val="tx2">
                    <a:lumMod val="50000"/>
                  </a:schemeClr>
                </a:solidFill>
                <a:latin typeface="Graphik-Medium"/>
                <a:ea typeface="Graphik-Medium"/>
                <a:cs typeface="Graphik-Medium"/>
                <a:sym typeface="Graphik Medium"/>
              </a:rPr>
              <a:t>:</a:t>
            </a:r>
            <a:r>
              <a:rPr lang="zh-CN" altLang="en-US" sz="2400">
                <a:solidFill>
                  <a:schemeClr val="tx2">
                    <a:lumMod val="50000"/>
                  </a:schemeClr>
                </a:solidFill>
                <a:latin typeface="Graphik-Medium"/>
                <a:ea typeface="Graphik-Medium"/>
                <a:cs typeface="Graphik-Medium"/>
                <a:sym typeface="Graphik Medium"/>
              </a:rPr>
              <a:t> </a:t>
            </a:r>
            <a:r>
              <a:rPr lang="en-US" altLang="zh-CN">
                <a:solidFill>
                  <a:srgbClr val="00B050"/>
                </a:solidFill>
                <a:latin typeface="Graphik-Medium"/>
                <a:ea typeface="Graphik-Medium"/>
                <a:cs typeface="Graphik-Medium"/>
                <a:sym typeface="Graphik Medium"/>
              </a:rPr>
              <a:t>Spring</a:t>
            </a:r>
          </a:p>
          <a:p>
            <a:pPr marR="0" algn="ctr" defTabSz="457200" rtl="0" fontAlgn="auto" latinLnBrk="0" hangingPunct="0">
              <a:lnSpc>
                <a:spcPct val="100000"/>
              </a:lnSpc>
              <a:spcBef>
                <a:spcPts val="0"/>
              </a:spcBef>
              <a:spcAft>
                <a:spcPts val="0"/>
              </a:spcAft>
              <a:buClrTx/>
              <a:buSzTx/>
              <a:tabLst/>
            </a:pPr>
            <a:endParaRPr lang="en-US" altLang="zh-CN" sz="1200">
              <a:solidFill>
                <a:srgbClr val="0070C0"/>
              </a:solidFill>
              <a:latin typeface="Graphik-Medium"/>
              <a:ea typeface="Graphik-Medium"/>
              <a:cs typeface="Graphik-Medium"/>
              <a:sym typeface="Graphik Medium"/>
            </a:endParaRPr>
          </a:p>
        </p:txBody>
      </p:sp>
      <p:sp>
        <p:nvSpPr>
          <p:cNvPr id="8" name="Rounded Rectangle 7">
            <a:extLst>
              <a:ext uri="{FF2B5EF4-FFF2-40B4-BE49-F238E27FC236}">
                <a16:creationId xmlns:a16="http://schemas.microsoft.com/office/drawing/2014/main" id="{CF168940-BFBE-BA31-33C7-044F39E8A0D1}"/>
              </a:ext>
            </a:extLst>
          </p:cNvPr>
          <p:cNvSpPr/>
          <p:nvPr/>
        </p:nvSpPr>
        <p:spPr>
          <a:xfrm>
            <a:off x="16646178" y="6294912"/>
            <a:ext cx="6392556" cy="2020411"/>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Winter</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Peak</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58%</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Above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its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daily</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low</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9" name="Rounded Rectangle 8">
            <a:extLst>
              <a:ext uri="{FF2B5EF4-FFF2-40B4-BE49-F238E27FC236}">
                <a16:creationId xmlns:a16="http://schemas.microsoft.com/office/drawing/2014/main" id="{EA05D4A8-6F8C-91BD-EC2F-7DDB10AB5598}"/>
              </a:ext>
            </a:extLst>
          </p:cNvPr>
          <p:cNvSpPr/>
          <p:nvPr/>
        </p:nvSpPr>
        <p:spPr>
          <a:xfrm>
            <a:off x="16646178" y="8851967"/>
            <a:ext cx="6501208"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Summer</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Peak</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5</a:t>
            </a:r>
            <a:r>
              <a:rPr lang="zh-CN" altLang="en-US">
                <a:solidFill>
                  <a:srgbClr val="0070C0"/>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pm</a:t>
            </a:r>
            <a:endParaRPr kumimoji="0" lang="en-US" altLang="zh-CN" b="0" i="0" u="none" strike="noStrike" cap="none" spc="0" normalizeH="0" baseline="0">
              <a:ln>
                <a:noFill/>
              </a:ln>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lang="en-US" altLang="zh-CN" sz="2400" b="1">
                <a:solidFill>
                  <a:schemeClr val="tx2">
                    <a:lumMod val="50000"/>
                  </a:schemeClr>
                </a:solidFill>
                <a:latin typeface="Graphik-Medium"/>
                <a:ea typeface="Graphik-Medium"/>
                <a:cs typeface="Graphik-Medium"/>
                <a:sym typeface="Graphik Medium"/>
              </a:rPr>
              <a:t>Spring</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Peak</a:t>
            </a:r>
            <a:r>
              <a:rPr lang="en-US" altLang="zh-CN" sz="2400">
                <a:solidFill>
                  <a:schemeClr val="tx2">
                    <a:lumMod val="50000"/>
                  </a:schemeClr>
                </a:solidFill>
                <a:latin typeface="Graphik-Medium"/>
                <a:ea typeface="Graphik-Medium"/>
                <a:cs typeface="Graphik-Medium"/>
                <a:sym typeface="Graphik Medium"/>
              </a:rPr>
              <a:t>:</a:t>
            </a:r>
            <a:r>
              <a:rPr lang="zh-CN" altLang="en-US" sz="2400">
                <a:solidFill>
                  <a:schemeClr val="tx2">
                    <a:lumMod val="50000"/>
                  </a:schemeClr>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7</a:t>
            </a:r>
            <a:r>
              <a:rPr lang="zh-CN" altLang="en-US">
                <a:solidFill>
                  <a:srgbClr val="0070C0"/>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pm</a:t>
            </a:r>
            <a:endParaRPr lang="en-US" altLang="zh-CN">
              <a:solidFill>
                <a:srgbClr val="00B050"/>
              </a:solidFill>
              <a:latin typeface="Graphik-Medium"/>
              <a:ea typeface="Graphik-Medium"/>
              <a:cs typeface="Graphik-Medium"/>
              <a:sym typeface="Graphik Medium"/>
            </a:endParaRPr>
          </a:p>
          <a:p>
            <a:pPr marR="0" algn="ctr" defTabSz="457200" rtl="0" fontAlgn="auto" latinLnBrk="0" hangingPunct="0">
              <a:lnSpc>
                <a:spcPct val="100000"/>
              </a:lnSpc>
              <a:spcBef>
                <a:spcPts val="0"/>
              </a:spcBef>
              <a:spcAft>
                <a:spcPts val="0"/>
              </a:spcAft>
              <a:buClrTx/>
              <a:buSzTx/>
              <a:tabLst/>
            </a:pPr>
            <a:endParaRPr lang="en-US" altLang="zh-CN" sz="1200">
              <a:solidFill>
                <a:srgbClr val="0070C0"/>
              </a:solidFill>
              <a:latin typeface="Graphik-Medium"/>
              <a:ea typeface="Graphik-Medium"/>
              <a:cs typeface="Graphik-Medium"/>
              <a:sym typeface="Graphik Medium"/>
            </a:endParaRPr>
          </a:p>
        </p:txBody>
      </p:sp>
      <p:grpSp>
        <p:nvGrpSpPr>
          <p:cNvPr id="12" name="Group 11">
            <a:extLst>
              <a:ext uri="{FF2B5EF4-FFF2-40B4-BE49-F238E27FC236}">
                <a16:creationId xmlns:a16="http://schemas.microsoft.com/office/drawing/2014/main" id="{8863B29E-D418-6286-724B-9B4A4606A752}"/>
              </a:ext>
            </a:extLst>
          </p:cNvPr>
          <p:cNvGrpSpPr/>
          <p:nvPr/>
        </p:nvGrpSpPr>
        <p:grpSpPr>
          <a:xfrm>
            <a:off x="10489577" y="5553725"/>
            <a:ext cx="672873" cy="783709"/>
            <a:chOff x="1302693" y="2464017"/>
            <a:chExt cx="756000" cy="756000"/>
          </a:xfrm>
        </p:grpSpPr>
        <p:sp>
          <p:nvSpPr>
            <p:cNvPr id="10" name="Oval 9">
              <a:extLst>
                <a:ext uri="{FF2B5EF4-FFF2-40B4-BE49-F238E27FC236}">
                  <a16:creationId xmlns:a16="http://schemas.microsoft.com/office/drawing/2014/main" id="{6912C90B-F127-7871-F83F-EBEE8B1BF3CD}"/>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50E7250E-2D24-DC1A-1EC7-31C6EE3B61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cxnSp>
        <p:nvCxnSpPr>
          <p:cNvPr id="14" name="Straight Arrow Connector 13">
            <a:extLst>
              <a:ext uri="{FF2B5EF4-FFF2-40B4-BE49-F238E27FC236}">
                <a16:creationId xmlns:a16="http://schemas.microsoft.com/office/drawing/2014/main" id="{97F20A2D-1CFE-1E42-5663-D9A1EE039663}"/>
              </a:ext>
            </a:extLst>
          </p:cNvPr>
          <p:cNvCxnSpPr>
            <a:cxnSpLocks/>
          </p:cNvCxnSpPr>
          <p:nvPr/>
        </p:nvCxnSpPr>
        <p:spPr>
          <a:xfrm flipH="1" flipV="1">
            <a:off x="7521720" y="5257150"/>
            <a:ext cx="59586" cy="1927344"/>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cxnSp>
        <p:nvCxnSpPr>
          <p:cNvPr id="16" name="Straight Arrow Connector 15">
            <a:extLst>
              <a:ext uri="{FF2B5EF4-FFF2-40B4-BE49-F238E27FC236}">
                <a16:creationId xmlns:a16="http://schemas.microsoft.com/office/drawing/2014/main" id="{27D8CFE6-ACE2-989B-58A7-998A9ED3591B}"/>
              </a:ext>
            </a:extLst>
          </p:cNvPr>
          <p:cNvCxnSpPr>
            <a:cxnSpLocks/>
          </p:cNvCxnSpPr>
          <p:nvPr/>
        </p:nvCxnSpPr>
        <p:spPr>
          <a:xfrm flipH="1" flipV="1">
            <a:off x="10806036" y="6340978"/>
            <a:ext cx="59586" cy="1927344"/>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sp>
        <p:nvSpPr>
          <p:cNvPr id="18" name="Rectangle: Rounded Corners 17">
            <a:extLst>
              <a:ext uri="{FF2B5EF4-FFF2-40B4-BE49-F238E27FC236}">
                <a16:creationId xmlns:a16="http://schemas.microsoft.com/office/drawing/2014/main" id="{287F7EA7-0051-E403-6332-179BFD7E965B}"/>
              </a:ext>
            </a:extLst>
          </p:cNvPr>
          <p:cNvSpPr/>
          <p:nvPr/>
        </p:nvSpPr>
        <p:spPr>
          <a:xfrm>
            <a:off x="6684807" y="7162023"/>
            <a:ext cx="2646489"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latin typeface="Graphik-Medium"/>
                <a:ea typeface="Graphik-Medium"/>
                <a:cs typeface="Graphik-Medium"/>
              </a:rPr>
              <a:t>Morning rise</a:t>
            </a:r>
          </a:p>
        </p:txBody>
      </p:sp>
      <p:sp>
        <p:nvSpPr>
          <p:cNvPr id="21" name="Rectangle: Rounded Corners 20">
            <a:extLst>
              <a:ext uri="{FF2B5EF4-FFF2-40B4-BE49-F238E27FC236}">
                <a16:creationId xmlns:a16="http://schemas.microsoft.com/office/drawing/2014/main" id="{F1C2C627-95C2-A78A-69E3-D77D92E9CC56}"/>
              </a:ext>
            </a:extLst>
          </p:cNvPr>
          <p:cNvSpPr/>
          <p:nvPr/>
        </p:nvSpPr>
        <p:spPr>
          <a:xfrm>
            <a:off x="9487861" y="8137107"/>
            <a:ext cx="2875662"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latin typeface="Graphik-Medium"/>
                <a:ea typeface="Graphik-Medium"/>
                <a:cs typeface="Graphik-Medium"/>
              </a:rPr>
              <a:t>Day time dip</a:t>
            </a:r>
            <a:endParaRPr kumimoji="0" lang="en-US" sz="3200" b="1" i="0" u="none" strike="noStrike" cap="none" spc="0" normalizeH="0" baseline="0">
              <a:ln>
                <a:noFill/>
              </a:ln>
              <a:solidFill>
                <a:srgbClr val="000000"/>
              </a:solidFill>
              <a:effectLst/>
              <a:uFillTx/>
              <a:latin typeface="Graphik-Medium"/>
              <a:ea typeface="Graphik-Medium"/>
              <a:cs typeface="Graphik-Medium"/>
              <a:sym typeface="Graphik Medium"/>
            </a:endParaRPr>
          </a:p>
        </p:txBody>
      </p:sp>
    </p:spTree>
    <p:extLst>
      <p:ext uri="{BB962C8B-B14F-4D97-AF65-F5344CB8AC3E}">
        <p14:creationId xmlns:p14="http://schemas.microsoft.com/office/powerpoint/2010/main" val="46480911"/>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D535D-5770-1DAD-D0D9-A9A79F4D9183}"/>
            </a:ext>
          </a:extLst>
        </p:cNvPr>
        <p:cNvGrpSpPr/>
        <p:nvPr/>
      </p:nvGrpSpPr>
      <p:grpSpPr>
        <a:xfrm>
          <a:off x="0" y="0"/>
          <a:ext cx="0" cy="0"/>
          <a:chOff x="0" y="0"/>
          <a:chExt cx="0" cy="0"/>
        </a:xfrm>
      </p:grpSpPr>
      <p:sp>
        <p:nvSpPr>
          <p:cNvPr id="252" name="Finding #1: Seasonal Rhythm">
            <a:extLst>
              <a:ext uri="{FF2B5EF4-FFF2-40B4-BE49-F238E27FC236}">
                <a16:creationId xmlns:a16="http://schemas.microsoft.com/office/drawing/2014/main" id="{5E4C8C19-8A3B-E160-6F59-A0121D00273E}"/>
              </a:ext>
            </a:extLst>
          </p:cNvPr>
          <p:cNvSpPr txBox="1">
            <a:spLocks noGrp="1"/>
          </p:cNvSpPr>
          <p:nvPr>
            <p:ph type="title"/>
          </p:nvPr>
        </p:nvSpPr>
        <p:spPr>
          <a:xfrm>
            <a:off x="677122" y="516361"/>
            <a:ext cx="21844000" cy="1557437"/>
          </a:xfrm>
          <a:prstGeom prst="rect">
            <a:avLst/>
          </a:prstGeom>
        </p:spPr>
        <p:txBody>
          <a:bodyPr/>
          <a:lstStyle>
            <a:lvl1pPr>
              <a:defRPr>
                <a:latin typeface="Myriad Set Pro Bold"/>
                <a:ea typeface="Myriad Set Pro Bold"/>
                <a:cs typeface="Myriad Set Pro Bold"/>
                <a:sym typeface="Myriad Set Pro Bold"/>
              </a:defRPr>
            </a:lvl1pPr>
          </a:lstStyle>
          <a:p>
            <a:r>
              <a:rPr lang="en-US" sz="7200" b="1">
                <a:gradFill flip="none">
                  <a:gsLst>
                    <a:gs pos="0">
                      <a:srgbClr val="FFFFFF"/>
                    </a:gs>
                    <a:gs pos="100000">
                      <a:srgbClr val="929292"/>
                    </a:gs>
                  </a:gsLst>
                  <a:lin ang="5400000" scaled="0"/>
                </a:gradFill>
              </a:rPr>
              <a:t>Finding #1: Seasonal Demand Patterns </a:t>
            </a:r>
          </a:p>
        </p:txBody>
      </p:sp>
      <p:sp>
        <p:nvSpPr>
          <p:cNvPr id="253" name="Slide Subtitle">
            <a:extLst>
              <a:ext uri="{FF2B5EF4-FFF2-40B4-BE49-F238E27FC236}">
                <a16:creationId xmlns:a16="http://schemas.microsoft.com/office/drawing/2014/main" id="{6FA58942-BB6C-8F25-DC6F-F85DE737ACDB}"/>
              </a:ext>
            </a:extLst>
          </p:cNvPr>
          <p:cNvSpPr txBox="1">
            <a:spLocks noGrp="1"/>
          </p:cNvSpPr>
          <p:nvPr>
            <p:ph type="body" idx="21"/>
          </p:nvPr>
        </p:nvSpPr>
        <p:spPr>
          <a:xfrm>
            <a:off x="896031" y="2071203"/>
            <a:ext cx="21844000" cy="1016000"/>
          </a:xfrm>
          <a:prstGeom prst="rect">
            <a:avLst/>
          </a:prstGeom>
        </p:spPr>
        <p:txBody>
          <a:bodyPr lIns="50800" tIns="50800" rIns="50800" bIns="50800" anchor="t">
            <a:normAutofit/>
          </a:bodyPr>
          <a:lstStyle/>
          <a:p>
            <a:r>
              <a:rPr lang="en-US"/>
              <a:t>Winter Has the Highest Average Demand </a:t>
            </a:r>
          </a:p>
        </p:txBody>
      </p:sp>
      <p:pic>
        <p:nvPicPr>
          <p:cNvPr id="2" name="Picture 1">
            <a:extLst>
              <a:ext uri="{FF2B5EF4-FFF2-40B4-BE49-F238E27FC236}">
                <a16:creationId xmlns:a16="http://schemas.microsoft.com/office/drawing/2014/main" id="{8F40C37C-2564-E2B3-42C5-AA2661F6BD5F}"/>
              </a:ext>
            </a:extLst>
          </p:cNvPr>
          <p:cNvPicPr>
            <a:picLocks noChangeAspect="1"/>
          </p:cNvPicPr>
          <p:nvPr/>
        </p:nvPicPr>
        <p:blipFill>
          <a:blip r:embed="rId2"/>
          <a:stretch>
            <a:fillRect/>
          </a:stretch>
        </p:blipFill>
        <p:spPr>
          <a:xfrm>
            <a:off x="1063374" y="3461307"/>
            <a:ext cx="14915354" cy="6771908"/>
          </a:xfrm>
          <a:prstGeom prst="rect">
            <a:avLst/>
          </a:prstGeom>
        </p:spPr>
      </p:pic>
      <p:sp>
        <p:nvSpPr>
          <p:cNvPr id="6" name="TextBox 5">
            <a:extLst>
              <a:ext uri="{FF2B5EF4-FFF2-40B4-BE49-F238E27FC236}">
                <a16:creationId xmlns:a16="http://schemas.microsoft.com/office/drawing/2014/main" id="{F69C41B0-864D-4EDC-CCD0-6BBC831EB3FB}"/>
              </a:ext>
            </a:extLst>
          </p:cNvPr>
          <p:cNvSpPr txBox="1"/>
          <p:nvPr/>
        </p:nvSpPr>
        <p:spPr>
          <a:xfrm>
            <a:off x="1138792" y="12122518"/>
            <a:ext cx="10535080"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2400"/>
              <a:t>Source: Group A report, Chapter 4, Figure 4.5, January 2010-March 2021.</a:t>
            </a:r>
            <a:endParaRPr lang="en-US" sz="2400" b="0" i="0" u="none" strike="noStrike" cap="none" spc="0" normalizeH="0" baseline="0">
              <a:ln>
                <a:noFill/>
              </a:ln>
              <a:effectLst/>
              <a:uFillTx/>
              <a:latin typeface="Graphik"/>
              <a:ea typeface="Graphik"/>
              <a:cs typeface="Graphik"/>
            </a:endParaRPr>
          </a:p>
        </p:txBody>
      </p:sp>
      <p:pic>
        <p:nvPicPr>
          <p:cNvPr id="3" name="Camera 2">
            <a:extLst>
              <a:ext uri="{FF2B5EF4-FFF2-40B4-BE49-F238E27FC236}">
                <a16:creationId xmlns:a16="http://schemas.microsoft.com/office/drawing/2014/main" id="{9CA425C7-E5EC-4B91-D9B5-74376B5FA8C3}"/>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904946" y="1288"/>
            <a:ext cx="3454070" cy="3429085"/>
          </a:xfrm>
          <a:prstGeom prst="ellipse">
            <a:avLst/>
          </a:prstGeom>
          <a:ln>
            <a:noFill/>
          </a:ln>
          <a:effectLst>
            <a:outerShdw blurRad="190500" algn="tl" rotWithShape="0">
              <a:srgbClr val="000000">
                <a:alpha val="30000"/>
              </a:srgbClr>
            </a:outerShdw>
          </a:effectLst>
        </p:spPr>
      </p:pic>
      <p:sp>
        <p:nvSpPr>
          <p:cNvPr id="4" name="Rectangle: Rounded Corners 3">
            <a:extLst>
              <a:ext uri="{FF2B5EF4-FFF2-40B4-BE49-F238E27FC236}">
                <a16:creationId xmlns:a16="http://schemas.microsoft.com/office/drawing/2014/main" id="{AC06A281-81F9-4F34-1794-A9F39622B028}"/>
              </a:ext>
            </a:extLst>
          </p:cNvPr>
          <p:cNvSpPr/>
          <p:nvPr/>
        </p:nvSpPr>
        <p:spPr>
          <a:xfrm>
            <a:off x="8651581" y="4156273"/>
            <a:ext cx="2474608"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latin typeface="Graphik-Medium"/>
                <a:ea typeface="Graphik-Medium"/>
                <a:cs typeface="Graphik-Medium"/>
              </a:rPr>
              <a:t>Winter peak</a:t>
            </a:r>
            <a:endParaRPr kumimoji="0" lang="en-US" sz="3200" b="1" i="0" u="none" strike="noStrike" cap="none" spc="0" normalizeH="0" baseline="0">
              <a:ln>
                <a:noFill/>
              </a:ln>
              <a:solidFill>
                <a:srgbClr val="000000"/>
              </a:solidFill>
              <a:effectLst/>
              <a:uFillTx/>
              <a:latin typeface="Graphik-Medium"/>
              <a:ea typeface="Graphik-Medium"/>
              <a:cs typeface="Graphik-Medium"/>
              <a:sym typeface="Graphik Medium"/>
            </a:endParaRPr>
          </a:p>
        </p:txBody>
      </p:sp>
      <p:cxnSp>
        <p:nvCxnSpPr>
          <p:cNvPr id="13" name="Straight Arrow Connector 12">
            <a:extLst>
              <a:ext uri="{FF2B5EF4-FFF2-40B4-BE49-F238E27FC236}">
                <a16:creationId xmlns:a16="http://schemas.microsoft.com/office/drawing/2014/main" id="{1E00BCC6-BDA1-BB10-8423-B7F1ABD6527D}"/>
              </a:ext>
            </a:extLst>
          </p:cNvPr>
          <p:cNvCxnSpPr/>
          <p:nvPr/>
        </p:nvCxnSpPr>
        <p:spPr>
          <a:xfrm flipV="1">
            <a:off x="11137888" y="4147177"/>
            <a:ext cx="1269617" cy="346050"/>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cxnSp>
        <p:nvCxnSpPr>
          <p:cNvPr id="15" name="Straight Arrow Connector 14">
            <a:extLst>
              <a:ext uri="{FF2B5EF4-FFF2-40B4-BE49-F238E27FC236}">
                <a16:creationId xmlns:a16="http://schemas.microsoft.com/office/drawing/2014/main" id="{1D0900A8-B108-AAC5-FA50-742D56E4B840}"/>
              </a:ext>
            </a:extLst>
          </p:cNvPr>
          <p:cNvCxnSpPr/>
          <p:nvPr/>
        </p:nvCxnSpPr>
        <p:spPr>
          <a:xfrm>
            <a:off x="12734924" y="7400924"/>
            <a:ext cx="914399" cy="914399"/>
          </a:xfrm>
          <a:prstGeom prst="straightConnector1">
            <a:avLst/>
          </a:prstGeom>
          <a:noFill/>
          <a:ln w="25400" cap="flat">
            <a:solidFill>
              <a:srgbClr val="FFFFFF"/>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9" name="TextBox 18">
            <a:extLst>
              <a:ext uri="{FF2B5EF4-FFF2-40B4-BE49-F238E27FC236}">
                <a16:creationId xmlns:a16="http://schemas.microsoft.com/office/drawing/2014/main" id="{686472DD-6FEA-BE98-B11E-E53523DEC2C1}"/>
              </a:ext>
            </a:extLst>
          </p:cNvPr>
          <p:cNvSpPr txBox="1"/>
          <p:nvPr/>
        </p:nvSpPr>
        <p:spPr>
          <a:xfrm>
            <a:off x="1082098" y="10803431"/>
            <a:ext cx="14843529" cy="9028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3200" b="1">
                <a:solidFill>
                  <a:schemeClr val="tx1"/>
                </a:solidFill>
                <a:latin typeface="Graphik-Medium"/>
                <a:cs typeface="Arial"/>
              </a:rPr>
              <a:t>Key message: demand follows season, time of day and temperature</a:t>
            </a:r>
            <a:endParaRPr lang="en-US" sz="3200">
              <a:solidFill>
                <a:schemeClr val="tx1"/>
              </a:solidFill>
              <a:latin typeface="Graphik-Medium"/>
            </a:endParaRPr>
          </a:p>
        </p:txBody>
      </p:sp>
      <p:sp>
        <p:nvSpPr>
          <p:cNvPr id="20" name="TextBox 19">
            <a:extLst>
              <a:ext uri="{FF2B5EF4-FFF2-40B4-BE49-F238E27FC236}">
                <a16:creationId xmlns:a16="http://schemas.microsoft.com/office/drawing/2014/main" id="{37EE3026-97E4-D0E3-5CB9-06F9E204A5AA}"/>
              </a:ext>
            </a:extLst>
          </p:cNvPr>
          <p:cNvSpPr txBox="1"/>
          <p:nvPr/>
        </p:nvSpPr>
        <p:spPr>
          <a:xfrm>
            <a:off x="1082098" y="9930277"/>
            <a:ext cx="14877905"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2800" i="1">
                <a:solidFill>
                  <a:schemeClr val="tx1"/>
                </a:solidFill>
              </a:rPr>
              <a:t>Average electricity use throughout the day in each season .</a:t>
            </a:r>
            <a:endParaRPr lang="en-US" sz="2800" i="1" u="none" strike="noStrike" cap="none" spc="0" normalizeH="0" baseline="0">
              <a:ln>
                <a:noFill/>
              </a:ln>
              <a:solidFill>
                <a:schemeClr val="tx1"/>
              </a:solidFill>
              <a:effectLst/>
              <a:uFillTx/>
              <a:latin typeface="Graphik"/>
              <a:ea typeface="Graphik"/>
              <a:cs typeface="Graphik"/>
            </a:endParaRPr>
          </a:p>
        </p:txBody>
      </p:sp>
      <p:sp>
        <p:nvSpPr>
          <p:cNvPr id="7" name="Rounded Rectangle 6">
            <a:extLst>
              <a:ext uri="{FF2B5EF4-FFF2-40B4-BE49-F238E27FC236}">
                <a16:creationId xmlns:a16="http://schemas.microsoft.com/office/drawing/2014/main" id="{8A208A41-C232-587C-F8B3-053548B2AE04}"/>
              </a:ext>
            </a:extLst>
          </p:cNvPr>
          <p:cNvSpPr/>
          <p:nvPr/>
        </p:nvSpPr>
        <p:spPr>
          <a:xfrm>
            <a:off x="16537526" y="3464425"/>
            <a:ext cx="6501208"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Highest</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Usage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Winter</a:t>
            </a:r>
            <a:endParaRPr kumimoji="0" lang="en-US" altLang="zh-CN" b="0" i="0" u="none" strike="noStrike" cap="none" spc="0" normalizeH="0" baseline="0">
              <a:ln>
                <a:noFill/>
              </a:ln>
              <a:effectLst/>
              <a:uFillTx/>
              <a:latin typeface="Graphik-Medium"/>
              <a:ea typeface="Graphik-Medium"/>
              <a:cs typeface="Graphik-Medium"/>
              <a:sym typeface="Graphik Medium"/>
            </a:endParaRPr>
          </a:p>
          <a:p>
            <a:pPr marL="342900" marR="0" indent="-342900" algn="ctr"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altLang="zh-CN" sz="2400" b="1">
                <a:solidFill>
                  <a:schemeClr val="tx2">
                    <a:lumMod val="50000"/>
                  </a:schemeClr>
                </a:solidFill>
                <a:latin typeface="Graphik-Medium"/>
                <a:ea typeface="Graphik-Medium"/>
                <a:cs typeface="Graphik-Medium"/>
                <a:sym typeface="Graphik Medium"/>
              </a:rPr>
              <a:t>Lowest</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Usage</a:t>
            </a:r>
            <a:r>
              <a:rPr lang="en-US" altLang="zh-CN" sz="2400">
                <a:solidFill>
                  <a:schemeClr val="tx2">
                    <a:lumMod val="50000"/>
                  </a:schemeClr>
                </a:solidFill>
                <a:latin typeface="Graphik-Medium"/>
                <a:ea typeface="Graphik-Medium"/>
                <a:cs typeface="Graphik-Medium"/>
                <a:sym typeface="Graphik Medium"/>
              </a:rPr>
              <a:t>:</a:t>
            </a:r>
            <a:r>
              <a:rPr lang="zh-CN" altLang="en-US" sz="2400">
                <a:solidFill>
                  <a:schemeClr val="tx2">
                    <a:lumMod val="50000"/>
                  </a:schemeClr>
                </a:solidFill>
                <a:latin typeface="Graphik-Medium"/>
                <a:ea typeface="Graphik-Medium"/>
                <a:cs typeface="Graphik-Medium"/>
                <a:sym typeface="Graphik Medium"/>
              </a:rPr>
              <a:t> </a:t>
            </a:r>
            <a:r>
              <a:rPr lang="en-US" altLang="zh-CN">
                <a:solidFill>
                  <a:srgbClr val="00B050"/>
                </a:solidFill>
                <a:latin typeface="Graphik-Medium"/>
                <a:ea typeface="Graphik-Medium"/>
                <a:cs typeface="Graphik-Medium"/>
                <a:sym typeface="Graphik Medium"/>
              </a:rPr>
              <a:t>Spring</a:t>
            </a:r>
          </a:p>
          <a:p>
            <a:pPr marR="0" algn="ctr" defTabSz="457200" rtl="0" fontAlgn="auto" latinLnBrk="0" hangingPunct="0">
              <a:lnSpc>
                <a:spcPct val="100000"/>
              </a:lnSpc>
              <a:spcBef>
                <a:spcPts val="0"/>
              </a:spcBef>
              <a:spcAft>
                <a:spcPts val="0"/>
              </a:spcAft>
              <a:buClrTx/>
              <a:buSzTx/>
              <a:tabLst/>
            </a:pPr>
            <a:endParaRPr lang="en-US" altLang="zh-CN" sz="1200">
              <a:solidFill>
                <a:srgbClr val="0070C0"/>
              </a:solidFill>
              <a:latin typeface="Graphik-Medium"/>
              <a:ea typeface="Graphik-Medium"/>
              <a:cs typeface="Graphik-Medium"/>
              <a:sym typeface="Graphik Medium"/>
            </a:endParaRPr>
          </a:p>
        </p:txBody>
      </p:sp>
      <p:sp>
        <p:nvSpPr>
          <p:cNvPr id="8" name="Rounded Rectangle 7">
            <a:extLst>
              <a:ext uri="{FF2B5EF4-FFF2-40B4-BE49-F238E27FC236}">
                <a16:creationId xmlns:a16="http://schemas.microsoft.com/office/drawing/2014/main" id="{F9C471A7-82E0-E8DE-5CF3-98BE6C00F4C0}"/>
              </a:ext>
            </a:extLst>
          </p:cNvPr>
          <p:cNvSpPr/>
          <p:nvPr/>
        </p:nvSpPr>
        <p:spPr>
          <a:xfrm>
            <a:off x="16646178" y="6294912"/>
            <a:ext cx="6392556" cy="2020411"/>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Winter</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Peak</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58%</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Above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its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daily</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low</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9" name="Rounded Rectangle 8">
            <a:extLst>
              <a:ext uri="{FF2B5EF4-FFF2-40B4-BE49-F238E27FC236}">
                <a16:creationId xmlns:a16="http://schemas.microsoft.com/office/drawing/2014/main" id="{B50D3188-4C52-4254-85B5-4219C461BA4D}"/>
              </a:ext>
            </a:extLst>
          </p:cNvPr>
          <p:cNvSpPr/>
          <p:nvPr/>
        </p:nvSpPr>
        <p:spPr>
          <a:xfrm>
            <a:off x="16646178" y="8851967"/>
            <a:ext cx="6501208"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Summer</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Peak</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5</a:t>
            </a:r>
            <a:r>
              <a:rPr lang="zh-CN" altLang="en-US">
                <a:solidFill>
                  <a:srgbClr val="0070C0"/>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pm</a:t>
            </a:r>
            <a:endParaRPr kumimoji="0" lang="en-US" altLang="zh-CN" b="0" i="0" u="none" strike="noStrike" cap="none" spc="0" normalizeH="0" baseline="0">
              <a:ln>
                <a:noFill/>
              </a:ln>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lang="en-US" altLang="zh-CN" sz="2400" b="1">
                <a:solidFill>
                  <a:schemeClr val="tx2">
                    <a:lumMod val="50000"/>
                  </a:schemeClr>
                </a:solidFill>
                <a:latin typeface="Graphik-Medium"/>
                <a:ea typeface="Graphik-Medium"/>
                <a:cs typeface="Graphik-Medium"/>
                <a:sym typeface="Graphik Medium"/>
              </a:rPr>
              <a:t>Spring</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Peak</a:t>
            </a:r>
            <a:r>
              <a:rPr lang="en-US" altLang="zh-CN" sz="2400">
                <a:solidFill>
                  <a:schemeClr val="tx2">
                    <a:lumMod val="50000"/>
                  </a:schemeClr>
                </a:solidFill>
                <a:latin typeface="Graphik-Medium"/>
                <a:ea typeface="Graphik-Medium"/>
                <a:cs typeface="Graphik-Medium"/>
                <a:sym typeface="Graphik Medium"/>
              </a:rPr>
              <a:t>:</a:t>
            </a:r>
            <a:r>
              <a:rPr lang="zh-CN" altLang="en-US" sz="2400">
                <a:solidFill>
                  <a:schemeClr val="tx2">
                    <a:lumMod val="50000"/>
                  </a:schemeClr>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7</a:t>
            </a:r>
            <a:r>
              <a:rPr lang="zh-CN" altLang="en-US">
                <a:solidFill>
                  <a:srgbClr val="0070C0"/>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pm</a:t>
            </a:r>
            <a:endParaRPr lang="en-US" altLang="zh-CN">
              <a:solidFill>
                <a:srgbClr val="00B050"/>
              </a:solidFill>
              <a:latin typeface="Graphik-Medium"/>
              <a:ea typeface="Graphik-Medium"/>
              <a:cs typeface="Graphik-Medium"/>
              <a:sym typeface="Graphik Medium"/>
            </a:endParaRPr>
          </a:p>
          <a:p>
            <a:pPr marR="0" algn="ctr" defTabSz="457200" rtl="0" fontAlgn="auto" latinLnBrk="0" hangingPunct="0">
              <a:lnSpc>
                <a:spcPct val="100000"/>
              </a:lnSpc>
              <a:spcBef>
                <a:spcPts val="0"/>
              </a:spcBef>
              <a:spcAft>
                <a:spcPts val="0"/>
              </a:spcAft>
              <a:buClrTx/>
              <a:buSzTx/>
              <a:tabLst/>
            </a:pPr>
            <a:endParaRPr lang="en-US" altLang="zh-CN" sz="1200">
              <a:solidFill>
                <a:srgbClr val="0070C0"/>
              </a:solidFill>
              <a:latin typeface="Graphik-Medium"/>
              <a:ea typeface="Graphik-Medium"/>
              <a:cs typeface="Graphik-Medium"/>
              <a:sym typeface="Graphik Medium"/>
            </a:endParaRPr>
          </a:p>
        </p:txBody>
      </p:sp>
      <p:grpSp>
        <p:nvGrpSpPr>
          <p:cNvPr id="12" name="Group 11">
            <a:extLst>
              <a:ext uri="{FF2B5EF4-FFF2-40B4-BE49-F238E27FC236}">
                <a16:creationId xmlns:a16="http://schemas.microsoft.com/office/drawing/2014/main" id="{D28D2B1C-13E0-4A55-6C9F-E4262D69D314}"/>
              </a:ext>
            </a:extLst>
          </p:cNvPr>
          <p:cNvGrpSpPr/>
          <p:nvPr/>
        </p:nvGrpSpPr>
        <p:grpSpPr>
          <a:xfrm>
            <a:off x="12529823" y="3458338"/>
            <a:ext cx="672873" cy="783709"/>
            <a:chOff x="1302693" y="2464017"/>
            <a:chExt cx="756000" cy="756000"/>
          </a:xfrm>
        </p:grpSpPr>
        <p:sp>
          <p:nvSpPr>
            <p:cNvPr id="10" name="Oval 9">
              <a:extLst>
                <a:ext uri="{FF2B5EF4-FFF2-40B4-BE49-F238E27FC236}">
                  <a16:creationId xmlns:a16="http://schemas.microsoft.com/office/drawing/2014/main" id="{2C4787A7-4CC6-9A00-0589-1F1E688AACD7}"/>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547DCA12-377D-1C43-CAD6-5D2C96AAD3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cxnSp>
        <p:nvCxnSpPr>
          <p:cNvPr id="14" name="Straight Arrow Connector 13">
            <a:extLst>
              <a:ext uri="{FF2B5EF4-FFF2-40B4-BE49-F238E27FC236}">
                <a16:creationId xmlns:a16="http://schemas.microsoft.com/office/drawing/2014/main" id="{40A47C97-DD65-A3E7-95AE-4C6225CADCD5}"/>
              </a:ext>
            </a:extLst>
          </p:cNvPr>
          <p:cNvCxnSpPr>
            <a:cxnSpLocks/>
          </p:cNvCxnSpPr>
          <p:nvPr/>
        </p:nvCxnSpPr>
        <p:spPr>
          <a:xfrm flipH="1" flipV="1">
            <a:off x="7521720" y="5257150"/>
            <a:ext cx="59586" cy="1927344"/>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cxnSp>
        <p:nvCxnSpPr>
          <p:cNvPr id="16" name="Straight Arrow Connector 15">
            <a:extLst>
              <a:ext uri="{FF2B5EF4-FFF2-40B4-BE49-F238E27FC236}">
                <a16:creationId xmlns:a16="http://schemas.microsoft.com/office/drawing/2014/main" id="{C6636CBD-95FA-1585-A36D-AEACF1813E22}"/>
              </a:ext>
            </a:extLst>
          </p:cNvPr>
          <p:cNvCxnSpPr>
            <a:cxnSpLocks/>
          </p:cNvCxnSpPr>
          <p:nvPr/>
        </p:nvCxnSpPr>
        <p:spPr>
          <a:xfrm flipH="1" flipV="1">
            <a:off x="10806036" y="6340978"/>
            <a:ext cx="59586" cy="1927344"/>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sp>
        <p:nvSpPr>
          <p:cNvPr id="18" name="Rectangle: Rounded Corners 17">
            <a:extLst>
              <a:ext uri="{FF2B5EF4-FFF2-40B4-BE49-F238E27FC236}">
                <a16:creationId xmlns:a16="http://schemas.microsoft.com/office/drawing/2014/main" id="{5C49AF81-0B5F-05C9-6643-19A952FF6360}"/>
              </a:ext>
            </a:extLst>
          </p:cNvPr>
          <p:cNvSpPr/>
          <p:nvPr/>
        </p:nvSpPr>
        <p:spPr>
          <a:xfrm>
            <a:off x="6684807" y="7162023"/>
            <a:ext cx="2646489"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latin typeface="Graphik-Medium"/>
                <a:ea typeface="Graphik-Medium"/>
                <a:cs typeface="Graphik-Medium"/>
              </a:rPr>
              <a:t>Morning rise</a:t>
            </a:r>
          </a:p>
        </p:txBody>
      </p:sp>
      <p:sp>
        <p:nvSpPr>
          <p:cNvPr id="21" name="Rectangle: Rounded Corners 20">
            <a:extLst>
              <a:ext uri="{FF2B5EF4-FFF2-40B4-BE49-F238E27FC236}">
                <a16:creationId xmlns:a16="http://schemas.microsoft.com/office/drawing/2014/main" id="{4DA0EEE5-0870-1F94-7708-EED7E21C7098}"/>
              </a:ext>
            </a:extLst>
          </p:cNvPr>
          <p:cNvSpPr/>
          <p:nvPr/>
        </p:nvSpPr>
        <p:spPr>
          <a:xfrm>
            <a:off x="9487861" y="8137107"/>
            <a:ext cx="2875662"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err="1">
                <a:solidFill>
                  <a:srgbClr val="000000"/>
                </a:solidFill>
                <a:latin typeface="Graphik-Medium"/>
                <a:ea typeface="Graphik-Medium"/>
                <a:cs typeface="Graphik-Medium"/>
              </a:rPr>
              <a:t>Dayti</a:t>
            </a:r>
            <a:r>
              <a:rPr lang="en-US" sz="3200" b="1">
                <a:solidFill>
                  <a:srgbClr val="000000"/>
                </a:solidFill>
                <a:latin typeface="Graphik-Medium"/>
                <a:ea typeface="Graphik-Medium"/>
                <a:cs typeface="Graphik-Medium"/>
              </a:rPr>
              <a:t>me dip</a:t>
            </a:r>
            <a:endParaRPr kumimoji="0" lang="en-US" sz="3200" b="1" i="0" u="none" strike="noStrike" cap="none" spc="0" normalizeH="0" baseline="0">
              <a:ln>
                <a:noFill/>
              </a:ln>
              <a:solidFill>
                <a:srgbClr val="000000"/>
              </a:solidFill>
              <a:effectLst/>
              <a:uFillTx/>
              <a:latin typeface="Graphik-Medium"/>
              <a:ea typeface="Graphik-Medium"/>
              <a:cs typeface="Graphik-Medium"/>
              <a:sym typeface="Graphik Medium"/>
            </a:endParaRPr>
          </a:p>
        </p:txBody>
      </p:sp>
    </p:spTree>
    <p:extLst>
      <p:ext uri="{BB962C8B-B14F-4D97-AF65-F5344CB8AC3E}">
        <p14:creationId xmlns:p14="http://schemas.microsoft.com/office/powerpoint/2010/main" val="453719082"/>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D07AD-B7AE-7E71-F7AC-5F223BAC3B6C}"/>
            </a:ext>
          </a:extLst>
        </p:cNvPr>
        <p:cNvGrpSpPr/>
        <p:nvPr/>
      </p:nvGrpSpPr>
      <p:grpSpPr>
        <a:xfrm>
          <a:off x="0" y="0"/>
          <a:ext cx="0" cy="0"/>
          <a:chOff x="0" y="0"/>
          <a:chExt cx="0" cy="0"/>
        </a:xfrm>
      </p:grpSpPr>
      <p:sp>
        <p:nvSpPr>
          <p:cNvPr id="252" name="Finding #1: Seasonal Rhythm">
            <a:extLst>
              <a:ext uri="{FF2B5EF4-FFF2-40B4-BE49-F238E27FC236}">
                <a16:creationId xmlns:a16="http://schemas.microsoft.com/office/drawing/2014/main" id="{3D258776-D546-F925-EA8F-AD0F31F982D1}"/>
              </a:ext>
            </a:extLst>
          </p:cNvPr>
          <p:cNvSpPr txBox="1">
            <a:spLocks noGrp="1"/>
          </p:cNvSpPr>
          <p:nvPr>
            <p:ph type="title"/>
          </p:nvPr>
        </p:nvSpPr>
        <p:spPr>
          <a:xfrm>
            <a:off x="677122" y="516361"/>
            <a:ext cx="21844000" cy="1557437"/>
          </a:xfrm>
          <a:prstGeom prst="rect">
            <a:avLst/>
          </a:prstGeom>
        </p:spPr>
        <p:txBody>
          <a:bodyPr/>
          <a:lstStyle>
            <a:lvl1pPr>
              <a:defRPr>
                <a:latin typeface="Myriad Set Pro Bold"/>
                <a:ea typeface="Myriad Set Pro Bold"/>
                <a:cs typeface="Myriad Set Pro Bold"/>
                <a:sym typeface="Myriad Set Pro Bold"/>
              </a:defRPr>
            </a:lvl1pPr>
          </a:lstStyle>
          <a:p>
            <a:r>
              <a:rPr lang="en-US" sz="7200" b="1">
                <a:gradFill flip="none">
                  <a:gsLst>
                    <a:gs pos="0">
                      <a:srgbClr val="FFFFFF"/>
                    </a:gs>
                    <a:gs pos="100000">
                      <a:srgbClr val="929292"/>
                    </a:gs>
                  </a:gsLst>
                  <a:lin ang="5400000" scaled="0"/>
                </a:gradFill>
              </a:rPr>
              <a:t>Finding #1: Seasonal Demand Patterns </a:t>
            </a:r>
          </a:p>
        </p:txBody>
      </p:sp>
      <p:sp>
        <p:nvSpPr>
          <p:cNvPr id="253" name="Slide Subtitle">
            <a:extLst>
              <a:ext uri="{FF2B5EF4-FFF2-40B4-BE49-F238E27FC236}">
                <a16:creationId xmlns:a16="http://schemas.microsoft.com/office/drawing/2014/main" id="{2A9EEAA5-278D-4A84-1259-9A13EF707DDA}"/>
              </a:ext>
            </a:extLst>
          </p:cNvPr>
          <p:cNvSpPr txBox="1">
            <a:spLocks noGrp="1"/>
          </p:cNvSpPr>
          <p:nvPr>
            <p:ph type="body" idx="21"/>
          </p:nvPr>
        </p:nvSpPr>
        <p:spPr>
          <a:xfrm>
            <a:off x="896031" y="2071203"/>
            <a:ext cx="21844000" cy="1016000"/>
          </a:xfrm>
          <a:prstGeom prst="rect">
            <a:avLst/>
          </a:prstGeom>
        </p:spPr>
        <p:txBody>
          <a:bodyPr lIns="50800" tIns="50800" rIns="50800" bIns="50800" anchor="t">
            <a:normAutofit/>
          </a:bodyPr>
          <a:lstStyle/>
          <a:p>
            <a:r>
              <a:rPr lang="en-US"/>
              <a:t>Winter Has the Highest Average Demand </a:t>
            </a:r>
          </a:p>
        </p:txBody>
      </p:sp>
      <p:pic>
        <p:nvPicPr>
          <p:cNvPr id="2" name="Picture 1">
            <a:extLst>
              <a:ext uri="{FF2B5EF4-FFF2-40B4-BE49-F238E27FC236}">
                <a16:creationId xmlns:a16="http://schemas.microsoft.com/office/drawing/2014/main" id="{0D0DEDA5-06FA-0B40-4BD3-B862C6607B3E}"/>
              </a:ext>
            </a:extLst>
          </p:cNvPr>
          <p:cNvPicPr>
            <a:picLocks noChangeAspect="1"/>
          </p:cNvPicPr>
          <p:nvPr/>
        </p:nvPicPr>
        <p:blipFill>
          <a:blip r:embed="rId2"/>
          <a:stretch>
            <a:fillRect/>
          </a:stretch>
        </p:blipFill>
        <p:spPr>
          <a:xfrm>
            <a:off x="1063374" y="3461307"/>
            <a:ext cx="14915354" cy="6771908"/>
          </a:xfrm>
          <a:prstGeom prst="rect">
            <a:avLst/>
          </a:prstGeom>
        </p:spPr>
      </p:pic>
      <p:sp>
        <p:nvSpPr>
          <p:cNvPr id="6" name="TextBox 5">
            <a:extLst>
              <a:ext uri="{FF2B5EF4-FFF2-40B4-BE49-F238E27FC236}">
                <a16:creationId xmlns:a16="http://schemas.microsoft.com/office/drawing/2014/main" id="{AB180D13-2CD9-8205-2CA0-277AD4D54E0A}"/>
              </a:ext>
            </a:extLst>
          </p:cNvPr>
          <p:cNvSpPr txBox="1"/>
          <p:nvPr/>
        </p:nvSpPr>
        <p:spPr>
          <a:xfrm>
            <a:off x="1138792" y="12122518"/>
            <a:ext cx="10535080"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2400"/>
              <a:t>Source: Group A report, Chapter 4, Figure 4.5, January 2010-March 2021.</a:t>
            </a:r>
            <a:endParaRPr lang="en-US" sz="2400" b="0" i="0" u="none" strike="noStrike" cap="none" spc="0" normalizeH="0" baseline="0">
              <a:ln>
                <a:noFill/>
              </a:ln>
              <a:effectLst/>
              <a:uFillTx/>
              <a:latin typeface="Graphik"/>
              <a:ea typeface="Graphik"/>
              <a:cs typeface="Graphik"/>
            </a:endParaRPr>
          </a:p>
        </p:txBody>
      </p:sp>
      <p:pic>
        <p:nvPicPr>
          <p:cNvPr id="3" name="Camera 2">
            <a:extLst>
              <a:ext uri="{FF2B5EF4-FFF2-40B4-BE49-F238E27FC236}">
                <a16:creationId xmlns:a16="http://schemas.microsoft.com/office/drawing/2014/main" id="{43C8E267-67C3-915D-FFD2-EFDB2CBCFFFD}"/>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904946" y="1288"/>
            <a:ext cx="3454070" cy="3429085"/>
          </a:xfrm>
          <a:prstGeom prst="ellipse">
            <a:avLst/>
          </a:prstGeom>
          <a:ln>
            <a:noFill/>
          </a:ln>
          <a:effectLst>
            <a:outerShdw blurRad="190500" algn="tl" rotWithShape="0">
              <a:srgbClr val="000000">
                <a:alpha val="30000"/>
              </a:srgbClr>
            </a:outerShdw>
          </a:effectLst>
        </p:spPr>
      </p:pic>
      <p:sp>
        <p:nvSpPr>
          <p:cNvPr id="4" name="Rectangle: Rounded Corners 3">
            <a:extLst>
              <a:ext uri="{FF2B5EF4-FFF2-40B4-BE49-F238E27FC236}">
                <a16:creationId xmlns:a16="http://schemas.microsoft.com/office/drawing/2014/main" id="{9DAFAD23-3B0A-CEAA-BE37-6F90D8DD0EE2}"/>
              </a:ext>
            </a:extLst>
          </p:cNvPr>
          <p:cNvSpPr/>
          <p:nvPr/>
        </p:nvSpPr>
        <p:spPr>
          <a:xfrm>
            <a:off x="8651581" y="4156273"/>
            <a:ext cx="2474608"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latin typeface="Graphik-Medium"/>
                <a:ea typeface="Graphik-Medium"/>
                <a:cs typeface="Graphik-Medium"/>
              </a:rPr>
              <a:t>Winter peak</a:t>
            </a:r>
            <a:endParaRPr kumimoji="0" lang="en-US" sz="3200" b="1" i="0" u="none" strike="noStrike" cap="none" spc="0" normalizeH="0" baseline="0">
              <a:ln>
                <a:noFill/>
              </a:ln>
              <a:solidFill>
                <a:srgbClr val="000000"/>
              </a:solidFill>
              <a:effectLst/>
              <a:uFillTx/>
              <a:latin typeface="Graphik-Medium"/>
              <a:ea typeface="Graphik-Medium"/>
              <a:cs typeface="Graphik-Medium"/>
              <a:sym typeface="Graphik Medium"/>
            </a:endParaRPr>
          </a:p>
        </p:txBody>
      </p:sp>
      <p:cxnSp>
        <p:nvCxnSpPr>
          <p:cNvPr id="13" name="Straight Arrow Connector 12">
            <a:extLst>
              <a:ext uri="{FF2B5EF4-FFF2-40B4-BE49-F238E27FC236}">
                <a16:creationId xmlns:a16="http://schemas.microsoft.com/office/drawing/2014/main" id="{EF694119-00AF-794C-44CC-60D1CA3257C8}"/>
              </a:ext>
            </a:extLst>
          </p:cNvPr>
          <p:cNvCxnSpPr/>
          <p:nvPr/>
        </p:nvCxnSpPr>
        <p:spPr>
          <a:xfrm flipV="1">
            <a:off x="11137888" y="4147177"/>
            <a:ext cx="1269617" cy="346050"/>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cxnSp>
        <p:nvCxnSpPr>
          <p:cNvPr id="15" name="Straight Arrow Connector 14">
            <a:extLst>
              <a:ext uri="{FF2B5EF4-FFF2-40B4-BE49-F238E27FC236}">
                <a16:creationId xmlns:a16="http://schemas.microsoft.com/office/drawing/2014/main" id="{37D6EA5E-BD0E-A037-A449-B814123779FD}"/>
              </a:ext>
            </a:extLst>
          </p:cNvPr>
          <p:cNvCxnSpPr/>
          <p:nvPr/>
        </p:nvCxnSpPr>
        <p:spPr>
          <a:xfrm>
            <a:off x="12734924" y="7400924"/>
            <a:ext cx="914399" cy="914399"/>
          </a:xfrm>
          <a:prstGeom prst="straightConnector1">
            <a:avLst/>
          </a:prstGeom>
          <a:noFill/>
          <a:ln w="25400" cap="flat">
            <a:solidFill>
              <a:srgbClr val="FFFFFF"/>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9" name="TextBox 18">
            <a:extLst>
              <a:ext uri="{FF2B5EF4-FFF2-40B4-BE49-F238E27FC236}">
                <a16:creationId xmlns:a16="http://schemas.microsoft.com/office/drawing/2014/main" id="{EE135D43-DA43-4E70-3391-C9BD00D02720}"/>
              </a:ext>
            </a:extLst>
          </p:cNvPr>
          <p:cNvSpPr txBox="1"/>
          <p:nvPr/>
        </p:nvSpPr>
        <p:spPr>
          <a:xfrm>
            <a:off x="1082098" y="10803431"/>
            <a:ext cx="14843529" cy="9028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3200" b="1">
                <a:solidFill>
                  <a:schemeClr val="tx1"/>
                </a:solidFill>
                <a:latin typeface="Graphik-Medium"/>
                <a:cs typeface="Arial"/>
              </a:rPr>
              <a:t>Key message: demand follows season, time of day and temperature</a:t>
            </a:r>
            <a:endParaRPr lang="en-US" sz="3200">
              <a:solidFill>
                <a:schemeClr val="tx1"/>
              </a:solidFill>
              <a:latin typeface="Graphik-Medium"/>
            </a:endParaRPr>
          </a:p>
        </p:txBody>
      </p:sp>
      <p:sp>
        <p:nvSpPr>
          <p:cNvPr id="20" name="TextBox 19">
            <a:extLst>
              <a:ext uri="{FF2B5EF4-FFF2-40B4-BE49-F238E27FC236}">
                <a16:creationId xmlns:a16="http://schemas.microsoft.com/office/drawing/2014/main" id="{51047B9C-BD17-B051-2F70-4F4C88C2760C}"/>
              </a:ext>
            </a:extLst>
          </p:cNvPr>
          <p:cNvSpPr txBox="1"/>
          <p:nvPr/>
        </p:nvSpPr>
        <p:spPr>
          <a:xfrm>
            <a:off x="1082098" y="9930277"/>
            <a:ext cx="14877905"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2800" i="1">
                <a:solidFill>
                  <a:schemeClr val="tx1"/>
                </a:solidFill>
              </a:rPr>
              <a:t>Average electricity use throughout the day in each season .</a:t>
            </a:r>
            <a:endParaRPr lang="en-US" sz="2800" i="1" u="none" strike="noStrike" cap="none" spc="0" normalizeH="0" baseline="0">
              <a:ln>
                <a:noFill/>
              </a:ln>
              <a:solidFill>
                <a:schemeClr val="tx1"/>
              </a:solidFill>
              <a:effectLst/>
              <a:uFillTx/>
              <a:latin typeface="Graphik"/>
              <a:ea typeface="Graphik"/>
              <a:cs typeface="Graphik"/>
            </a:endParaRPr>
          </a:p>
        </p:txBody>
      </p:sp>
      <p:sp>
        <p:nvSpPr>
          <p:cNvPr id="7" name="Rounded Rectangle 6">
            <a:extLst>
              <a:ext uri="{FF2B5EF4-FFF2-40B4-BE49-F238E27FC236}">
                <a16:creationId xmlns:a16="http://schemas.microsoft.com/office/drawing/2014/main" id="{FA7F62FA-0BBB-E1ED-5CB3-6A267152E061}"/>
              </a:ext>
            </a:extLst>
          </p:cNvPr>
          <p:cNvSpPr/>
          <p:nvPr/>
        </p:nvSpPr>
        <p:spPr>
          <a:xfrm>
            <a:off x="16537526" y="3464425"/>
            <a:ext cx="6501208"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Highest</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Usage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Winter</a:t>
            </a:r>
            <a:endParaRPr kumimoji="0" lang="en-US" altLang="zh-CN" b="0" i="0" u="none" strike="noStrike" cap="none" spc="0" normalizeH="0" baseline="0">
              <a:ln>
                <a:noFill/>
              </a:ln>
              <a:effectLst/>
              <a:uFillTx/>
              <a:latin typeface="Graphik-Medium"/>
              <a:ea typeface="Graphik-Medium"/>
              <a:cs typeface="Graphik-Medium"/>
              <a:sym typeface="Graphik Medium"/>
            </a:endParaRPr>
          </a:p>
          <a:p>
            <a:pPr marL="342900" marR="0" indent="-342900" algn="ctr"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altLang="zh-CN" sz="2400" b="1">
                <a:solidFill>
                  <a:schemeClr val="tx2">
                    <a:lumMod val="50000"/>
                  </a:schemeClr>
                </a:solidFill>
                <a:latin typeface="Graphik-Medium"/>
                <a:ea typeface="Graphik-Medium"/>
                <a:cs typeface="Graphik-Medium"/>
                <a:sym typeface="Graphik Medium"/>
              </a:rPr>
              <a:t>Lowest</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Usage</a:t>
            </a:r>
            <a:r>
              <a:rPr lang="en-US" altLang="zh-CN" sz="2400">
                <a:solidFill>
                  <a:schemeClr val="tx2">
                    <a:lumMod val="50000"/>
                  </a:schemeClr>
                </a:solidFill>
                <a:latin typeface="Graphik-Medium"/>
                <a:ea typeface="Graphik-Medium"/>
                <a:cs typeface="Graphik-Medium"/>
                <a:sym typeface="Graphik Medium"/>
              </a:rPr>
              <a:t>:</a:t>
            </a:r>
            <a:r>
              <a:rPr lang="zh-CN" altLang="en-US" sz="2400">
                <a:solidFill>
                  <a:schemeClr val="tx2">
                    <a:lumMod val="50000"/>
                  </a:schemeClr>
                </a:solidFill>
                <a:latin typeface="Graphik-Medium"/>
                <a:ea typeface="Graphik-Medium"/>
                <a:cs typeface="Graphik-Medium"/>
                <a:sym typeface="Graphik Medium"/>
              </a:rPr>
              <a:t> </a:t>
            </a:r>
            <a:r>
              <a:rPr lang="en-US" altLang="zh-CN">
                <a:solidFill>
                  <a:srgbClr val="00B050"/>
                </a:solidFill>
                <a:latin typeface="Graphik-Medium"/>
                <a:ea typeface="Graphik-Medium"/>
                <a:cs typeface="Graphik-Medium"/>
                <a:sym typeface="Graphik Medium"/>
              </a:rPr>
              <a:t>Spring</a:t>
            </a:r>
          </a:p>
          <a:p>
            <a:pPr marR="0" algn="ctr" defTabSz="457200" rtl="0" fontAlgn="auto" latinLnBrk="0" hangingPunct="0">
              <a:lnSpc>
                <a:spcPct val="100000"/>
              </a:lnSpc>
              <a:spcBef>
                <a:spcPts val="0"/>
              </a:spcBef>
              <a:spcAft>
                <a:spcPts val="0"/>
              </a:spcAft>
              <a:buClrTx/>
              <a:buSzTx/>
              <a:tabLst/>
            </a:pPr>
            <a:endParaRPr lang="en-US" altLang="zh-CN" sz="1200">
              <a:solidFill>
                <a:srgbClr val="0070C0"/>
              </a:solidFill>
              <a:latin typeface="Graphik-Medium"/>
              <a:ea typeface="Graphik-Medium"/>
              <a:cs typeface="Graphik-Medium"/>
              <a:sym typeface="Graphik Medium"/>
            </a:endParaRPr>
          </a:p>
        </p:txBody>
      </p:sp>
      <p:sp>
        <p:nvSpPr>
          <p:cNvPr id="8" name="Rounded Rectangle 7">
            <a:extLst>
              <a:ext uri="{FF2B5EF4-FFF2-40B4-BE49-F238E27FC236}">
                <a16:creationId xmlns:a16="http://schemas.microsoft.com/office/drawing/2014/main" id="{6032FA00-89D3-5176-01CD-BF05664B51FC}"/>
              </a:ext>
            </a:extLst>
          </p:cNvPr>
          <p:cNvSpPr/>
          <p:nvPr/>
        </p:nvSpPr>
        <p:spPr>
          <a:xfrm>
            <a:off x="16646178" y="6294912"/>
            <a:ext cx="6392556" cy="2020411"/>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Winter</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Peak</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58%</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Above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its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daily</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low</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9" name="Rounded Rectangle 8">
            <a:extLst>
              <a:ext uri="{FF2B5EF4-FFF2-40B4-BE49-F238E27FC236}">
                <a16:creationId xmlns:a16="http://schemas.microsoft.com/office/drawing/2014/main" id="{227ED58B-F3AB-1E21-F4DB-C85043F704DD}"/>
              </a:ext>
            </a:extLst>
          </p:cNvPr>
          <p:cNvSpPr/>
          <p:nvPr/>
        </p:nvSpPr>
        <p:spPr>
          <a:xfrm>
            <a:off x="16646178" y="8851967"/>
            <a:ext cx="6501208"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Summer</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Peak</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5</a:t>
            </a:r>
            <a:r>
              <a:rPr lang="zh-CN" altLang="en-US">
                <a:solidFill>
                  <a:srgbClr val="0070C0"/>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pm</a:t>
            </a:r>
            <a:endParaRPr kumimoji="0" lang="en-US" altLang="zh-CN" b="0" i="0" u="none" strike="noStrike" cap="none" spc="0" normalizeH="0" baseline="0">
              <a:ln>
                <a:noFill/>
              </a:ln>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lang="en-US" altLang="zh-CN" sz="2400" b="1">
                <a:solidFill>
                  <a:schemeClr val="tx2">
                    <a:lumMod val="50000"/>
                  </a:schemeClr>
                </a:solidFill>
                <a:latin typeface="Graphik-Medium"/>
                <a:ea typeface="Graphik-Medium"/>
                <a:cs typeface="Graphik-Medium"/>
                <a:sym typeface="Graphik Medium"/>
              </a:rPr>
              <a:t>Spring</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Peak</a:t>
            </a:r>
            <a:r>
              <a:rPr lang="en-US" altLang="zh-CN" sz="2400">
                <a:solidFill>
                  <a:schemeClr val="tx2">
                    <a:lumMod val="50000"/>
                  </a:schemeClr>
                </a:solidFill>
                <a:latin typeface="Graphik-Medium"/>
                <a:ea typeface="Graphik-Medium"/>
                <a:cs typeface="Graphik-Medium"/>
                <a:sym typeface="Graphik Medium"/>
              </a:rPr>
              <a:t>:</a:t>
            </a:r>
            <a:r>
              <a:rPr lang="zh-CN" altLang="en-US" sz="2400">
                <a:solidFill>
                  <a:schemeClr val="tx2">
                    <a:lumMod val="50000"/>
                  </a:schemeClr>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7</a:t>
            </a:r>
            <a:r>
              <a:rPr lang="zh-CN" altLang="en-US">
                <a:solidFill>
                  <a:srgbClr val="0070C0"/>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pm</a:t>
            </a:r>
            <a:endParaRPr lang="en-US" altLang="zh-CN">
              <a:solidFill>
                <a:srgbClr val="00B050"/>
              </a:solidFill>
              <a:latin typeface="Graphik-Medium"/>
              <a:ea typeface="Graphik-Medium"/>
              <a:cs typeface="Graphik-Medium"/>
              <a:sym typeface="Graphik Medium"/>
            </a:endParaRPr>
          </a:p>
          <a:p>
            <a:pPr marR="0" algn="ctr" defTabSz="457200" rtl="0" fontAlgn="auto" latinLnBrk="0" hangingPunct="0">
              <a:lnSpc>
                <a:spcPct val="100000"/>
              </a:lnSpc>
              <a:spcBef>
                <a:spcPts val="0"/>
              </a:spcBef>
              <a:spcAft>
                <a:spcPts val="0"/>
              </a:spcAft>
              <a:buClrTx/>
              <a:buSzTx/>
              <a:tabLst/>
            </a:pPr>
            <a:endParaRPr lang="en-US" altLang="zh-CN" sz="1200">
              <a:solidFill>
                <a:srgbClr val="0070C0"/>
              </a:solidFill>
              <a:latin typeface="Graphik-Medium"/>
              <a:ea typeface="Graphik-Medium"/>
              <a:cs typeface="Graphik-Medium"/>
              <a:sym typeface="Graphik Medium"/>
            </a:endParaRPr>
          </a:p>
        </p:txBody>
      </p:sp>
      <p:grpSp>
        <p:nvGrpSpPr>
          <p:cNvPr id="12" name="Group 11">
            <a:extLst>
              <a:ext uri="{FF2B5EF4-FFF2-40B4-BE49-F238E27FC236}">
                <a16:creationId xmlns:a16="http://schemas.microsoft.com/office/drawing/2014/main" id="{7F1338A4-2BC1-1947-D2EA-60E962303330}"/>
              </a:ext>
            </a:extLst>
          </p:cNvPr>
          <p:cNvGrpSpPr/>
          <p:nvPr/>
        </p:nvGrpSpPr>
        <p:grpSpPr>
          <a:xfrm>
            <a:off x="16647283" y="5830931"/>
            <a:ext cx="672873" cy="783709"/>
            <a:chOff x="1302693" y="2464017"/>
            <a:chExt cx="756000" cy="756000"/>
          </a:xfrm>
        </p:grpSpPr>
        <p:sp>
          <p:nvSpPr>
            <p:cNvPr id="10" name="Oval 9">
              <a:extLst>
                <a:ext uri="{FF2B5EF4-FFF2-40B4-BE49-F238E27FC236}">
                  <a16:creationId xmlns:a16="http://schemas.microsoft.com/office/drawing/2014/main" id="{2E4A50CE-1801-2242-B680-47230D9C17B1}"/>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0E016B2C-08D7-2A1C-9202-3F1967BA29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cxnSp>
        <p:nvCxnSpPr>
          <p:cNvPr id="14" name="Straight Arrow Connector 13">
            <a:extLst>
              <a:ext uri="{FF2B5EF4-FFF2-40B4-BE49-F238E27FC236}">
                <a16:creationId xmlns:a16="http://schemas.microsoft.com/office/drawing/2014/main" id="{A78876FF-3A9C-CA36-7809-F1B082A42776}"/>
              </a:ext>
            </a:extLst>
          </p:cNvPr>
          <p:cNvCxnSpPr>
            <a:cxnSpLocks/>
          </p:cNvCxnSpPr>
          <p:nvPr/>
        </p:nvCxnSpPr>
        <p:spPr>
          <a:xfrm flipH="1" flipV="1">
            <a:off x="7521720" y="5257150"/>
            <a:ext cx="59586" cy="1927344"/>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cxnSp>
        <p:nvCxnSpPr>
          <p:cNvPr id="16" name="Straight Arrow Connector 15">
            <a:extLst>
              <a:ext uri="{FF2B5EF4-FFF2-40B4-BE49-F238E27FC236}">
                <a16:creationId xmlns:a16="http://schemas.microsoft.com/office/drawing/2014/main" id="{5F42D81C-B9B3-1F88-8F1B-FFEDCF155DF8}"/>
              </a:ext>
            </a:extLst>
          </p:cNvPr>
          <p:cNvCxnSpPr>
            <a:cxnSpLocks/>
          </p:cNvCxnSpPr>
          <p:nvPr/>
        </p:nvCxnSpPr>
        <p:spPr>
          <a:xfrm flipH="1" flipV="1">
            <a:off x="10806036" y="6340978"/>
            <a:ext cx="59586" cy="1927344"/>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sp>
        <p:nvSpPr>
          <p:cNvPr id="18" name="Rectangle: Rounded Corners 17">
            <a:extLst>
              <a:ext uri="{FF2B5EF4-FFF2-40B4-BE49-F238E27FC236}">
                <a16:creationId xmlns:a16="http://schemas.microsoft.com/office/drawing/2014/main" id="{7443ADE8-7FE5-EA3A-07C8-6D796AED4010}"/>
              </a:ext>
            </a:extLst>
          </p:cNvPr>
          <p:cNvSpPr/>
          <p:nvPr/>
        </p:nvSpPr>
        <p:spPr>
          <a:xfrm>
            <a:off x="6684807" y="7162023"/>
            <a:ext cx="2646489"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latin typeface="Graphik-Medium"/>
                <a:ea typeface="Graphik-Medium"/>
                <a:cs typeface="Graphik-Medium"/>
              </a:rPr>
              <a:t>Morning rise</a:t>
            </a:r>
          </a:p>
        </p:txBody>
      </p:sp>
      <p:sp>
        <p:nvSpPr>
          <p:cNvPr id="21" name="Rectangle: Rounded Corners 20">
            <a:extLst>
              <a:ext uri="{FF2B5EF4-FFF2-40B4-BE49-F238E27FC236}">
                <a16:creationId xmlns:a16="http://schemas.microsoft.com/office/drawing/2014/main" id="{E2A5C520-284F-8867-75B5-1B8001A898BC}"/>
              </a:ext>
            </a:extLst>
          </p:cNvPr>
          <p:cNvSpPr/>
          <p:nvPr/>
        </p:nvSpPr>
        <p:spPr>
          <a:xfrm>
            <a:off x="9487861" y="8137107"/>
            <a:ext cx="2875662"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err="1">
                <a:solidFill>
                  <a:srgbClr val="000000"/>
                </a:solidFill>
                <a:latin typeface="Graphik-Medium"/>
                <a:ea typeface="Graphik-Medium"/>
                <a:cs typeface="Graphik-Medium"/>
              </a:rPr>
              <a:t>Dayti</a:t>
            </a:r>
            <a:r>
              <a:rPr lang="en-US" sz="3200" b="1">
                <a:solidFill>
                  <a:srgbClr val="000000"/>
                </a:solidFill>
                <a:latin typeface="Graphik-Medium"/>
                <a:ea typeface="Graphik-Medium"/>
                <a:cs typeface="Graphik-Medium"/>
              </a:rPr>
              <a:t>me dip</a:t>
            </a:r>
            <a:endParaRPr kumimoji="0" lang="en-US" sz="3200" b="1" i="0" u="none" strike="noStrike" cap="none" spc="0" normalizeH="0" baseline="0">
              <a:ln>
                <a:noFill/>
              </a:ln>
              <a:solidFill>
                <a:srgbClr val="000000"/>
              </a:solidFill>
              <a:effectLst/>
              <a:uFillTx/>
              <a:latin typeface="Graphik-Medium"/>
              <a:ea typeface="Graphik-Medium"/>
              <a:cs typeface="Graphik-Medium"/>
              <a:sym typeface="Graphik Medium"/>
            </a:endParaRPr>
          </a:p>
        </p:txBody>
      </p:sp>
    </p:spTree>
    <p:extLst>
      <p:ext uri="{BB962C8B-B14F-4D97-AF65-F5344CB8AC3E}">
        <p14:creationId xmlns:p14="http://schemas.microsoft.com/office/powerpoint/2010/main" val="1385424565"/>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2864D-E7E6-F12F-8EB7-95038F44CC83}"/>
            </a:ext>
          </a:extLst>
        </p:cNvPr>
        <p:cNvGrpSpPr/>
        <p:nvPr/>
      </p:nvGrpSpPr>
      <p:grpSpPr>
        <a:xfrm>
          <a:off x="0" y="0"/>
          <a:ext cx="0" cy="0"/>
          <a:chOff x="0" y="0"/>
          <a:chExt cx="0" cy="0"/>
        </a:xfrm>
      </p:grpSpPr>
      <p:sp>
        <p:nvSpPr>
          <p:cNvPr id="252" name="Finding #1: Seasonal Rhythm">
            <a:extLst>
              <a:ext uri="{FF2B5EF4-FFF2-40B4-BE49-F238E27FC236}">
                <a16:creationId xmlns:a16="http://schemas.microsoft.com/office/drawing/2014/main" id="{78210AEF-5784-9AE7-AC61-5253C549C891}"/>
              </a:ext>
            </a:extLst>
          </p:cNvPr>
          <p:cNvSpPr txBox="1">
            <a:spLocks noGrp="1"/>
          </p:cNvSpPr>
          <p:nvPr>
            <p:ph type="title"/>
          </p:nvPr>
        </p:nvSpPr>
        <p:spPr>
          <a:xfrm>
            <a:off x="677122" y="516361"/>
            <a:ext cx="21844000" cy="1557437"/>
          </a:xfrm>
          <a:prstGeom prst="rect">
            <a:avLst/>
          </a:prstGeom>
        </p:spPr>
        <p:txBody>
          <a:bodyPr/>
          <a:lstStyle>
            <a:lvl1pPr>
              <a:defRPr>
                <a:latin typeface="Myriad Set Pro Bold"/>
                <a:ea typeface="Myriad Set Pro Bold"/>
                <a:cs typeface="Myriad Set Pro Bold"/>
                <a:sym typeface="Myriad Set Pro Bold"/>
              </a:defRPr>
            </a:lvl1pPr>
          </a:lstStyle>
          <a:p>
            <a:r>
              <a:rPr lang="en-US" sz="7200" b="1">
                <a:gradFill flip="none">
                  <a:gsLst>
                    <a:gs pos="0">
                      <a:srgbClr val="FFFFFF"/>
                    </a:gs>
                    <a:gs pos="100000">
                      <a:srgbClr val="929292"/>
                    </a:gs>
                  </a:gsLst>
                  <a:lin ang="5400000" scaled="0"/>
                </a:gradFill>
              </a:rPr>
              <a:t>Finding #1: Seasonal Demand Patterns </a:t>
            </a:r>
          </a:p>
        </p:txBody>
      </p:sp>
      <p:sp>
        <p:nvSpPr>
          <p:cNvPr id="253" name="Slide Subtitle">
            <a:extLst>
              <a:ext uri="{FF2B5EF4-FFF2-40B4-BE49-F238E27FC236}">
                <a16:creationId xmlns:a16="http://schemas.microsoft.com/office/drawing/2014/main" id="{BE176E1A-A15C-7FF7-3C8E-2E71DB2AE498}"/>
              </a:ext>
            </a:extLst>
          </p:cNvPr>
          <p:cNvSpPr txBox="1">
            <a:spLocks noGrp="1"/>
          </p:cNvSpPr>
          <p:nvPr>
            <p:ph type="body" idx="21"/>
          </p:nvPr>
        </p:nvSpPr>
        <p:spPr>
          <a:xfrm>
            <a:off x="896031" y="2071203"/>
            <a:ext cx="21844000" cy="1016000"/>
          </a:xfrm>
          <a:prstGeom prst="rect">
            <a:avLst/>
          </a:prstGeom>
        </p:spPr>
        <p:txBody>
          <a:bodyPr lIns="50800" tIns="50800" rIns="50800" bIns="50800" anchor="t">
            <a:normAutofit/>
          </a:bodyPr>
          <a:lstStyle/>
          <a:p>
            <a:r>
              <a:rPr lang="en-US"/>
              <a:t>Winter Has the Highest Average Demand </a:t>
            </a:r>
          </a:p>
        </p:txBody>
      </p:sp>
      <p:pic>
        <p:nvPicPr>
          <p:cNvPr id="2" name="Picture 1">
            <a:extLst>
              <a:ext uri="{FF2B5EF4-FFF2-40B4-BE49-F238E27FC236}">
                <a16:creationId xmlns:a16="http://schemas.microsoft.com/office/drawing/2014/main" id="{E8AC4DE8-FCEA-1991-FE5C-1FBAB5F59264}"/>
              </a:ext>
            </a:extLst>
          </p:cNvPr>
          <p:cNvPicPr>
            <a:picLocks noChangeAspect="1"/>
          </p:cNvPicPr>
          <p:nvPr/>
        </p:nvPicPr>
        <p:blipFill>
          <a:blip r:embed="rId2"/>
          <a:stretch>
            <a:fillRect/>
          </a:stretch>
        </p:blipFill>
        <p:spPr>
          <a:xfrm>
            <a:off x="1063374" y="3461307"/>
            <a:ext cx="14915354" cy="6771908"/>
          </a:xfrm>
          <a:prstGeom prst="rect">
            <a:avLst/>
          </a:prstGeom>
        </p:spPr>
      </p:pic>
      <p:sp>
        <p:nvSpPr>
          <p:cNvPr id="6" name="TextBox 5">
            <a:extLst>
              <a:ext uri="{FF2B5EF4-FFF2-40B4-BE49-F238E27FC236}">
                <a16:creationId xmlns:a16="http://schemas.microsoft.com/office/drawing/2014/main" id="{F08E0096-7F31-DE95-84A2-06309BB6CD3A}"/>
              </a:ext>
            </a:extLst>
          </p:cNvPr>
          <p:cNvSpPr txBox="1"/>
          <p:nvPr/>
        </p:nvSpPr>
        <p:spPr>
          <a:xfrm>
            <a:off x="1138792" y="12122518"/>
            <a:ext cx="10535080"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2400"/>
              <a:t>Source: Group A report, Chapter 4, Figure 4.5, January 2010-March 2021.</a:t>
            </a:r>
            <a:endParaRPr lang="en-US" sz="2400" b="0" i="0" u="none" strike="noStrike" cap="none" spc="0" normalizeH="0" baseline="0">
              <a:ln>
                <a:noFill/>
              </a:ln>
              <a:effectLst/>
              <a:uFillTx/>
              <a:latin typeface="Graphik"/>
              <a:ea typeface="Graphik"/>
              <a:cs typeface="Graphik"/>
            </a:endParaRPr>
          </a:p>
        </p:txBody>
      </p:sp>
      <p:pic>
        <p:nvPicPr>
          <p:cNvPr id="3" name="Camera 2">
            <a:extLst>
              <a:ext uri="{FF2B5EF4-FFF2-40B4-BE49-F238E27FC236}">
                <a16:creationId xmlns:a16="http://schemas.microsoft.com/office/drawing/2014/main" id="{D33BED6A-A9CA-3978-DA52-779DB790D336}"/>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904946" y="1288"/>
            <a:ext cx="3454070" cy="3429085"/>
          </a:xfrm>
          <a:prstGeom prst="ellipse">
            <a:avLst/>
          </a:prstGeom>
          <a:ln>
            <a:noFill/>
          </a:ln>
          <a:effectLst>
            <a:outerShdw blurRad="190500" algn="tl" rotWithShape="0">
              <a:srgbClr val="000000">
                <a:alpha val="30000"/>
              </a:srgbClr>
            </a:outerShdw>
          </a:effectLst>
        </p:spPr>
      </p:pic>
      <p:sp>
        <p:nvSpPr>
          <p:cNvPr id="4" name="Rectangle: Rounded Corners 3">
            <a:extLst>
              <a:ext uri="{FF2B5EF4-FFF2-40B4-BE49-F238E27FC236}">
                <a16:creationId xmlns:a16="http://schemas.microsoft.com/office/drawing/2014/main" id="{A75095C7-AE53-0824-05C9-3E4C46CE524F}"/>
              </a:ext>
            </a:extLst>
          </p:cNvPr>
          <p:cNvSpPr/>
          <p:nvPr/>
        </p:nvSpPr>
        <p:spPr>
          <a:xfrm>
            <a:off x="8651581" y="4156273"/>
            <a:ext cx="2474608"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latin typeface="Graphik-Medium"/>
                <a:ea typeface="Graphik-Medium"/>
                <a:cs typeface="Graphik-Medium"/>
              </a:rPr>
              <a:t>Winter peak</a:t>
            </a:r>
            <a:endParaRPr kumimoji="0" lang="en-US" sz="3200" b="1" i="0" u="none" strike="noStrike" cap="none" spc="0" normalizeH="0" baseline="0">
              <a:ln>
                <a:noFill/>
              </a:ln>
              <a:solidFill>
                <a:srgbClr val="000000"/>
              </a:solidFill>
              <a:effectLst/>
              <a:uFillTx/>
              <a:latin typeface="Graphik-Medium"/>
              <a:ea typeface="Graphik-Medium"/>
              <a:cs typeface="Graphik-Medium"/>
              <a:sym typeface="Graphik Medium"/>
            </a:endParaRPr>
          </a:p>
        </p:txBody>
      </p:sp>
      <p:cxnSp>
        <p:nvCxnSpPr>
          <p:cNvPr id="13" name="Straight Arrow Connector 12">
            <a:extLst>
              <a:ext uri="{FF2B5EF4-FFF2-40B4-BE49-F238E27FC236}">
                <a16:creationId xmlns:a16="http://schemas.microsoft.com/office/drawing/2014/main" id="{0876D66D-97E5-60D6-4FA8-52C14951ABDB}"/>
              </a:ext>
            </a:extLst>
          </p:cNvPr>
          <p:cNvCxnSpPr/>
          <p:nvPr/>
        </p:nvCxnSpPr>
        <p:spPr>
          <a:xfrm flipV="1">
            <a:off x="11137888" y="4147177"/>
            <a:ext cx="1269617" cy="346050"/>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cxnSp>
        <p:nvCxnSpPr>
          <p:cNvPr id="15" name="Straight Arrow Connector 14">
            <a:extLst>
              <a:ext uri="{FF2B5EF4-FFF2-40B4-BE49-F238E27FC236}">
                <a16:creationId xmlns:a16="http://schemas.microsoft.com/office/drawing/2014/main" id="{3E601354-307B-2B88-936D-FF1C495D6062}"/>
              </a:ext>
            </a:extLst>
          </p:cNvPr>
          <p:cNvCxnSpPr/>
          <p:nvPr/>
        </p:nvCxnSpPr>
        <p:spPr>
          <a:xfrm>
            <a:off x="12734924" y="7400924"/>
            <a:ext cx="914399" cy="914399"/>
          </a:xfrm>
          <a:prstGeom prst="straightConnector1">
            <a:avLst/>
          </a:prstGeom>
          <a:noFill/>
          <a:ln w="25400" cap="flat">
            <a:solidFill>
              <a:srgbClr val="FFFFFF"/>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9" name="TextBox 18">
            <a:extLst>
              <a:ext uri="{FF2B5EF4-FFF2-40B4-BE49-F238E27FC236}">
                <a16:creationId xmlns:a16="http://schemas.microsoft.com/office/drawing/2014/main" id="{A549F462-583C-FFAD-BB76-D4FFB6F7AE43}"/>
              </a:ext>
            </a:extLst>
          </p:cNvPr>
          <p:cNvSpPr txBox="1"/>
          <p:nvPr/>
        </p:nvSpPr>
        <p:spPr>
          <a:xfrm>
            <a:off x="1082098" y="10803431"/>
            <a:ext cx="14843529" cy="9028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3200" b="1">
                <a:solidFill>
                  <a:schemeClr val="tx1"/>
                </a:solidFill>
                <a:latin typeface="Graphik-Medium"/>
                <a:cs typeface="Arial"/>
              </a:rPr>
              <a:t>Key message: demand follows season, time of day and temperature</a:t>
            </a:r>
            <a:endParaRPr lang="en-US" sz="3200">
              <a:solidFill>
                <a:schemeClr val="tx1"/>
              </a:solidFill>
              <a:latin typeface="Graphik-Medium"/>
            </a:endParaRPr>
          </a:p>
        </p:txBody>
      </p:sp>
      <p:sp>
        <p:nvSpPr>
          <p:cNvPr id="20" name="TextBox 19">
            <a:extLst>
              <a:ext uri="{FF2B5EF4-FFF2-40B4-BE49-F238E27FC236}">
                <a16:creationId xmlns:a16="http://schemas.microsoft.com/office/drawing/2014/main" id="{B3DA548E-1332-31BF-8740-316D28A15F3E}"/>
              </a:ext>
            </a:extLst>
          </p:cNvPr>
          <p:cNvSpPr txBox="1"/>
          <p:nvPr/>
        </p:nvSpPr>
        <p:spPr>
          <a:xfrm>
            <a:off x="1082098" y="9930277"/>
            <a:ext cx="14877905"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2800" i="1">
                <a:solidFill>
                  <a:schemeClr val="tx1"/>
                </a:solidFill>
              </a:rPr>
              <a:t>Average electricity use throughout the day in each season .</a:t>
            </a:r>
            <a:endParaRPr lang="en-US" sz="2800" i="1" u="none" strike="noStrike" cap="none" spc="0" normalizeH="0" baseline="0">
              <a:ln>
                <a:noFill/>
              </a:ln>
              <a:solidFill>
                <a:schemeClr val="tx1"/>
              </a:solidFill>
              <a:effectLst/>
              <a:uFillTx/>
              <a:latin typeface="Graphik"/>
              <a:ea typeface="Graphik"/>
              <a:cs typeface="Graphik"/>
            </a:endParaRPr>
          </a:p>
        </p:txBody>
      </p:sp>
      <p:sp>
        <p:nvSpPr>
          <p:cNvPr id="7" name="Rounded Rectangle 6">
            <a:extLst>
              <a:ext uri="{FF2B5EF4-FFF2-40B4-BE49-F238E27FC236}">
                <a16:creationId xmlns:a16="http://schemas.microsoft.com/office/drawing/2014/main" id="{A25F42F8-B42F-8707-2C7D-C397F2127610}"/>
              </a:ext>
            </a:extLst>
          </p:cNvPr>
          <p:cNvSpPr/>
          <p:nvPr/>
        </p:nvSpPr>
        <p:spPr>
          <a:xfrm>
            <a:off x="16537526" y="3464425"/>
            <a:ext cx="6501208"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Highest</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Usage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Winter</a:t>
            </a:r>
            <a:endParaRPr kumimoji="0" lang="en-US" altLang="zh-CN" b="0" i="0" u="none" strike="noStrike" cap="none" spc="0" normalizeH="0" baseline="0">
              <a:ln>
                <a:noFill/>
              </a:ln>
              <a:effectLst/>
              <a:uFillTx/>
              <a:latin typeface="Graphik-Medium"/>
              <a:ea typeface="Graphik-Medium"/>
              <a:cs typeface="Graphik-Medium"/>
              <a:sym typeface="Graphik Medium"/>
            </a:endParaRPr>
          </a:p>
          <a:p>
            <a:pPr marL="342900" marR="0" indent="-342900" algn="ctr"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altLang="zh-CN" sz="2400" b="1">
                <a:solidFill>
                  <a:schemeClr val="tx2">
                    <a:lumMod val="50000"/>
                  </a:schemeClr>
                </a:solidFill>
                <a:latin typeface="Graphik-Medium"/>
                <a:ea typeface="Graphik-Medium"/>
                <a:cs typeface="Graphik-Medium"/>
                <a:sym typeface="Graphik Medium"/>
              </a:rPr>
              <a:t>Lowest</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Usage</a:t>
            </a:r>
            <a:r>
              <a:rPr lang="en-US" altLang="zh-CN" sz="2400">
                <a:solidFill>
                  <a:schemeClr val="tx2">
                    <a:lumMod val="50000"/>
                  </a:schemeClr>
                </a:solidFill>
                <a:latin typeface="Graphik-Medium"/>
                <a:ea typeface="Graphik-Medium"/>
                <a:cs typeface="Graphik-Medium"/>
                <a:sym typeface="Graphik Medium"/>
              </a:rPr>
              <a:t>:</a:t>
            </a:r>
            <a:r>
              <a:rPr lang="zh-CN" altLang="en-US" sz="2400">
                <a:solidFill>
                  <a:schemeClr val="tx2">
                    <a:lumMod val="50000"/>
                  </a:schemeClr>
                </a:solidFill>
                <a:latin typeface="Graphik-Medium"/>
                <a:ea typeface="Graphik-Medium"/>
                <a:cs typeface="Graphik-Medium"/>
                <a:sym typeface="Graphik Medium"/>
              </a:rPr>
              <a:t> </a:t>
            </a:r>
            <a:r>
              <a:rPr lang="en-US" altLang="zh-CN">
                <a:solidFill>
                  <a:srgbClr val="00B050"/>
                </a:solidFill>
                <a:latin typeface="Graphik-Medium"/>
                <a:ea typeface="Graphik-Medium"/>
                <a:cs typeface="Graphik-Medium"/>
                <a:sym typeface="Graphik Medium"/>
              </a:rPr>
              <a:t>Spring</a:t>
            </a:r>
          </a:p>
          <a:p>
            <a:pPr marR="0" algn="ctr" defTabSz="457200" rtl="0" fontAlgn="auto" latinLnBrk="0" hangingPunct="0">
              <a:lnSpc>
                <a:spcPct val="100000"/>
              </a:lnSpc>
              <a:spcBef>
                <a:spcPts val="0"/>
              </a:spcBef>
              <a:spcAft>
                <a:spcPts val="0"/>
              </a:spcAft>
              <a:buClrTx/>
              <a:buSzTx/>
              <a:tabLst/>
            </a:pPr>
            <a:endParaRPr lang="en-US" altLang="zh-CN" sz="1200">
              <a:solidFill>
                <a:srgbClr val="0070C0"/>
              </a:solidFill>
              <a:latin typeface="Graphik-Medium"/>
              <a:ea typeface="Graphik-Medium"/>
              <a:cs typeface="Graphik-Medium"/>
              <a:sym typeface="Graphik Medium"/>
            </a:endParaRPr>
          </a:p>
        </p:txBody>
      </p:sp>
      <p:sp>
        <p:nvSpPr>
          <p:cNvPr id="8" name="Rounded Rectangle 7">
            <a:extLst>
              <a:ext uri="{FF2B5EF4-FFF2-40B4-BE49-F238E27FC236}">
                <a16:creationId xmlns:a16="http://schemas.microsoft.com/office/drawing/2014/main" id="{993C607A-384F-2F08-3312-CC904BF9BB55}"/>
              </a:ext>
            </a:extLst>
          </p:cNvPr>
          <p:cNvSpPr/>
          <p:nvPr/>
        </p:nvSpPr>
        <p:spPr>
          <a:xfrm>
            <a:off x="16646178" y="6294912"/>
            <a:ext cx="6392556" cy="2020411"/>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Winter</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Peak</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58%</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Above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its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daily</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low</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9" name="Rounded Rectangle 8">
            <a:extLst>
              <a:ext uri="{FF2B5EF4-FFF2-40B4-BE49-F238E27FC236}">
                <a16:creationId xmlns:a16="http://schemas.microsoft.com/office/drawing/2014/main" id="{6D0AA52D-1ED4-A716-26F7-A83321E848CA}"/>
              </a:ext>
            </a:extLst>
          </p:cNvPr>
          <p:cNvSpPr/>
          <p:nvPr/>
        </p:nvSpPr>
        <p:spPr>
          <a:xfrm>
            <a:off x="16646178" y="8851967"/>
            <a:ext cx="6501208"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Summer</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Peak</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5</a:t>
            </a:r>
            <a:r>
              <a:rPr lang="zh-CN" altLang="en-US">
                <a:solidFill>
                  <a:srgbClr val="0070C0"/>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pm</a:t>
            </a:r>
            <a:endParaRPr kumimoji="0" lang="en-US" altLang="zh-CN" b="0" i="0" u="none" strike="noStrike" cap="none" spc="0" normalizeH="0" baseline="0">
              <a:ln>
                <a:noFill/>
              </a:ln>
              <a:effectLst/>
              <a:uFillTx/>
              <a:latin typeface="Graphik-Medium"/>
              <a:ea typeface="Graphik-Medium"/>
              <a:cs typeface="Graphik-Medium"/>
              <a:sym typeface="Graphik Medium"/>
            </a:endParaRPr>
          </a:p>
          <a:p>
            <a:pPr marL="342900" indent="-342900" algn="ctr" defTabSz="457200">
              <a:spcBef>
                <a:spcPts val="0"/>
              </a:spcBef>
              <a:buFont typeface="Arial" panose="020B0604020202020204" pitchFamily="34" charset="0"/>
              <a:buChar char="•"/>
            </a:pPr>
            <a:r>
              <a:rPr lang="en-US" altLang="zh-CN" sz="2400" b="1">
                <a:solidFill>
                  <a:schemeClr val="tx2">
                    <a:lumMod val="50000"/>
                  </a:schemeClr>
                </a:solidFill>
                <a:latin typeface="Graphik-Medium"/>
                <a:ea typeface="Graphik-Medium"/>
                <a:cs typeface="Graphik-Medium"/>
                <a:sym typeface="Graphik Medium"/>
              </a:rPr>
              <a:t>Spring</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Peak</a:t>
            </a:r>
            <a:r>
              <a:rPr lang="en-US" altLang="zh-CN" sz="2400">
                <a:solidFill>
                  <a:schemeClr val="tx2">
                    <a:lumMod val="50000"/>
                  </a:schemeClr>
                </a:solidFill>
                <a:latin typeface="Graphik-Medium"/>
                <a:ea typeface="Graphik-Medium"/>
                <a:cs typeface="Graphik-Medium"/>
                <a:sym typeface="Graphik Medium"/>
              </a:rPr>
              <a:t>:</a:t>
            </a:r>
            <a:r>
              <a:rPr lang="zh-CN" altLang="en-US" sz="2400">
                <a:solidFill>
                  <a:schemeClr val="tx2">
                    <a:lumMod val="50000"/>
                  </a:schemeClr>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7</a:t>
            </a:r>
            <a:r>
              <a:rPr lang="zh-CN" altLang="en-US">
                <a:solidFill>
                  <a:srgbClr val="0070C0"/>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pm</a:t>
            </a:r>
            <a:endParaRPr lang="en-US" altLang="zh-CN">
              <a:solidFill>
                <a:srgbClr val="00B050"/>
              </a:solidFill>
              <a:latin typeface="Graphik-Medium"/>
              <a:ea typeface="Graphik-Medium"/>
              <a:cs typeface="Graphik-Medium"/>
              <a:sym typeface="Graphik Medium"/>
            </a:endParaRPr>
          </a:p>
          <a:p>
            <a:pPr marR="0" algn="ctr" defTabSz="457200" rtl="0" fontAlgn="auto" latinLnBrk="0" hangingPunct="0">
              <a:lnSpc>
                <a:spcPct val="100000"/>
              </a:lnSpc>
              <a:spcBef>
                <a:spcPts val="0"/>
              </a:spcBef>
              <a:spcAft>
                <a:spcPts val="0"/>
              </a:spcAft>
              <a:buClrTx/>
              <a:buSzTx/>
              <a:tabLst/>
            </a:pPr>
            <a:endParaRPr lang="en-US" altLang="zh-CN" sz="1200">
              <a:solidFill>
                <a:srgbClr val="0070C0"/>
              </a:solidFill>
              <a:latin typeface="Graphik-Medium"/>
              <a:ea typeface="Graphik-Medium"/>
              <a:cs typeface="Graphik-Medium"/>
              <a:sym typeface="Graphik Medium"/>
            </a:endParaRPr>
          </a:p>
        </p:txBody>
      </p:sp>
      <p:grpSp>
        <p:nvGrpSpPr>
          <p:cNvPr id="12" name="Group 11">
            <a:extLst>
              <a:ext uri="{FF2B5EF4-FFF2-40B4-BE49-F238E27FC236}">
                <a16:creationId xmlns:a16="http://schemas.microsoft.com/office/drawing/2014/main" id="{77D34626-2898-1448-4498-210C638AF0F0}"/>
              </a:ext>
            </a:extLst>
          </p:cNvPr>
          <p:cNvGrpSpPr/>
          <p:nvPr/>
        </p:nvGrpSpPr>
        <p:grpSpPr>
          <a:xfrm>
            <a:off x="16647283" y="8458871"/>
            <a:ext cx="672873" cy="783709"/>
            <a:chOff x="1302693" y="2464017"/>
            <a:chExt cx="756000" cy="756000"/>
          </a:xfrm>
        </p:grpSpPr>
        <p:sp>
          <p:nvSpPr>
            <p:cNvPr id="10" name="Oval 9">
              <a:extLst>
                <a:ext uri="{FF2B5EF4-FFF2-40B4-BE49-F238E27FC236}">
                  <a16:creationId xmlns:a16="http://schemas.microsoft.com/office/drawing/2014/main" id="{24D666C9-DD2C-9794-94E4-E0050C393E96}"/>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0F2554FE-B0DC-0A2F-341D-5913C41FFB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cxnSp>
        <p:nvCxnSpPr>
          <p:cNvPr id="14" name="Straight Arrow Connector 13">
            <a:extLst>
              <a:ext uri="{FF2B5EF4-FFF2-40B4-BE49-F238E27FC236}">
                <a16:creationId xmlns:a16="http://schemas.microsoft.com/office/drawing/2014/main" id="{BC72B35A-54F6-3E51-3D9A-D012F9B4A586}"/>
              </a:ext>
            </a:extLst>
          </p:cNvPr>
          <p:cNvCxnSpPr>
            <a:cxnSpLocks/>
          </p:cNvCxnSpPr>
          <p:nvPr/>
        </p:nvCxnSpPr>
        <p:spPr>
          <a:xfrm flipH="1" flipV="1">
            <a:off x="7521720" y="5257150"/>
            <a:ext cx="59586" cy="1927344"/>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cxnSp>
        <p:nvCxnSpPr>
          <p:cNvPr id="16" name="Straight Arrow Connector 15">
            <a:extLst>
              <a:ext uri="{FF2B5EF4-FFF2-40B4-BE49-F238E27FC236}">
                <a16:creationId xmlns:a16="http://schemas.microsoft.com/office/drawing/2014/main" id="{972BF995-BC7F-3620-829F-9AB8E1B63646}"/>
              </a:ext>
            </a:extLst>
          </p:cNvPr>
          <p:cNvCxnSpPr>
            <a:cxnSpLocks/>
          </p:cNvCxnSpPr>
          <p:nvPr/>
        </p:nvCxnSpPr>
        <p:spPr>
          <a:xfrm flipH="1" flipV="1">
            <a:off x="10806036" y="6340978"/>
            <a:ext cx="59586" cy="1927344"/>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sp>
        <p:nvSpPr>
          <p:cNvPr id="18" name="Rectangle: Rounded Corners 17">
            <a:extLst>
              <a:ext uri="{FF2B5EF4-FFF2-40B4-BE49-F238E27FC236}">
                <a16:creationId xmlns:a16="http://schemas.microsoft.com/office/drawing/2014/main" id="{6A2A2412-C790-FF72-7016-7230C97D680B}"/>
              </a:ext>
            </a:extLst>
          </p:cNvPr>
          <p:cNvSpPr/>
          <p:nvPr/>
        </p:nvSpPr>
        <p:spPr>
          <a:xfrm>
            <a:off x="6684807" y="7162023"/>
            <a:ext cx="2646489"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a:solidFill>
                  <a:srgbClr val="000000"/>
                </a:solidFill>
                <a:latin typeface="Graphik-Medium"/>
                <a:ea typeface="Graphik-Medium"/>
                <a:cs typeface="Graphik-Medium"/>
              </a:rPr>
              <a:t>Morning rise</a:t>
            </a:r>
          </a:p>
        </p:txBody>
      </p:sp>
      <p:sp>
        <p:nvSpPr>
          <p:cNvPr id="21" name="Rectangle: Rounded Corners 20">
            <a:extLst>
              <a:ext uri="{FF2B5EF4-FFF2-40B4-BE49-F238E27FC236}">
                <a16:creationId xmlns:a16="http://schemas.microsoft.com/office/drawing/2014/main" id="{8F32BA34-4403-5D37-B77B-5042025FA031}"/>
              </a:ext>
            </a:extLst>
          </p:cNvPr>
          <p:cNvSpPr/>
          <p:nvPr/>
        </p:nvSpPr>
        <p:spPr>
          <a:xfrm>
            <a:off x="9487861" y="8137107"/>
            <a:ext cx="2875662"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b="1" err="1">
                <a:solidFill>
                  <a:srgbClr val="000000"/>
                </a:solidFill>
                <a:latin typeface="Graphik-Medium"/>
                <a:ea typeface="Graphik-Medium"/>
                <a:cs typeface="Graphik-Medium"/>
              </a:rPr>
              <a:t>Dayti</a:t>
            </a:r>
            <a:r>
              <a:rPr lang="en-US" sz="3200" b="1">
                <a:solidFill>
                  <a:srgbClr val="000000"/>
                </a:solidFill>
                <a:latin typeface="Graphik-Medium"/>
                <a:ea typeface="Graphik-Medium"/>
                <a:cs typeface="Graphik-Medium"/>
              </a:rPr>
              <a:t>me dip</a:t>
            </a:r>
            <a:endParaRPr kumimoji="0" lang="en-US" sz="3200" b="1" i="0" u="none" strike="noStrike" cap="none" spc="0" normalizeH="0" baseline="0">
              <a:ln>
                <a:noFill/>
              </a:ln>
              <a:solidFill>
                <a:srgbClr val="000000"/>
              </a:solidFill>
              <a:effectLst/>
              <a:uFillTx/>
              <a:latin typeface="Graphik-Medium"/>
              <a:ea typeface="Graphik-Medium"/>
              <a:cs typeface="Graphik-Medium"/>
              <a:sym typeface="Graphik Medium"/>
            </a:endParaRPr>
          </a:p>
        </p:txBody>
      </p:sp>
    </p:spTree>
    <p:extLst>
      <p:ext uri="{BB962C8B-B14F-4D97-AF65-F5344CB8AC3E}">
        <p14:creationId xmlns:p14="http://schemas.microsoft.com/office/powerpoint/2010/main" val="32092304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3508E-B563-6D80-4326-AD06FA959897}"/>
            </a:ext>
          </a:extLst>
        </p:cNvPr>
        <p:cNvGrpSpPr/>
        <p:nvPr/>
      </p:nvGrpSpPr>
      <p:grpSpPr>
        <a:xfrm>
          <a:off x="0" y="0"/>
          <a:ext cx="0" cy="0"/>
          <a:chOff x="0" y="0"/>
          <a:chExt cx="0" cy="0"/>
        </a:xfrm>
      </p:grpSpPr>
      <p:sp>
        <p:nvSpPr>
          <p:cNvPr id="256" name="Finding #2: Temperature">
            <a:extLst>
              <a:ext uri="{FF2B5EF4-FFF2-40B4-BE49-F238E27FC236}">
                <a16:creationId xmlns:a16="http://schemas.microsoft.com/office/drawing/2014/main" id="{9DF13331-4484-E9A4-1C8C-C5F5347A66A5}"/>
              </a:ext>
            </a:extLst>
          </p:cNvPr>
          <p:cNvSpPr txBox="1">
            <a:spLocks noGrp="1"/>
          </p:cNvSpPr>
          <p:nvPr>
            <p:ph type="title"/>
          </p:nvPr>
        </p:nvSpPr>
        <p:spPr>
          <a:xfrm>
            <a:off x="1270000" y="399528"/>
            <a:ext cx="21844000" cy="1557437"/>
          </a:xfrm>
          <a:prstGeom prst="rect">
            <a:avLst/>
          </a:prstGeom>
        </p:spPr>
        <p:txBody>
          <a:bodyPr/>
          <a:lstStyle>
            <a:lvl1pPr>
              <a:defRPr>
                <a:latin typeface="Myriad Set Pro Bold"/>
                <a:ea typeface="Myriad Set Pro Bold"/>
                <a:cs typeface="Myriad Set Pro Bold"/>
                <a:sym typeface="Myriad Set Pro Bold"/>
              </a:defRPr>
            </a:lvl1pPr>
          </a:lstStyle>
          <a:p>
            <a:r>
              <a:rPr sz="7200" b="1">
                <a:gradFill flip="none">
                  <a:gsLst>
                    <a:gs pos="0">
                      <a:srgbClr val="FFFFFF"/>
                    </a:gs>
                    <a:gs pos="100000">
                      <a:srgbClr val="929292"/>
                    </a:gs>
                  </a:gsLst>
                  <a:lin ang="5400000" scaled="0"/>
                </a:gradFill>
              </a:rPr>
              <a:t>Finding #2: </a:t>
            </a:r>
            <a:r>
              <a:rPr lang="en-GB" sz="7200" b="1">
                <a:gradFill flip="none">
                  <a:gsLst>
                    <a:gs pos="0">
                      <a:srgbClr val="FFFFFF"/>
                    </a:gs>
                    <a:gs pos="100000">
                      <a:srgbClr val="929292"/>
                    </a:gs>
                  </a:gsLst>
                  <a:lin ang="5400000" scaled="0"/>
                </a:gradFill>
              </a:rPr>
              <a:t>Temperature</a:t>
            </a:r>
            <a:endParaRPr lang="en-US" sz="7200" b="1">
              <a:gradFill flip="none">
                <a:gsLst>
                  <a:gs pos="0">
                    <a:srgbClr val="FFFFFF"/>
                  </a:gs>
                  <a:gs pos="100000">
                    <a:srgbClr val="929292"/>
                  </a:gs>
                </a:gsLst>
                <a:lin ang="5400000" scaled="0"/>
              </a:gradFill>
            </a:endParaRPr>
          </a:p>
        </p:txBody>
      </p:sp>
      <p:sp>
        <p:nvSpPr>
          <p:cNvPr id="257" name="Slide Subtitle">
            <a:extLst>
              <a:ext uri="{FF2B5EF4-FFF2-40B4-BE49-F238E27FC236}">
                <a16:creationId xmlns:a16="http://schemas.microsoft.com/office/drawing/2014/main" id="{9EB0B110-DA0B-C6A4-84A7-88F8133E9E58}"/>
              </a:ext>
            </a:extLst>
          </p:cNvPr>
          <p:cNvSpPr txBox="1">
            <a:spLocks noGrp="1"/>
          </p:cNvSpPr>
          <p:nvPr>
            <p:ph type="body" idx="21"/>
          </p:nvPr>
        </p:nvSpPr>
        <p:spPr>
          <a:xfrm>
            <a:off x="1270000" y="1767693"/>
            <a:ext cx="21844000" cy="1016000"/>
          </a:xfrm>
          <a:prstGeom prst="rect">
            <a:avLst/>
          </a:prstGeom>
        </p:spPr>
        <p:txBody>
          <a:bodyPr lIns="50800" tIns="50800" rIns="50800" bIns="50800" anchor="t">
            <a:normAutofit/>
          </a:bodyPr>
          <a:lstStyle/>
          <a:p>
            <a:r>
              <a:rPr lang="en-US"/>
              <a:t>Electricity use rises in hot and cold weather.</a:t>
            </a:r>
          </a:p>
        </p:txBody>
      </p:sp>
      <p:sp>
        <p:nvSpPr>
          <p:cNvPr id="16" name="TextBox 15">
            <a:extLst>
              <a:ext uri="{FF2B5EF4-FFF2-40B4-BE49-F238E27FC236}">
                <a16:creationId xmlns:a16="http://schemas.microsoft.com/office/drawing/2014/main" id="{9DEF5A39-FC0F-0B2D-5302-F3D4D8A38863}"/>
              </a:ext>
            </a:extLst>
          </p:cNvPr>
          <p:cNvSpPr txBox="1"/>
          <p:nvPr/>
        </p:nvSpPr>
        <p:spPr>
          <a:xfrm rot="10800000" flipV="1">
            <a:off x="885850" y="12345371"/>
            <a:ext cx="12399166"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Source: Group A report, Chapter 4, Figure 4.11, January 2010-March 2021.</a:t>
            </a:r>
            <a:endParaRPr lang="en-GB" sz="2800" b="0" i="0" u="none" strike="noStrike" cap="none" spc="0" normalizeH="0" baseline="0">
              <a:ln>
                <a:noFill/>
              </a:ln>
              <a:solidFill>
                <a:srgbClr val="FFFFFF"/>
              </a:solidFill>
              <a:effectLst/>
              <a:uFillTx/>
              <a:latin typeface="Graphik"/>
              <a:ea typeface="Graphik"/>
              <a:cs typeface="Graphik"/>
            </a:endParaRPr>
          </a:p>
        </p:txBody>
      </p:sp>
      <p:pic>
        <p:nvPicPr>
          <p:cNvPr id="3" name="Picture 2">
            <a:extLst>
              <a:ext uri="{FF2B5EF4-FFF2-40B4-BE49-F238E27FC236}">
                <a16:creationId xmlns:a16="http://schemas.microsoft.com/office/drawing/2014/main" id="{DF92E089-F741-4244-2846-0CB3E67971CE}"/>
              </a:ext>
            </a:extLst>
          </p:cNvPr>
          <p:cNvPicPr>
            <a:picLocks noChangeAspect="1"/>
          </p:cNvPicPr>
          <p:nvPr/>
        </p:nvPicPr>
        <p:blipFill>
          <a:blip r:embed="rId3"/>
          <a:srcRect l="49883" r="-140" b="296"/>
          <a:stretch>
            <a:fillRect/>
          </a:stretch>
        </p:blipFill>
        <p:spPr>
          <a:xfrm>
            <a:off x="730849" y="2714986"/>
            <a:ext cx="15043208" cy="8252945"/>
          </a:xfrm>
          <a:prstGeom prst="rect">
            <a:avLst/>
          </a:prstGeom>
        </p:spPr>
      </p:pic>
      <p:sp>
        <p:nvSpPr>
          <p:cNvPr id="4" name="Rectangle: Rounded Corners 3">
            <a:extLst>
              <a:ext uri="{FF2B5EF4-FFF2-40B4-BE49-F238E27FC236}">
                <a16:creationId xmlns:a16="http://schemas.microsoft.com/office/drawing/2014/main" id="{7F9B2F59-A832-CFED-23AD-BF2EE7E74145}"/>
              </a:ext>
            </a:extLst>
          </p:cNvPr>
          <p:cNvSpPr/>
          <p:nvPr/>
        </p:nvSpPr>
        <p:spPr>
          <a:xfrm>
            <a:off x="7335648" y="7442689"/>
            <a:ext cx="3330779"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a:solidFill>
                  <a:srgbClr val="000000"/>
                </a:solidFill>
                <a:latin typeface="Graphik-Medium"/>
              </a:rPr>
              <a:t>Lowest: 18 –20° C</a:t>
            </a:r>
            <a:endParaRPr lang="en-US"/>
          </a:p>
        </p:txBody>
      </p:sp>
      <p:sp>
        <p:nvSpPr>
          <p:cNvPr id="5" name="Rectangle: Rounded Corners 4">
            <a:extLst>
              <a:ext uri="{FF2B5EF4-FFF2-40B4-BE49-F238E27FC236}">
                <a16:creationId xmlns:a16="http://schemas.microsoft.com/office/drawing/2014/main" id="{AD85B70F-0C50-70DF-4ABC-790C49EFFE64}"/>
              </a:ext>
            </a:extLst>
          </p:cNvPr>
          <p:cNvSpPr/>
          <p:nvPr/>
        </p:nvSpPr>
        <p:spPr>
          <a:xfrm>
            <a:off x="12134993" y="6889797"/>
            <a:ext cx="2805719" cy="120316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a:solidFill>
                  <a:srgbClr val="000000"/>
                </a:solidFill>
                <a:latin typeface="Graphik-Medium"/>
                <a:ea typeface="Graphik-Medium"/>
                <a:cs typeface="Graphik-Medium"/>
              </a:rPr>
              <a:t>Steeper rise in the heat</a:t>
            </a:r>
            <a:endParaRPr lang="en-US" sz="3200" b="0" i="0" u="none" strike="noStrike" cap="none" spc="0" normalizeH="0" baseline="0">
              <a:ln>
                <a:noFill/>
              </a:ln>
              <a:solidFill>
                <a:srgbClr val="000000"/>
              </a:solidFill>
              <a:effectLst/>
              <a:uFillTx/>
              <a:latin typeface="Graphik-Medium"/>
              <a:ea typeface="Graphik-Medium"/>
              <a:cs typeface="Graphik-Medium"/>
            </a:endParaRPr>
          </a:p>
        </p:txBody>
      </p:sp>
      <p:sp>
        <p:nvSpPr>
          <p:cNvPr id="6" name="TextBox 5">
            <a:extLst>
              <a:ext uri="{FF2B5EF4-FFF2-40B4-BE49-F238E27FC236}">
                <a16:creationId xmlns:a16="http://schemas.microsoft.com/office/drawing/2014/main" id="{9ECB8769-2DF5-3FCF-B0DF-EC448AB9A070}"/>
              </a:ext>
            </a:extLst>
          </p:cNvPr>
          <p:cNvSpPr txBox="1"/>
          <p:nvPr/>
        </p:nvSpPr>
        <p:spPr>
          <a:xfrm rot="10800000" flipV="1">
            <a:off x="885851" y="10695522"/>
            <a:ext cx="13887087"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Each dot shows the average  electricity demand at a different temperature.</a:t>
            </a:r>
            <a:endParaRPr lang="en-GB" sz="2800" b="0" i="0" u="none" strike="noStrike" cap="none" spc="0" normalizeH="0" baseline="0">
              <a:ln>
                <a:noFill/>
              </a:ln>
              <a:solidFill>
                <a:srgbClr val="FFFFFF"/>
              </a:solidFill>
              <a:effectLst/>
              <a:uFillTx/>
              <a:latin typeface="Graphik"/>
              <a:ea typeface="Graphik"/>
              <a:cs typeface="Graphik"/>
            </a:endParaRPr>
          </a:p>
        </p:txBody>
      </p:sp>
      <p:sp>
        <p:nvSpPr>
          <p:cNvPr id="7" name="TextBox 6">
            <a:extLst>
              <a:ext uri="{FF2B5EF4-FFF2-40B4-BE49-F238E27FC236}">
                <a16:creationId xmlns:a16="http://schemas.microsoft.com/office/drawing/2014/main" id="{16FD2015-5A34-CDD4-C79D-EFB9C80B5BE9}"/>
              </a:ext>
            </a:extLst>
          </p:cNvPr>
          <p:cNvSpPr txBox="1"/>
          <p:nvPr/>
        </p:nvSpPr>
        <p:spPr>
          <a:xfrm rot="10800000" flipV="1">
            <a:off x="885850" y="11422195"/>
            <a:ext cx="16287442" cy="9028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3200" b="1">
                <a:solidFill>
                  <a:schemeClr val="tx1"/>
                </a:solidFill>
              </a:rPr>
              <a:t>Electricity use is lowest in mild weather and rises in extreme heat or cold.</a:t>
            </a:r>
            <a:endParaRPr lang="en-GB" sz="3200" b="1" i="0" u="none" strike="noStrike" cap="none" spc="0" normalizeH="0" baseline="0">
              <a:ln>
                <a:noFill/>
              </a:ln>
              <a:solidFill>
                <a:schemeClr val="tx1"/>
              </a:solidFill>
              <a:effectLst/>
              <a:uFillTx/>
              <a:latin typeface="Graphik"/>
              <a:ea typeface="Graphik"/>
              <a:cs typeface="Graphik"/>
            </a:endParaRPr>
          </a:p>
        </p:txBody>
      </p:sp>
      <p:sp>
        <p:nvSpPr>
          <p:cNvPr id="8" name="Rounded Rectangle 7">
            <a:extLst>
              <a:ext uri="{FF2B5EF4-FFF2-40B4-BE49-F238E27FC236}">
                <a16:creationId xmlns:a16="http://schemas.microsoft.com/office/drawing/2014/main" id="{EF028C6D-1920-17A2-93CF-FB1105EFDE1E}"/>
              </a:ext>
            </a:extLst>
          </p:cNvPr>
          <p:cNvSpPr/>
          <p:nvPr/>
        </p:nvSpPr>
        <p:spPr>
          <a:xfrm>
            <a:off x="16651364" y="3013507"/>
            <a:ext cx="6660743" cy="2292826"/>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Lowest</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Usage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endParaRPr kumimoji="0" lang="en-AU"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Mild</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Weather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10" name="Rounded Rectangle 9">
            <a:extLst>
              <a:ext uri="{FF2B5EF4-FFF2-40B4-BE49-F238E27FC236}">
                <a16:creationId xmlns:a16="http://schemas.microsoft.com/office/drawing/2014/main" id="{5F27D777-FBB4-8E16-0059-45CF2B5578A8}"/>
              </a:ext>
            </a:extLst>
          </p:cNvPr>
          <p:cNvSpPr/>
          <p:nvPr/>
        </p:nvSpPr>
        <p:spPr>
          <a:xfrm>
            <a:off x="16651363" y="5870524"/>
            <a:ext cx="6660744" cy="2292826"/>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b="1">
                <a:solidFill>
                  <a:schemeClr val="tx2">
                    <a:lumMod val="50000"/>
                  </a:schemeClr>
                </a:solidFill>
                <a:latin typeface="Graphik-Medium"/>
                <a:ea typeface="Graphik-Medium"/>
                <a:cs typeface="Graphik-Medium"/>
                <a:sym typeface="Graphik Medium"/>
              </a:rPr>
              <a:t>Electricity</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Usage</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Increase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endParaRPr kumimoji="0" lang="en-AU"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Cold</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Weather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12" name="Rounded Rectangle 11">
            <a:extLst>
              <a:ext uri="{FF2B5EF4-FFF2-40B4-BE49-F238E27FC236}">
                <a16:creationId xmlns:a16="http://schemas.microsoft.com/office/drawing/2014/main" id="{91A7E663-8C5E-2F82-EBDE-3C30170673FA}"/>
              </a:ext>
            </a:extLst>
          </p:cNvPr>
          <p:cNvSpPr/>
          <p:nvPr/>
        </p:nvSpPr>
        <p:spPr>
          <a:xfrm>
            <a:off x="16651363" y="8727542"/>
            <a:ext cx="6660744" cy="2292826"/>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algn="ctr" defTabSz="457200">
              <a:spcBef>
                <a:spcPts val="0"/>
              </a:spcBef>
            </a:pPr>
            <a:r>
              <a:rPr lang="en-US" altLang="zh-CN" sz="2400" b="1">
                <a:solidFill>
                  <a:schemeClr val="tx2">
                    <a:lumMod val="50000"/>
                  </a:schemeClr>
                </a:solidFill>
                <a:latin typeface="Graphik-Medium"/>
                <a:ea typeface="Graphik-Medium"/>
                <a:cs typeface="Graphik-Medium"/>
                <a:sym typeface="Graphik Medium"/>
              </a:rPr>
              <a:t>Electricity Usage</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Increase</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Faster</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endParaRPr kumimoji="0" lang="en-AU"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Hot</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Weather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pic>
        <p:nvPicPr>
          <p:cNvPr id="2" name="Camera 1">
            <a:extLst>
              <a:ext uri="{FF2B5EF4-FFF2-40B4-BE49-F238E27FC236}">
                <a16:creationId xmlns:a16="http://schemas.microsoft.com/office/drawing/2014/main" id="{809A4E7E-000E-79BB-BBA2-6201E10E4F22}"/>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4"/>
              </a:ext>
            </a:extLst>
          </a:blip>
          <a:stretch>
            <a:fillRect/>
          </a:stretch>
        </p:blipFill>
        <p:spPr>
          <a:xfrm>
            <a:off x="20792451" y="1288"/>
            <a:ext cx="3566496" cy="3591479"/>
          </a:xfrm>
          <a:prstGeom prst="ellipse">
            <a:avLst/>
          </a:prstGeom>
          <a:ln>
            <a:noFill/>
          </a:ln>
          <a:effectLst>
            <a:outerShdw blurRad="190500" algn="tl" rotWithShape="0">
              <a:srgbClr val="000000">
                <a:alpha val="30000"/>
              </a:srgbClr>
            </a:outerShdw>
          </a:effectLst>
        </p:spPr>
      </p:pic>
      <p:grpSp>
        <p:nvGrpSpPr>
          <p:cNvPr id="14" name="Group 13">
            <a:extLst>
              <a:ext uri="{FF2B5EF4-FFF2-40B4-BE49-F238E27FC236}">
                <a16:creationId xmlns:a16="http://schemas.microsoft.com/office/drawing/2014/main" id="{813E5AC2-24B0-34EA-6294-AFC254EDE7DE}"/>
              </a:ext>
            </a:extLst>
          </p:cNvPr>
          <p:cNvGrpSpPr/>
          <p:nvPr/>
        </p:nvGrpSpPr>
        <p:grpSpPr>
          <a:xfrm>
            <a:off x="8647059" y="6686706"/>
            <a:ext cx="902045" cy="795167"/>
            <a:chOff x="1302693" y="2464017"/>
            <a:chExt cx="756000" cy="756000"/>
          </a:xfrm>
        </p:grpSpPr>
        <p:sp>
          <p:nvSpPr>
            <p:cNvPr id="11" name="Oval 10">
              <a:extLst>
                <a:ext uri="{FF2B5EF4-FFF2-40B4-BE49-F238E27FC236}">
                  <a16:creationId xmlns:a16="http://schemas.microsoft.com/office/drawing/2014/main" id="{689C469F-A93B-0FA1-257A-D02F45FE03CC}"/>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3" name="Graphic 12" descr="Radio microphone with solid fill">
              <a:extLst>
                <a:ext uri="{FF2B5EF4-FFF2-40B4-BE49-F238E27FC236}">
                  <a16:creationId xmlns:a16="http://schemas.microsoft.com/office/drawing/2014/main" id="{283CD6F2-3B73-8E12-5166-9A96946AA0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92693" y="2554017"/>
              <a:ext cx="576000" cy="576000"/>
            </a:xfrm>
            <a:prstGeom prst="rect">
              <a:avLst/>
            </a:prstGeom>
          </p:spPr>
        </p:pic>
      </p:grpSp>
      <p:cxnSp>
        <p:nvCxnSpPr>
          <p:cNvPr id="19" name="Straight Arrow Connector 18">
            <a:extLst>
              <a:ext uri="{FF2B5EF4-FFF2-40B4-BE49-F238E27FC236}">
                <a16:creationId xmlns:a16="http://schemas.microsoft.com/office/drawing/2014/main" id="{94CB746B-5963-26AC-F10C-C6A738143049}"/>
              </a:ext>
            </a:extLst>
          </p:cNvPr>
          <p:cNvCxnSpPr>
            <a:cxnSpLocks/>
          </p:cNvCxnSpPr>
          <p:nvPr/>
        </p:nvCxnSpPr>
        <p:spPr>
          <a:xfrm>
            <a:off x="9451037" y="8041123"/>
            <a:ext cx="158128" cy="1281072"/>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cxnSp>
        <p:nvCxnSpPr>
          <p:cNvPr id="9" name="Straight Arrow Connector 8">
            <a:extLst>
              <a:ext uri="{FF2B5EF4-FFF2-40B4-BE49-F238E27FC236}">
                <a16:creationId xmlns:a16="http://schemas.microsoft.com/office/drawing/2014/main" id="{70EFBFA5-31E5-3E51-7D56-C108ED451270}"/>
              </a:ext>
            </a:extLst>
          </p:cNvPr>
          <p:cNvCxnSpPr>
            <a:cxnSpLocks/>
          </p:cNvCxnSpPr>
          <p:nvPr/>
        </p:nvCxnSpPr>
        <p:spPr>
          <a:xfrm flipV="1">
            <a:off x="14539875" y="3948176"/>
            <a:ext cx="123751" cy="3497183"/>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09108589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31B5F-5D7E-198A-C7F6-86CEA5B95ED5}"/>
            </a:ext>
          </a:extLst>
        </p:cNvPr>
        <p:cNvGrpSpPr/>
        <p:nvPr/>
      </p:nvGrpSpPr>
      <p:grpSpPr>
        <a:xfrm>
          <a:off x="0" y="0"/>
          <a:ext cx="0" cy="0"/>
          <a:chOff x="0" y="0"/>
          <a:chExt cx="0" cy="0"/>
        </a:xfrm>
      </p:grpSpPr>
      <p:sp>
        <p:nvSpPr>
          <p:cNvPr id="256" name="Finding #2: Temperature">
            <a:extLst>
              <a:ext uri="{FF2B5EF4-FFF2-40B4-BE49-F238E27FC236}">
                <a16:creationId xmlns:a16="http://schemas.microsoft.com/office/drawing/2014/main" id="{32F0DCFC-2683-F7D6-A4E7-0C1E851169D9}"/>
              </a:ext>
            </a:extLst>
          </p:cNvPr>
          <p:cNvSpPr txBox="1">
            <a:spLocks noGrp="1"/>
          </p:cNvSpPr>
          <p:nvPr>
            <p:ph type="title"/>
          </p:nvPr>
        </p:nvSpPr>
        <p:spPr>
          <a:xfrm>
            <a:off x="1270000" y="399528"/>
            <a:ext cx="21844000" cy="1557437"/>
          </a:xfrm>
          <a:prstGeom prst="rect">
            <a:avLst/>
          </a:prstGeom>
        </p:spPr>
        <p:txBody>
          <a:bodyPr/>
          <a:lstStyle>
            <a:lvl1pPr>
              <a:defRPr>
                <a:latin typeface="Myriad Set Pro Bold"/>
                <a:ea typeface="Myriad Set Pro Bold"/>
                <a:cs typeface="Myriad Set Pro Bold"/>
                <a:sym typeface="Myriad Set Pro Bold"/>
              </a:defRPr>
            </a:lvl1pPr>
          </a:lstStyle>
          <a:p>
            <a:r>
              <a:rPr sz="7200" b="1">
                <a:gradFill flip="none">
                  <a:gsLst>
                    <a:gs pos="0">
                      <a:srgbClr val="FFFFFF"/>
                    </a:gs>
                    <a:gs pos="100000">
                      <a:srgbClr val="929292"/>
                    </a:gs>
                  </a:gsLst>
                  <a:lin ang="5400000" scaled="0"/>
                </a:gradFill>
              </a:rPr>
              <a:t>Finding #2: </a:t>
            </a:r>
            <a:r>
              <a:rPr lang="en-GB" sz="7200" b="1">
                <a:gradFill flip="none">
                  <a:gsLst>
                    <a:gs pos="0">
                      <a:srgbClr val="FFFFFF"/>
                    </a:gs>
                    <a:gs pos="100000">
                      <a:srgbClr val="929292"/>
                    </a:gs>
                  </a:gsLst>
                  <a:lin ang="5400000" scaled="0"/>
                </a:gradFill>
              </a:rPr>
              <a:t>Temperature</a:t>
            </a:r>
            <a:endParaRPr lang="en-US" sz="7200" b="1">
              <a:gradFill flip="none">
                <a:gsLst>
                  <a:gs pos="0">
                    <a:srgbClr val="FFFFFF"/>
                  </a:gs>
                  <a:gs pos="100000">
                    <a:srgbClr val="929292"/>
                  </a:gs>
                </a:gsLst>
                <a:lin ang="5400000" scaled="0"/>
              </a:gradFill>
            </a:endParaRPr>
          </a:p>
        </p:txBody>
      </p:sp>
      <p:sp>
        <p:nvSpPr>
          <p:cNvPr id="257" name="Slide Subtitle">
            <a:extLst>
              <a:ext uri="{FF2B5EF4-FFF2-40B4-BE49-F238E27FC236}">
                <a16:creationId xmlns:a16="http://schemas.microsoft.com/office/drawing/2014/main" id="{46C88F9B-BF7C-EFAD-F00A-A9AD8D373C76}"/>
              </a:ext>
            </a:extLst>
          </p:cNvPr>
          <p:cNvSpPr txBox="1">
            <a:spLocks noGrp="1"/>
          </p:cNvSpPr>
          <p:nvPr>
            <p:ph type="body" idx="21"/>
          </p:nvPr>
        </p:nvSpPr>
        <p:spPr>
          <a:xfrm>
            <a:off x="1270000" y="1767693"/>
            <a:ext cx="21844000" cy="1016000"/>
          </a:xfrm>
          <a:prstGeom prst="rect">
            <a:avLst/>
          </a:prstGeom>
        </p:spPr>
        <p:txBody>
          <a:bodyPr lIns="50800" tIns="50800" rIns="50800" bIns="50800" anchor="t">
            <a:normAutofit/>
          </a:bodyPr>
          <a:lstStyle/>
          <a:p>
            <a:r>
              <a:rPr lang="en-US"/>
              <a:t>Electricity use rises in hot and cold weather.</a:t>
            </a:r>
          </a:p>
        </p:txBody>
      </p:sp>
      <p:sp>
        <p:nvSpPr>
          <p:cNvPr id="16" name="TextBox 15">
            <a:extLst>
              <a:ext uri="{FF2B5EF4-FFF2-40B4-BE49-F238E27FC236}">
                <a16:creationId xmlns:a16="http://schemas.microsoft.com/office/drawing/2014/main" id="{2C738735-BF00-2308-DCB8-9DF468EC30E2}"/>
              </a:ext>
            </a:extLst>
          </p:cNvPr>
          <p:cNvSpPr txBox="1"/>
          <p:nvPr/>
        </p:nvSpPr>
        <p:spPr>
          <a:xfrm rot="10800000" flipV="1">
            <a:off x="885850" y="12345371"/>
            <a:ext cx="12399166"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Source: Group A report, Chapter 4, Figure 4.11, January 2010-March 2021.</a:t>
            </a:r>
            <a:endParaRPr lang="en-GB" sz="2800" b="0" i="0" u="none" strike="noStrike" cap="none" spc="0" normalizeH="0" baseline="0">
              <a:ln>
                <a:noFill/>
              </a:ln>
              <a:solidFill>
                <a:srgbClr val="FFFFFF"/>
              </a:solidFill>
              <a:effectLst/>
              <a:uFillTx/>
              <a:latin typeface="Graphik"/>
              <a:ea typeface="Graphik"/>
              <a:cs typeface="Graphik"/>
            </a:endParaRPr>
          </a:p>
        </p:txBody>
      </p:sp>
      <p:pic>
        <p:nvPicPr>
          <p:cNvPr id="3" name="Picture 2">
            <a:extLst>
              <a:ext uri="{FF2B5EF4-FFF2-40B4-BE49-F238E27FC236}">
                <a16:creationId xmlns:a16="http://schemas.microsoft.com/office/drawing/2014/main" id="{13F0FC93-86A3-EC70-2685-B2E40820765F}"/>
              </a:ext>
            </a:extLst>
          </p:cNvPr>
          <p:cNvPicPr>
            <a:picLocks noChangeAspect="1"/>
          </p:cNvPicPr>
          <p:nvPr/>
        </p:nvPicPr>
        <p:blipFill>
          <a:blip r:embed="rId3"/>
          <a:srcRect l="49883" r="-140" b="296"/>
          <a:stretch>
            <a:fillRect/>
          </a:stretch>
        </p:blipFill>
        <p:spPr>
          <a:xfrm>
            <a:off x="730849" y="2714986"/>
            <a:ext cx="15043208" cy="8252945"/>
          </a:xfrm>
          <a:prstGeom prst="rect">
            <a:avLst/>
          </a:prstGeom>
        </p:spPr>
      </p:pic>
      <p:sp>
        <p:nvSpPr>
          <p:cNvPr id="4" name="Rectangle: Rounded Corners 3">
            <a:extLst>
              <a:ext uri="{FF2B5EF4-FFF2-40B4-BE49-F238E27FC236}">
                <a16:creationId xmlns:a16="http://schemas.microsoft.com/office/drawing/2014/main" id="{A1B91B0F-E3CE-EFBD-7686-A3BA6E0627A7}"/>
              </a:ext>
            </a:extLst>
          </p:cNvPr>
          <p:cNvSpPr/>
          <p:nvPr/>
        </p:nvSpPr>
        <p:spPr>
          <a:xfrm>
            <a:off x="7335648" y="7442689"/>
            <a:ext cx="3330779"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a:solidFill>
                  <a:srgbClr val="000000"/>
                </a:solidFill>
                <a:latin typeface="Graphik-Medium"/>
              </a:rPr>
              <a:t>Lowest: 18 –20° C</a:t>
            </a:r>
            <a:endParaRPr lang="en-US"/>
          </a:p>
        </p:txBody>
      </p:sp>
      <p:sp>
        <p:nvSpPr>
          <p:cNvPr id="5" name="Rectangle: Rounded Corners 4">
            <a:extLst>
              <a:ext uri="{FF2B5EF4-FFF2-40B4-BE49-F238E27FC236}">
                <a16:creationId xmlns:a16="http://schemas.microsoft.com/office/drawing/2014/main" id="{AD5E08AF-BA5B-66E7-C794-04DF1DD8A4CD}"/>
              </a:ext>
            </a:extLst>
          </p:cNvPr>
          <p:cNvSpPr/>
          <p:nvPr/>
        </p:nvSpPr>
        <p:spPr>
          <a:xfrm>
            <a:off x="12134993" y="6889797"/>
            <a:ext cx="2805719" cy="120316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a:solidFill>
                  <a:srgbClr val="000000"/>
                </a:solidFill>
                <a:latin typeface="Graphik-Medium"/>
                <a:ea typeface="Graphik-Medium"/>
                <a:cs typeface="Graphik-Medium"/>
              </a:rPr>
              <a:t>Steeper rise in the heat</a:t>
            </a:r>
            <a:endParaRPr lang="en-US" sz="3200" b="0" i="0" u="none" strike="noStrike" cap="none" spc="0" normalizeH="0" baseline="0">
              <a:ln>
                <a:noFill/>
              </a:ln>
              <a:solidFill>
                <a:srgbClr val="000000"/>
              </a:solidFill>
              <a:effectLst/>
              <a:uFillTx/>
              <a:latin typeface="Graphik-Medium"/>
              <a:ea typeface="Graphik-Medium"/>
              <a:cs typeface="Graphik-Medium"/>
            </a:endParaRPr>
          </a:p>
        </p:txBody>
      </p:sp>
      <p:sp>
        <p:nvSpPr>
          <p:cNvPr id="6" name="TextBox 5">
            <a:extLst>
              <a:ext uri="{FF2B5EF4-FFF2-40B4-BE49-F238E27FC236}">
                <a16:creationId xmlns:a16="http://schemas.microsoft.com/office/drawing/2014/main" id="{05C08C8D-BA24-2E38-DA78-5C64D95099AC}"/>
              </a:ext>
            </a:extLst>
          </p:cNvPr>
          <p:cNvSpPr txBox="1"/>
          <p:nvPr/>
        </p:nvSpPr>
        <p:spPr>
          <a:xfrm rot="10800000" flipV="1">
            <a:off x="885851" y="10695522"/>
            <a:ext cx="13887087"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Each dot shows the average  electricity demand at a different temperature.</a:t>
            </a:r>
            <a:endParaRPr lang="en-GB" sz="2800" b="0" i="0" u="none" strike="noStrike" cap="none" spc="0" normalizeH="0" baseline="0">
              <a:ln>
                <a:noFill/>
              </a:ln>
              <a:solidFill>
                <a:srgbClr val="FFFFFF"/>
              </a:solidFill>
              <a:effectLst/>
              <a:uFillTx/>
              <a:latin typeface="Graphik"/>
              <a:ea typeface="Graphik"/>
              <a:cs typeface="Graphik"/>
            </a:endParaRPr>
          </a:p>
        </p:txBody>
      </p:sp>
      <p:sp>
        <p:nvSpPr>
          <p:cNvPr id="7" name="TextBox 6">
            <a:extLst>
              <a:ext uri="{FF2B5EF4-FFF2-40B4-BE49-F238E27FC236}">
                <a16:creationId xmlns:a16="http://schemas.microsoft.com/office/drawing/2014/main" id="{A9F4424D-396B-A63C-0556-53D078F97B7C}"/>
              </a:ext>
            </a:extLst>
          </p:cNvPr>
          <p:cNvSpPr txBox="1"/>
          <p:nvPr/>
        </p:nvSpPr>
        <p:spPr>
          <a:xfrm rot="10800000" flipV="1">
            <a:off x="885850" y="11422195"/>
            <a:ext cx="16287442" cy="9028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3200" b="1">
                <a:solidFill>
                  <a:schemeClr val="tx1"/>
                </a:solidFill>
              </a:rPr>
              <a:t>Electricity use is lowest in mild weather and rises in extreme heat or cold.</a:t>
            </a:r>
            <a:endParaRPr lang="en-GB" sz="3200" b="1" i="0" u="none" strike="noStrike" cap="none" spc="0" normalizeH="0" baseline="0">
              <a:ln>
                <a:noFill/>
              </a:ln>
              <a:solidFill>
                <a:schemeClr val="tx1"/>
              </a:solidFill>
              <a:effectLst/>
              <a:uFillTx/>
              <a:latin typeface="Graphik"/>
              <a:ea typeface="Graphik"/>
              <a:cs typeface="Graphik"/>
            </a:endParaRPr>
          </a:p>
        </p:txBody>
      </p:sp>
      <p:sp>
        <p:nvSpPr>
          <p:cNvPr id="8" name="Rounded Rectangle 7">
            <a:extLst>
              <a:ext uri="{FF2B5EF4-FFF2-40B4-BE49-F238E27FC236}">
                <a16:creationId xmlns:a16="http://schemas.microsoft.com/office/drawing/2014/main" id="{3A15C6CB-2CF2-4DE9-CBBB-B87289347D2E}"/>
              </a:ext>
            </a:extLst>
          </p:cNvPr>
          <p:cNvSpPr/>
          <p:nvPr/>
        </p:nvSpPr>
        <p:spPr>
          <a:xfrm>
            <a:off x="16651364" y="3013507"/>
            <a:ext cx="6660743" cy="2292826"/>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Lowest</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Usage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endParaRPr kumimoji="0" lang="en-AU"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Mild</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Weather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10" name="Rounded Rectangle 9">
            <a:extLst>
              <a:ext uri="{FF2B5EF4-FFF2-40B4-BE49-F238E27FC236}">
                <a16:creationId xmlns:a16="http://schemas.microsoft.com/office/drawing/2014/main" id="{94AAE328-D844-DC0E-E9AB-E5234DF9C2F1}"/>
              </a:ext>
            </a:extLst>
          </p:cNvPr>
          <p:cNvSpPr/>
          <p:nvPr/>
        </p:nvSpPr>
        <p:spPr>
          <a:xfrm>
            <a:off x="16651363" y="5870524"/>
            <a:ext cx="6660744" cy="2292826"/>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b="1">
                <a:solidFill>
                  <a:schemeClr val="tx2">
                    <a:lumMod val="50000"/>
                  </a:schemeClr>
                </a:solidFill>
                <a:latin typeface="Graphik-Medium"/>
                <a:ea typeface="Graphik-Medium"/>
                <a:cs typeface="Graphik-Medium"/>
                <a:sym typeface="Graphik Medium"/>
              </a:rPr>
              <a:t>Electricity</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Usage</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Increase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endParaRPr kumimoji="0" lang="en-AU"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Cold</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Weather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12" name="Rounded Rectangle 11">
            <a:extLst>
              <a:ext uri="{FF2B5EF4-FFF2-40B4-BE49-F238E27FC236}">
                <a16:creationId xmlns:a16="http://schemas.microsoft.com/office/drawing/2014/main" id="{13D3E3FD-FA01-19A0-CEBC-E831D7814AAD}"/>
              </a:ext>
            </a:extLst>
          </p:cNvPr>
          <p:cNvSpPr/>
          <p:nvPr/>
        </p:nvSpPr>
        <p:spPr>
          <a:xfrm>
            <a:off x="16651363" y="8727542"/>
            <a:ext cx="6660744" cy="2292826"/>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algn="ctr" defTabSz="457200">
              <a:spcBef>
                <a:spcPts val="0"/>
              </a:spcBef>
            </a:pPr>
            <a:r>
              <a:rPr lang="en-US" altLang="zh-CN" sz="2400" b="1">
                <a:solidFill>
                  <a:schemeClr val="tx2">
                    <a:lumMod val="50000"/>
                  </a:schemeClr>
                </a:solidFill>
                <a:latin typeface="Graphik-Medium"/>
                <a:ea typeface="Graphik-Medium"/>
                <a:cs typeface="Graphik-Medium"/>
                <a:sym typeface="Graphik Medium"/>
              </a:rPr>
              <a:t>Electricity Usage</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Increase</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Faster</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endParaRPr kumimoji="0" lang="en-AU"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Hot</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Weather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pic>
        <p:nvPicPr>
          <p:cNvPr id="2" name="Camera 1">
            <a:extLst>
              <a:ext uri="{FF2B5EF4-FFF2-40B4-BE49-F238E27FC236}">
                <a16:creationId xmlns:a16="http://schemas.microsoft.com/office/drawing/2014/main" id="{3621D909-B738-2938-CE7E-5E358BC9884B}"/>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4"/>
              </a:ext>
            </a:extLst>
          </a:blip>
          <a:stretch>
            <a:fillRect/>
          </a:stretch>
        </p:blipFill>
        <p:spPr>
          <a:xfrm>
            <a:off x="20792451" y="1288"/>
            <a:ext cx="3566496" cy="3591479"/>
          </a:xfrm>
          <a:prstGeom prst="ellipse">
            <a:avLst/>
          </a:prstGeom>
          <a:ln>
            <a:noFill/>
          </a:ln>
          <a:effectLst>
            <a:outerShdw blurRad="190500" algn="tl" rotWithShape="0">
              <a:srgbClr val="000000">
                <a:alpha val="30000"/>
              </a:srgbClr>
            </a:outerShdw>
          </a:effectLst>
        </p:spPr>
      </p:pic>
      <p:grpSp>
        <p:nvGrpSpPr>
          <p:cNvPr id="14" name="Group 13">
            <a:extLst>
              <a:ext uri="{FF2B5EF4-FFF2-40B4-BE49-F238E27FC236}">
                <a16:creationId xmlns:a16="http://schemas.microsoft.com/office/drawing/2014/main" id="{0E28A860-9C1D-FA63-3419-2923A26DF596}"/>
              </a:ext>
            </a:extLst>
          </p:cNvPr>
          <p:cNvGrpSpPr/>
          <p:nvPr/>
        </p:nvGrpSpPr>
        <p:grpSpPr>
          <a:xfrm>
            <a:off x="16650909" y="2798796"/>
            <a:ext cx="902045" cy="795167"/>
            <a:chOff x="1302693" y="2464017"/>
            <a:chExt cx="756000" cy="756000"/>
          </a:xfrm>
        </p:grpSpPr>
        <p:sp>
          <p:nvSpPr>
            <p:cNvPr id="11" name="Oval 10">
              <a:extLst>
                <a:ext uri="{FF2B5EF4-FFF2-40B4-BE49-F238E27FC236}">
                  <a16:creationId xmlns:a16="http://schemas.microsoft.com/office/drawing/2014/main" id="{648728F5-65B6-6113-3BD0-414AA999AABF}"/>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3" name="Graphic 12" descr="Radio microphone with solid fill">
              <a:extLst>
                <a:ext uri="{FF2B5EF4-FFF2-40B4-BE49-F238E27FC236}">
                  <a16:creationId xmlns:a16="http://schemas.microsoft.com/office/drawing/2014/main" id="{99D85ABC-CC5F-916F-3F21-8B129532F78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92693" y="2554017"/>
              <a:ext cx="576000" cy="576000"/>
            </a:xfrm>
            <a:prstGeom prst="rect">
              <a:avLst/>
            </a:prstGeom>
          </p:spPr>
        </p:pic>
      </p:grpSp>
      <p:cxnSp>
        <p:nvCxnSpPr>
          <p:cNvPr id="19" name="Straight Arrow Connector 18">
            <a:extLst>
              <a:ext uri="{FF2B5EF4-FFF2-40B4-BE49-F238E27FC236}">
                <a16:creationId xmlns:a16="http://schemas.microsoft.com/office/drawing/2014/main" id="{0C6BE62D-3CDB-0876-FFBF-76403EFBA5EB}"/>
              </a:ext>
            </a:extLst>
          </p:cNvPr>
          <p:cNvCxnSpPr>
            <a:cxnSpLocks/>
          </p:cNvCxnSpPr>
          <p:nvPr/>
        </p:nvCxnSpPr>
        <p:spPr>
          <a:xfrm>
            <a:off x="9451037" y="8041123"/>
            <a:ext cx="158128" cy="1281072"/>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cxnSp>
        <p:nvCxnSpPr>
          <p:cNvPr id="9" name="Straight Arrow Connector 8">
            <a:extLst>
              <a:ext uri="{FF2B5EF4-FFF2-40B4-BE49-F238E27FC236}">
                <a16:creationId xmlns:a16="http://schemas.microsoft.com/office/drawing/2014/main" id="{53F70CD6-08DA-64E7-8E44-7F2A6387F5B8}"/>
              </a:ext>
            </a:extLst>
          </p:cNvPr>
          <p:cNvCxnSpPr>
            <a:cxnSpLocks/>
          </p:cNvCxnSpPr>
          <p:nvPr/>
        </p:nvCxnSpPr>
        <p:spPr>
          <a:xfrm flipV="1">
            <a:off x="14539875" y="3948176"/>
            <a:ext cx="123751" cy="3497183"/>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651087924"/>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B876C-ED57-44E3-08AF-65DBCA39683A}"/>
            </a:ext>
          </a:extLst>
        </p:cNvPr>
        <p:cNvGrpSpPr/>
        <p:nvPr/>
      </p:nvGrpSpPr>
      <p:grpSpPr>
        <a:xfrm>
          <a:off x="0" y="0"/>
          <a:ext cx="0" cy="0"/>
          <a:chOff x="0" y="0"/>
          <a:chExt cx="0" cy="0"/>
        </a:xfrm>
      </p:grpSpPr>
      <p:sp>
        <p:nvSpPr>
          <p:cNvPr id="256" name="Finding #2: Temperature">
            <a:extLst>
              <a:ext uri="{FF2B5EF4-FFF2-40B4-BE49-F238E27FC236}">
                <a16:creationId xmlns:a16="http://schemas.microsoft.com/office/drawing/2014/main" id="{4F745BA3-A4BB-8C8E-22CB-2FE9F7446054}"/>
              </a:ext>
            </a:extLst>
          </p:cNvPr>
          <p:cNvSpPr txBox="1">
            <a:spLocks noGrp="1"/>
          </p:cNvSpPr>
          <p:nvPr>
            <p:ph type="title"/>
          </p:nvPr>
        </p:nvSpPr>
        <p:spPr>
          <a:xfrm>
            <a:off x="1270000" y="399528"/>
            <a:ext cx="21844000" cy="1557437"/>
          </a:xfrm>
          <a:prstGeom prst="rect">
            <a:avLst/>
          </a:prstGeom>
        </p:spPr>
        <p:txBody>
          <a:bodyPr/>
          <a:lstStyle>
            <a:lvl1pPr>
              <a:defRPr>
                <a:latin typeface="Myriad Set Pro Bold"/>
                <a:ea typeface="Myriad Set Pro Bold"/>
                <a:cs typeface="Myriad Set Pro Bold"/>
                <a:sym typeface="Myriad Set Pro Bold"/>
              </a:defRPr>
            </a:lvl1pPr>
          </a:lstStyle>
          <a:p>
            <a:r>
              <a:rPr sz="7200" b="1">
                <a:gradFill flip="none">
                  <a:gsLst>
                    <a:gs pos="0">
                      <a:srgbClr val="FFFFFF"/>
                    </a:gs>
                    <a:gs pos="100000">
                      <a:srgbClr val="929292"/>
                    </a:gs>
                  </a:gsLst>
                  <a:lin ang="5400000" scaled="0"/>
                </a:gradFill>
              </a:rPr>
              <a:t>Finding #2: </a:t>
            </a:r>
            <a:r>
              <a:rPr lang="en-GB" sz="7200" b="1">
                <a:gradFill flip="none">
                  <a:gsLst>
                    <a:gs pos="0">
                      <a:srgbClr val="FFFFFF"/>
                    </a:gs>
                    <a:gs pos="100000">
                      <a:srgbClr val="929292"/>
                    </a:gs>
                  </a:gsLst>
                  <a:lin ang="5400000" scaled="0"/>
                </a:gradFill>
              </a:rPr>
              <a:t>Temperature</a:t>
            </a:r>
            <a:endParaRPr lang="en-US" sz="7200" b="1">
              <a:gradFill flip="none">
                <a:gsLst>
                  <a:gs pos="0">
                    <a:srgbClr val="FFFFFF"/>
                  </a:gs>
                  <a:gs pos="100000">
                    <a:srgbClr val="929292"/>
                  </a:gs>
                </a:gsLst>
                <a:lin ang="5400000" scaled="0"/>
              </a:gradFill>
            </a:endParaRPr>
          </a:p>
        </p:txBody>
      </p:sp>
      <p:sp>
        <p:nvSpPr>
          <p:cNvPr id="257" name="Slide Subtitle">
            <a:extLst>
              <a:ext uri="{FF2B5EF4-FFF2-40B4-BE49-F238E27FC236}">
                <a16:creationId xmlns:a16="http://schemas.microsoft.com/office/drawing/2014/main" id="{4EC70415-B516-BDE3-229F-F19DF3BF9727}"/>
              </a:ext>
            </a:extLst>
          </p:cNvPr>
          <p:cNvSpPr txBox="1">
            <a:spLocks noGrp="1"/>
          </p:cNvSpPr>
          <p:nvPr>
            <p:ph type="body" idx="21"/>
          </p:nvPr>
        </p:nvSpPr>
        <p:spPr>
          <a:xfrm>
            <a:off x="1270000" y="1767693"/>
            <a:ext cx="21844000" cy="1016000"/>
          </a:xfrm>
          <a:prstGeom prst="rect">
            <a:avLst/>
          </a:prstGeom>
        </p:spPr>
        <p:txBody>
          <a:bodyPr lIns="50800" tIns="50800" rIns="50800" bIns="50800" anchor="t">
            <a:normAutofit/>
          </a:bodyPr>
          <a:lstStyle/>
          <a:p>
            <a:r>
              <a:rPr lang="en-US"/>
              <a:t>Electricity use rises in hot and cold weather.</a:t>
            </a:r>
          </a:p>
        </p:txBody>
      </p:sp>
      <p:sp>
        <p:nvSpPr>
          <p:cNvPr id="16" name="TextBox 15">
            <a:extLst>
              <a:ext uri="{FF2B5EF4-FFF2-40B4-BE49-F238E27FC236}">
                <a16:creationId xmlns:a16="http://schemas.microsoft.com/office/drawing/2014/main" id="{D66596B2-0245-B893-6984-C4AD34609FBF}"/>
              </a:ext>
            </a:extLst>
          </p:cNvPr>
          <p:cNvSpPr txBox="1"/>
          <p:nvPr/>
        </p:nvSpPr>
        <p:spPr>
          <a:xfrm rot="10800000" flipV="1">
            <a:off x="885850" y="12345371"/>
            <a:ext cx="12399166"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Source: Group A report, Chapter 4, Figure 4.11, January 2010-March 2021.</a:t>
            </a:r>
            <a:endParaRPr lang="en-GB" sz="2800" b="0" i="0" u="none" strike="noStrike" cap="none" spc="0" normalizeH="0" baseline="0">
              <a:ln>
                <a:noFill/>
              </a:ln>
              <a:solidFill>
                <a:srgbClr val="FFFFFF"/>
              </a:solidFill>
              <a:effectLst/>
              <a:uFillTx/>
              <a:latin typeface="Graphik"/>
              <a:ea typeface="Graphik"/>
              <a:cs typeface="Graphik"/>
            </a:endParaRPr>
          </a:p>
        </p:txBody>
      </p:sp>
      <p:pic>
        <p:nvPicPr>
          <p:cNvPr id="3" name="Picture 2">
            <a:extLst>
              <a:ext uri="{FF2B5EF4-FFF2-40B4-BE49-F238E27FC236}">
                <a16:creationId xmlns:a16="http://schemas.microsoft.com/office/drawing/2014/main" id="{57939354-1FE2-57F0-AA38-B4597A03B331}"/>
              </a:ext>
            </a:extLst>
          </p:cNvPr>
          <p:cNvPicPr>
            <a:picLocks noChangeAspect="1"/>
          </p:cNvPicPr>
          <p:nvPr/>
        </p:nvPicPr>
        <p:blipFill>
          <a:blip r:embed="rId3"/>
          <a:srcRect l="49883" r="-140" b="296"/>
          <a:stretch>
            <a:fillRect/>
          </a:stretch>
        </p:blipFill>
        <p:spPr>
          <a:xfrm>
            <a:off x="730849" y="2714986"/>
            <a:ext cx="15043208" cy="8252945"/>
          </a:xfrm>
          <a:prstGeom prst="rect">
            <a:avLst/>
          </a:prstGeom>
        </p:spPr>
      </p:pic>
      <p:sp>
        <p:nvSpPr>
          <p:cNvPr id="4" name="Rectangle: Rounded Corners 3">
            <a:extLst>
              <a:ext uri="{FF2B5EF4-FFF2-40B4-BE49-F238E27FC236}">
                <a16:creationId xmlns:a16="http://schemas.microsoft.com/office/drawing/2014/main" id="{A977D871-A5CE-1C5C-CB26-0EA25CE62A49}"/>
              </a:ext>
            </a:extLst>
          </p:cNvPr>
          <p:cNvSpPr/>
          <p:nvPr/>
        </p:nvSpPr>
        <p:spPr>
          <a:xfrm>
            <a:off x="7335648" y="7442689"/>
            <a:ext cx="3330779"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a:solidFill>
                  <a:srgbClr val="000000"/>
                </a:solidFill>
                <a:latin typeface="Graphik-Medium"/>
              </a:rPr>
              <a:t>Lowest: 18 –20° C</a:t>
            </a:r>
            <a:endParaRPr lang="en-US"/>
          </a:p>
        </p:txBody>
      </p:sp>
      <p:sp>
        <p:nvSpPr>
          <p:cNvPr id="5" name="Rectangle: Rounded Corners 4">
            <a:extLst>
              <a:ext uri="{FF2B5EF4-FFF2-40B4-BE49-F238E27FC236}">
                <a16:creationId xmlns:a16="http://schemas.microsoft.com/office/drawing/2014/main" id="{E30995ED-1342-80D2-DC32-472C9BFF77AB}"/>
              </a:ext>
            </a:extLst>
          </p:cNvPr>
          <p:cNvSpPr/>
          <p:nvPr/>
        </p:nvSpPr>
        <p:spPr>
          <a:xfrm>
            <a:off x="12134993" y="6889797"/>
            <a:ext cx="2805719" cy="120316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a:solidFill>
                  <a:srgbClr val="000000"/>
                </a:solidFill>
                <a:latin typeface="Graphik-Medium"/>
                <a:ea typeface="Graphik-Medium"/>
                <a:cs typeface="Graphik-Medium"/>
              </a:rPr>
              <a:t>Steeper rise in the heat</a:t>
            </a:r>
            <a:endParaRPr lang="en-US" sz="3200" b="0" i="0" u="none" strike="noStrike" cap="none" spc="0" normalizeH="0" baseline="0">
              <a:ln>
                <a:noFill/>
              </a:ln>
              <a:solidFill>
                <a:srgbClr val="000000"/>
              </a:solidFill>
              <a:effectLst/>
              <a:uFillTx/>
              <a:latin typeface="Graphik-Medium"/>
              <a:ea typeface="Graphik-Medium"/>
              <a:cs typeface="Graphik-Medium"/>
            </a:endParaRPr>
          </a:p>
        </p:txBody>
      </p:sp>
      <p:sp>
        <p:nvSpPr>
          <p:cNvPr id="6" name="TextBox 5">
            <a:extLst>
              <a:ext uri="{FF2B5EF4-FFF2-40B4-BE49-F238E27FC236}">
                <a16:creationId xmlns:a16="http://schemas.microsoft.com/office/drawing/2014/main" id="{EF261AA8-38C1-D50C-0552-CD8660258A78}"/>
              </a:ext>
            </a:extLst>
          </p:cNvPr>
          <p:cNvSpPr txBox="1"/>
          <p:nvPr/>
        </p:nvSpPr>
        <p:spPr>
          <a:xfrm rot="10800000" flipV="1">
            <a:off x="885851" y="10695522"/>
            <a:ext cx="13887087"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Each dot shows the average  electricity demand at a different temperature.</a:t>
            </a:r>
            <a:endParaRPr lang="en-GB" sz="2800" b="0" i="0" u="none" strike="noStrike" cap="none" spc="0" normalizeH="0" baseline="0">
              <a:ln>
                <a:noFill/>
              </a:ln>
              <a:solidFill>
                <a:srgbClr val="FFFFFF"/>
              </a:solidFill>
              <a:effectLst/>
              <a:uFillTx/>
              <a:latin typeface="Graphik"/>
              <a:ea typeface="Graphik"/>
              <a:cs typeface="Graphik"/>
            </a:endParaRPr>
          </a:p>
        </p:txBody>
      </p:sp>
      <p:sp>
        <p:nvSpPr>
          <p:cNvPr id="7" name="TextBox 6">
            <a:extLst>
              <a:ext uri="{FF2B5EF4-FFF2-40B4-BE49-F238E27FC236}">
                <a16:creationId xmlns:a16="http://schemas.microsoft.com/office/drawing/2014/main" id="{2AD4D393-F0A4-0361-A794-F143BF945F47}"/>
              </a:ext>
            </a:extLst>
          </p:cNvPr>
          <p:cNvSpPr txBox="1"/>
          <p:nvPr/>
        </p:nvSpPr>
        <p:spPr>
          <a:xfrm rot="10800000" flipV="1">
            <a:off x="885850" y="11422195"/>
            <a:ext cx="16287442" cy="9028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3200" b="1">
                <a:solidFill>
                  <a:schemeClr val="tx1"/>
                </a:solidFill>
              </a:rPr>
              <a:t>Electricity use is lowest in mild weather and rises in extreme heat or cold.</a:t>
            </a:r>
            <a:endParaRPr lang="en-GB" sz="3200" b="1" i="0" u="none" strike="noStrike" cap="none" spc="0" normalizeH="0" baseline="0">
              <a:ln>
                <a:noFill/>
              </a:ln>
              <a:solidFill>
                <a:schemeClr val="tx1"/>
              </a:solidFill>
              <a:effectLst/>
              <a:uFillTx/>
              <a:latin typeface="Graphik"/>
              <a:ea typeface="Graphik"/>
              <a:cs typeface="Graphik"/>
            </a:endParaRPr>
          </a:p>
        </p:txBody>
      </p:sp>
      <p:sp>
        <p:nvSpPr>
          <p:cNvPr id="8" name="Rounded Rectangle 7">
            <a:extLst>
              <a:ext uri="{FF2B5EF4-FFF2-40B4-BE49-F238E27FC236}">
                <a16:creationId xmlns:a16="http://schemas.microsoft.com/office/drawing/2014/main" id="{A839CEB6-7A03-0FEE-C9F7-8CEDFE440097}"/>
              </a:ext>
            </a:extLst>
          </p:cNvPr>
          <p:cNvSpPr/>
          <p:nvPr/>
        </p:nvSpPr>
        <p:spPr>
          <a:xfrm>
            <a:off x="16651364" y="3013507"/>
            <a:ext cx="6660743" cy="2292826"/>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Lowest</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Usage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endParaRPr kumimoji="0" lang="en-AU"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Mild</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Weather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10" name="Rounded Rectangle 9">
            <a:extLst>
              <a:ext uri="{FF2B5EF4-FFF2-40B4-BE49-F238E27FC236}">
                <a16:creationId xmlns:a16="http://schemas.microsoft.com/office/drawing/2014/main" id="{FA306EE6-F314-2D7C-B26A-2EBB7BF2F6F8}"/>
              </a:ext>
            </a:extLst>
          </p:cNvPr>
          <p:cNvSpPr/>
          <p:nvPr/>
        </p:nvSpPr>
        <p:spPr>
          <a:xfrm>
            <a:off x="16651363" y="5870524"/>
            <a:ext cx="6660744" cy="2292826"/>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b="1">
                <a:solidFill>
                  <a:schemeClr val="tx2">
                    <a:lumMod val="50000"/>
                  </a:schemeClr>
                </a:solidFill>
                <a:latin typeface="Graphik-Medium"/>
                <a:ea typeface="Graphik-Medium"/>
                <a:cs typeface="Graphik-Medium"/>
                <a:sym typeface="Graphik Medium"/>
              </a:rPr>
              <a:t>Electricity</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Usage</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Increase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endParaRPr kumimoji="0" lang="en-AU"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Cold</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Weather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12" name="Rounded Rectangle 11">
            <a:extLst>
              <a:ext uri="{FF2B5EF4-FFF2-40B4-BE49-F238E27FC236}">
                <a16:creationId xmlns:a16="http://schemas.microsoft.com/office/drawing/2014/main" id="{41AF6C5F-37CA-CCDF-43B4-BF0B78B9CD77}"/>
              </a:ext>
            </a:extLst>
          </p:cNvPr>
          <p:cNvSpPr/>
          <p:nvPr/>
        </p:nvSpPr>
        <p:spPr>
          <a:xfrm>
            <a:off x="16651363" y="8727542"/>
            <a:ext cx="6660744" cy="2292826"/>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algn="ctr" defTabSz="457200">
              <a:spcBef>
                <a:spcPts val="0"/>
              </a:spcBef>
            </a:pPr>
            <a:r>
              <a:rPr lang="en-US" altLang="zh-CN" sz="2400" b="1">
                <a:solidFill>
                  <a:schemeClr val="tx2">
                    <a:lumMod val="50000"/>
                  </a:schemeClr>
                </a:solidFill>
                <a:latin typeface="Graphik-Medium"/>
                <a:ea typeface="Graphik-Medium"/>
                <a:cs typeface="Graphik-Medium"/>
                <a:sym typeface="Graphik Medium"/>
              </a:rPr>
              <a:t>Electricity Usage</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Increase</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Faster</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endParaRPr kumimoji="0" lang="en-AU"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Hot</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Weather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pic>
        <p:nvPicPr>
          <p:cNvPr id="2" name="Camera 1">
            <a:extLst>
              <a:ext uri="{FF2B5EF4-FFF2-40B4-BE49-F238E27FC236}">
                <a16:creationId xmlns:a16="http://schemas.microsoft.com/office/drawing/2014/main" id="{35587DF0-13FA-030A-3F39-FD74E36465AD}"/>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4"/>
              </a:ext>
            </a:extLst>
          </a:blip>
          <a:stretch>
            <a:fillRect/>
          </a:stretch>
        </p:blipFill>
        <p:spPr>
          <a:xfrm>
            <a:off x="20792451" y="1288"/>
            <a:ext cx="3566496" cy="3591479"/>
          </a:xfrm>
          <a:prstGeom prst="ellipse">
            <a:avLst/>
          </a:prstGeom>
          <a:ln>
            <a:noFill/>
          </a:ln>
          <a:effectLst>
            <a:outerShdw blurRad="190500" algn="tl" rotWithShape="0">
              <a:srgbClr val="000000">
                <a:alpha val="30000"/>
              </a:srgbClr>
            </a:outerShdw>
          </a:effectLst>
        </p:spPr>
      </p:pic>
      <p:grpSp>
        <p:nvGrpSpPr>
          <p:cNvPr id="14" name="Group 13">
            <a:extLst>
              <a:ext uri="{FF2B5EF4-FFF2-40B4-BE49-F238E27FC236}">
                <a16:creationId xmlns:a16="http://schemas.microsoft.com/office/drawing/2014/main" id="{8452B9DA-896E-1004-7919-4435A706F0EB}"/>
              </a:ext>
            </a:extLst>
          </p:cNvPr>
          <p:cNvGrpSpPr/>
          <p:nvPr/>
        </p:nvGrpSpPr>
        <p:grpSpPr>
          <a:xfrm>
            <a:off x="16650909" y="5683375"/>
            <a:ext cx="902045" cy="795167"/>
            <a:chOff x="1302693" y="2464017"/>
            <a:chExt cx="756000" cy="756000"/>
          </a:xfrm>
        </p:grpSpPr>
        <p:sp>
          <p:nvSpPr>
            <p:cNvPr id="11" name="Oval 10">
              <a:extLst>
                <a:ext uri="{FF2B5EF4-FFF2-40B4-BE49-F238E27FC236}">
                  <a16:creationId xmlns:a16="http://schemas.microsoft.com/office/drawing/2014/main" id="{44C8937C-7692-8EFD-972F-6EA9A37DEC4B}"/>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3" name="Graphic 12" descr="Radio microphone with solid fill">
              <a:extLst>
                <a:ext uri="{FF2B5EF4-FFF2-40B4-BE49-F238E27FC236}">
                  <a16:creationId xmlns:a16="http://schemas.microsoft.com/office/drawing/2014/main" id="{9BB060DD-9FC4-8028-B080-2D3D0ACBD3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92693" y="2554017"/>
              <a:ext cx="576000" cy="576000"/>
            </a:xfrm>
            <a:prstGeom prst="rect">
              <a:avLst/>
            </a:prstGeom>
          </p:spPr>
        </p:pic>
      </p:grpSp>
      <p:cxnSp>
        <p:nvCxnSpPr>
          <p:cNvPr id="19" name="Straight Arrow Connector 18">
            <a:extLst>
              <a:ext uri="{FF2B5EF4-FFF2-40B4-BE49-F238E27FC236}">
                <a16:creationId xmlns:a16="http://schemas.microsoft.com/office/drawing/2014/main" id="{48E49767-FFA9-D5F4-997A-4DBD9A048D3F}"/>
              </a:ext>
            </a:extLst>
          </p:cNvPr>
          <p:cNvCxnSpPr>
            <a:cxnSpLocks/>
          </p:cNvCxnSpPr>
          <p:nvPr/>
        </p:nvCxnSpPr>
        <p:spPr>
          <a:xfrm>
            <a:off x="9451037" y="8041123"/>
            <a:ext cx="158128" cy="1281072"/>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cxnSp>
        <p:nvCxnSpPr>
          <p:cNvPr id="9" name="Straight Arrow Connector 8">
            <a:extLst>
              <a:ext uri="{FF2B5EF4-FFF2-40B4-BE49-F238E27FC236}">
                <a16:creationId xmlns:a16="http://schemas.microsoft.com/office/drawing/2014/main" id="{94544305-BE97-E2A0-08E7-B1310C590425}"/>
              </a:ext>
            </a:extLst>
          </p:cNvPr>
          <p:cNvCxnSpPr>
            <a:cxnSpLocks/>
          </p:cNvCxnSpPr>
          <p:nvPr/>
        </p:nvCxnSpPr>
        <p:spPr>
          <a:xfrm flipV="1">
            <a:off x="14539875" y="3948176"/>
            <a:ext cx="123751" cy="3497183"/>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500778208"/>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F33A3-C378-1586-8008-6AF2148C9F55}"/>
            </a:ext>
          </a:extLst>
        </p:cNvPr>
        <p:cNvGrpSpPr/>
        <p:nvPr/>
      </p:nvGrpSpPr>
      <p:grpSpPr>
        <a:xfrm>
          <a:off x="0" y="0"/>
          <a:ext cx="0" cy="0"/>
          <a:chOff x="0" y="0"/>
          <a:chExt cx="0" cy="0"/>
        </a:xfrm>
      </p:grpSpPr>
      <p:sp>
        <p:nvSpPr>
          <p:cNvPr id="256" name="Finding #2: Temperature">
            <a:extLst>
              <a:ext uri="{FF2B5EF4-FFF2-40B4-BE49-F238E27FC236}">
                <a16:creationId xmlns:a16="http://schemas.microsoft.com/office/drawing/2014/main" id="{164ACC52-9939-52CB-6442-B615748E0D01}"/>
              </a:ext>
            </a:extLst>
          </p:cNvPr>
          <p:cNvSpPr txBox="1">
            <a:spLocks noGrp="1"/>
          </p:cNvSpPr>
          <p:nvPr>
            <p:ph type="title"/>
          </p:nvPr>
        </p:nvSpPr>
        <p:spPr>
          <a:xfrm>
            <a:off x="1270000" y="399528"/>
            <a:ext cx="21844000" cy="1557437"/>
          </a:xfrm>
          <a:prstGeom prst="rect">
            <a:avLst/>
          </a:prstGeom>
        </p:spPr>
        <p:txBody>
          <a:bodyPr/>
          <a:lstStyle>
            <a:lvl1pPr>
              <a:defRPr>
                <a:latin typeface="Myriad Set Pro Bold"/>
                <a:ea typeface="Myriad Set Pro Bold"/>
                <a:cs typeface="Myriad Set Pro Bold"/>
                <a:sym typeface="Myriad Set Pro Bold"/>
              </a:defRPr>
            </a:lvl1pPr>
          </a:lstStyle>
          <a:p>
            <a:r>
              <a:rPr sz="7200" b="1">
                <a:gradFill flip="none">
                  <a:gsLst>
                    <a:gs pos="0">
                      <a:srgbClr val="FFFFFF"/>
                    </a:gs>
                    <a:gs pos="100000">
                      <a:srgbClr val="929292"/>
                    </a:gs>
                  </a:gsLst>
                  <a:lin ang="5400000" scaled="0"/>
                </a:gradFill>
              </a:rPr>
              <a:t>Finding #2: </a:t>
            </a:r>
            <a:r>
              <a:rPr lang="en-GB" sz="7200" b="1">
                <a:gradFill flip="none">
                  <a:gsLst>
                    <a:gs pos="0">
                      <a:srgbClr val="FFFFFF"/>
                    </a:gs>
                    <a:gs pos="100000">
                      <a:srgbClr val="929292"/>
                    </a:gs>
                  </a:gsLst>
                  <a:lin ang="5400000" scaled="0"/>
                </a:gradFill>
              </a:rPr>
              <a:t>Temperature</a:t>
            </a:r>
            <a:endParaRPr lang="en-US" sz="7200" b="1">
              <a:gradFill flip="none">
                <a:gsLst>
                  <a:gs pos="0">
                    <a:srgbClr val="FFFFFF"/>
                  </a:gs>
                  <a:gs pos="100000">
                    <a:srgbClr val="929292"/>
                  </a:gs>
                </a:gsLst>
                <a:lin ang="5400000" scaled="0"/>
              </a:gradFill>
            </a:endParaRPr>
          </a:p>
        </p:txBody>
      </p:sp>
      <p:sp>
        <p:nvSpPr>
          <p:cNvPr id="257" name="Slide Subtitle">
            <a:extLst>
              <a:ext uri="{FF2B5EF4-FFF2-40B4-BE49-F238E27FC236}">
                <a16:creationId xmlns:a16="http://schemas.microsoft.com/office/drawing/2014/main" id="{EA3A514C-E9A9-FCD3-2BAA-9B5E3E94285F}"/>
              </a:ext>
            </a:extLst>
          </p:cNvPr>
          <p:cNvSpPr txBox="1">
            <a:spLocks noGrp="1"/>
          </p:cNvSpPr>
          <p:nvPr>
            <p:ph type="body" idx="21"/>
          </p:nvPr>
        </p:nvSpPr>
        <p:spPr>
          <a:xfrm>
            <a:off x="1270000" y="1767693"/>
            <a:ext cx="21844000" cy="1016000"/>
          </a:xfrm>
          <a:prstGeom prst="rect">
            <a:avLst/>
          </a:prstGeom>
        </p:spPr>
        <p:txBody>
          <a:bodyPr lIns="50800" tIns="50800" rIns="50800" bIns="50800" anchor="t">
            <a:normAutofit/>
          </a:bodyPr>
          <a:lstStyle/>
          <a:p>
            <a:r>
              <a:rPr lang="en-US"/>
              <a:t>Electricity use rises in hot and cold weather.</a:t>
            </a:r>
          </a:p>
        </p:txBody>
      </p:sp>
      <p:sp>
        <p:nvSpPr>
          <p:cNvPr id="16" name="TextBox 15">
            <a:extLst>
              <a:ext uri="{FF2B5EF4-FFF2-40B4-BE49-F238E27FC236}">
                <a16:creationId xmlns:a16="http://schemas.microsoft.com/office/drawing/2014/main" id="{FCA7A3DC-F2F6-ACCD-ADB5-139DB4943B8E}"/>
              </a:ext>
            </a:extLst>
          </p:cNvPr>
          <p:cNvSpPr txBox="1"/>
          <p:nvPr/>
        </p:nvSpPr>
        <p:spPr>
          <a:xfrm rot="10800000" flipV="1">
            <a:off x="885850" y="12345371"/>
            <a:ext cx="12399166"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Source: Group A report, Chapter 4, Figure 4.11, January 2010-March 2021.</a:t>
            </a:r>
            <a:endParaRPr lang="en-GB" sz="2800" b="0" i="0" u="none" strike="noStrike" cap="none" spc="0" normalizeH="0" baseline="0">
              <a:ln>
                <a:noFill/>
              </a:ln>
              <a:solidFill>
                <a:srgbClr val="FFFFFF"/>
              </a:solidFill>
              <a:effectLst/>
              <a:uFillTx/>
              <a:latin typeface="Graphik"/>
              <a:ea typeface="Graphik"/>
              <a:cs typeface="Graphik"/>
            </a:endParaRPr>
          </a:p>
        </p:txBody>
      </p:sp>
      <p:pic>
        <p:nvPicPr>
          <p:cNvPr id="3" name="Picture 2">
            <a:extLst>
              <a:ext uri="{FF2B5EF4-FFF2-40B4-BE49-F238E27FC236}">
                <a16:creationId xmlns:a16="http://schemas.microsoft.com/office/drawing/2014/main" id="{659FFAF2-EDC4-F14E-29B0-979FB39E51C0}"/>
              </a:ext>
            </a:extLst>
          </p:cNvPr>
          <p:cNvPicPr>
            <a:picLocks noChangeAspect="1"/>
          </p:cNvPicPr>
          <p:nvPr/>
        </p:nvPicPr>
        <p:blipFill>
          <a:blip r:embed="rId3"/>
          <a:srcRect l="49883" r="-140" b="296"/>
          <a:stretch>
            <a:fillRect/>
          </a:stretch>
        </p:blipFill>
        <p:spPr>
          <a:xfrm>
            <a:off x="730849" y="2714986"/>
            <a:ext cx="15043208" cy="8252945"/>
          </a:xfrm>
          <a:prstGeom prst="rect">
            <a:avLst/>
          </a:prstGeom>
        </p:spPr>
      </p:pic>
      <p:sp>
        <p:nvSpPr>
          <p:cNvPr id="4" name="Rectangle: Rounded Corners 3">
            <a:extLst>
              <a:ext uri="{FF2B5EF4-FFF2-40B4-BE49-F238E27FC236}">
                <a16:creationId xmlns:a16="http://schemas.microsoft.com/office/drawing/2014/main" id="{DFD33F45-50C6-3B5D-673B-0A1EE789C6A2}"/>
              </a:ext>
            </a:extLst>
          </p:cNvPr>
          <p:cNvSpPr/>
          <p:nvPr/>
        </p:nvSpPr>
        <p:spPr>
          <a:xfrm>
            <a:off x="7335648" y="7442689"/>
            <a:ext cx="3330779" cy="65833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a:solidFill>
                  <a:srgbClr val="000000"/>
                </a:solidFill>
                <a:latin typeface="Graphik-Medium"/>
              </a:rPr>
              <a:t>Lowest: 18 –20° C</a:t>
            </a:r>
            <a:endParaRPr lang="en-US"/>
          </a:p>
        </p:txBody>
      </p:sp>
      <p:sp>
        <p:nvSpPr>
          <p:cNvPr id="5" name="Rectangle: Rounded Corners 4">
            <a:extLst>
              <a:ext uri="{FF2B5EF4-FFF2-40B4-BE49-F238E27FC236}">
                <a16:creationId xmlns:a16="http://schemas.microsoft.com/office/drawing/2014/main" id="{63659883-DD5C-39EC-7052-B1298B3912E6}"/>
              </a:ext>
            </a:extLst>
          </p:cNvPr>
          <p:cNvSpPr/>
          <p:nvPr/>
        </p:nvSpPr>
        <p:spPr>
          <a:xfrm>
            <a:off x="12134993" y="6889797"/>
            <a:ext cx="2805719" cy="1203166"/>
          </a:xfrm>
          <a:prstGeom prst="round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457200">
              <a:spcBef>
                <a:spcPts val="0"/>
              </a:spcBef>
            </a:pPr>
            <a:r>
              <a:rPr lang="en-US" sz="3200">
                <a:solidFill>
                  <a:srgbClr val="000000"/>
                </a:solidFill>
                <a:latin typeface="Graphik-Medium"/>
                <a:ea typeface="Graphik-Medium"/>
                <a:cs typeface="Graphik-Medium"/>
              </a:rPr>
              <a:t>Steeper rise in the heat</a:t>
            </a:r>
            <a:endParaRPr lang="en-US" sz="3200" b="0" i="0" u="none" strike="noStrike" cap="none" spc="0" normalizeH="0" baseline="0">
              <a:ln>
                <a:noFill/>
              </a:ln>
              <a:solidFill>
                <a:srgbClr val="000000"/>
              </a:solidFill>
              <a:effectLst/>
              <a:uFillTx/>
              <a:latin typeface="Graphik-Medium"/>
              <a:ea typeface="Graphik-Medium"/>
              <a:cs typeface="Graphik-Medium"/>
            </a:endParaRPr>
          </a:p>
        </p:txBody>
      </p:sp>
      <p:sp>
        <p:nvSpPr>
          <p:cNvPr id="6" name="TextBox 5">
            <a:extLst>
              <a:ext uri="{FF2B5EF4-FFF2-40B4-BE49-F238E27FC236}">
                <a16:creationId xmlns:a16="http://schemas.microsoft.com/office/drawing/2014/main" id="{468A77A7-6F10-9553-97D7-934D68C6BAB7}"/>
              </a:ext>
            </a:extLst>
          </p:cNvPr>
          <p:cNvSpPr txBox="1"/>
          <p:nvPr/>
        </p:nvSpPr>
        <p:spPr>
          <a:xfrm rot="10800000" flipV="1">
            <a:off x="885851" y="10695522"/>
            <a:ext cx="13887087"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Each dot shows the average  electricity demand at a different temperature.</a:t>
            </a:r>
            <a:endParaRPr lang="en-GB" sz="2800" b="0" i="0" u="none" strike="noStrike" cap="none" spc="0" normalizeH="0" baseline="0">
              <a:ln>
                <a:noFill/>
              </a:ln>
              <a:solidFill>
                <a:srgbClr val="FFFFFF"/>
              </a:solidFill>
              <a:effectLst/>
              <a:uFillTx/>
              <a:latin typeface="Graphik"/>
              <a:ea typeface="Graphik"/>
              <a:cs typeface="Graphik"/>
            </a:endParaRPr>
          </a:p>
        </p:txBody>
      </p:sp>
      <p:sp>
        <p:nvSpPr>
          <p:cNvPr id="7" name="TextBox 6">
            <a:extLst>
              <a:ext uri="{FF2B5EF4-FFF2-40B4-BE49-F238E27FC236}">
                <a16:creationId xmlns:a16="http://schemas.microsoft.com/office/drawing/2014/main" id="{22FD932D-D8DC-82C5-16D7-8EC06860CC64}"/>
              </a:ext>
            </a:extLst>
          </p:cNvPr>
          <p:cNvSpPr txBox="1"/>
          <p:nvPr/>
        </p:nvSpPr>
        <p:spPr>
          <a:xfrm rot="10800000" flipV="1">
            <a:off x="885850" y="11422195"/>
            <a:ext cx="16287442" cy="9028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3200" b="1">
                <a:solidFill>
                  <a:schemeClr val="tx1"/>
                </a:solidFill>
              </a:rPr>
              <a:t>Electricity use is lowest in mild weather and rises in extreme heat or cold.</a:t>
            </a:r>
            <a:endParaRPr lang="en-GB" sz="3200" b="1" i="0" u="none" strike="noStrike" cap="none" spc="0" normalizeH="0" baseline="0">
              <a:ln>
                <a:noFill/>
              </a:ln>
              <a:solidFill>
                <a:schemeClr val="tx1"/>
              </a:solidFill>
              <a:effectLst/>
              <a:uFillTx/>
              <a:latin typeface="Graphik"/>
              <a:ea typeface="Graphik"/>
              <a:cs typeface="Graphik"/>
            </a:endParaRPr>
          </a:p>
        </p:txBody>
      </p:sp>
      <p:sp>
        <p:nvSpPr>
          <p:cNvPr id="8" name="Rounded Rectangle 7">
            <a:extLst>
              <a:ext uri="{FF2B5EF4-FFF2-40B4-BE49-F238E27FC236}">
                <a16:creationId xmlns:a16="http://schemas.microsoft.com/office/drawing/2014/main" id="{D4510611-A41B-1778-A7BF-CF7832B3708F}"/>
              </a:ext>
            </a:extLst>
          </p:cNvPr>
          <p:cNvSpPr/>
          <p:nvPr/>
        </p:nvSpPr>
        <p:spPr>
          <a:xfrm>
            <a:off x="16651364" y="3013507"/>
            <a:ext cx="6660743" cy="2292826"/>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Lowest</a:t>
            </a:r>
            <a:r>
              <a:rPr kumimoji="0" lang="zh-CN" altLang="en-US"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Usage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endParaRPr kumimoji="0" lang="en-AU"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Mild</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Weather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10" name="Rounded Rectangle 9">
            <a:extLst>
              <a:ext uri="{FF2B5EF4-FFF2-40B4-BE49-F238E27FC236}">
                <a16:creationId xmlns:a16="http://schemas.microsoft.com/office/drawing/2014/main" id="{E3D65EF8-BDE1-F7B2-DC59-FA7D27AA0E4B}"/>
              </a:ext>
            </a:extLst>
          </p:cNvPr>
          <p:cNvSpPr/>
          <p:nvPr/>
        </p:nvSpPr>
        <p:spPr>
          <a:xfrm>
            <a:off x="16651363" y="5870524"/>
            <a:ext cx="6660744" cy="2292826"/>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b="1">
                <a:solidFill>
                  <a:schemeClr val="tx2">
                    <a:lumMod val="50000"/>
                  </a:schemeClr>
                </a:solidFill>
                <a:latin typeface="Graphik-Medium"/>
                <a:ea typeface="Graphik-Medium"/>
                <a:cs typeface="Graphik-Medium"/>
                <a:sym typeface="Graphik Medium"/>
              </a:rPr>
              <a:t>Electricity</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Usage</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Increase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endParaRPr kumimoji="0" lang="en-AU"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Cold</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Weather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12" name="Rounded Rectangle 11">
            <a:extLst>
              <a:ext uri="{FF2B5EF4-FFF2-40B4-BE49-F238E27FC236}">
                <a16:creationId xmlns:a16="http://schemas.microsoft.com/office/drawing/2014/main" id="{B73317CF-370F-F88D-B81E-233025C38217}"/>
              </a:ext>
            </a:extLst>
          </p:cNvPr>
          <p:cNvSpPr/>
          <p:nvPr/>
        </p:nvSpPr>
        <p:spPr>
          <a:xfrm>
            <a:off x="16651363" y="8727542"/>
            <a:ext cx="6660744" cy="2292826"/>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algn="ctr" defTabSz="457200">
              <a:spcBef>
                <a:spcPts val="0"/>
              </a:spcBef>
            </a:pPr>
            <a:r>
              <a:rPr lang="en-US" altLang="zh-CN" sz="2400" b="1">
                <a:solidFill>
                  <a:schemeClr val="tx2">
                    <a:lumMod val="50000"/>
                  </a:schemeClr>
                </a:solidFill>
                <a:latin typeface="Graphik-Medium"/>
                <a:ea typeface="Graphik-Medium"/>
                <a:cs typeface="Graphik-Medium"/>
                <a:sym typeface="Graphik Medium"/>
              </a:rPr>
              <a:t>Electricity Usage</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Increase</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Faster</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endParaRPr kumimoji="0" lang="en-AU"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Hot</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Weather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pic>
        <p:nvPicPr>
          <p:cNvPr id="2" name="Camera 1">
            <a:extLst>
              <a:ext uri="{FF2B5EF4-FFF2-40B4-BE49-F238E27FC236}">
                <a16:creationId xmlns:a16="http://schemas.microsoft.com/office/drawing/2014/main" id="{03C1243E-42E4-02B5-B410-DC071712737E}"/>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4"/>
              </a:ext>
            </a:extLst>
          </a:blip>
          <a:stretch>
            <a:fillRect/>
          </a:stretch>
        </p:blipFill>
        <p:spPr>
          <a:xfrm>
            <a:off x="20792451" y="1288"/>
            <a:ext cx="3566496" cy="3591479"/>
          </a:xfrm>
          <a:prstGeom prst="ellipse">
            <a:avLst/>
          </a:prstGeom>
          <a:ln>
            <a:noFill/>
          </a:ln>
          <a:effectLst>
            <a:outerShdw blurRad="190500" algn="tl" rotWithShape="0">
              <a:srgbClr val="000000">
                <a:alpha val="30000"/>
              </a:srgbClr>
            </a:outerShdw>
          </a:effectLst>
        </p:spPr>
      </p:pic>
      <p:grpSp>
        <p:nvGrpSpPr>
          <p:cNvPr id="14" name="Group 13">
            <a:extLst>
              <a:ext uri="{FF2B5EF4-FFF2-40B4-BE49-F238E27FC236}">
                <a16:creationId xmlns:a16="http://schemas.microsoft.com/office/drawing/2014/main" id="{ECF84CC4-3EF5-BE35-E440-31B2637D8BB2}"/>
              </a:ext>
            </a:extLst>
          </p:cNvPr>
          <p:cNvGrpSpPr/>
          <p:nvPr/>
        </p:nvGrpSpPr>
        <p:grpSpPr>
          <a:xfrm>
            <a:off x="16647800" y="8288306"/>
            <a:ext cx="902045" cy="795167"/>
            <a:chOff x="1302693" y="2464017"/>
            <a:chExt cx="756000" cy="756000"/>
          </a:xfrm>
        </p:grpSpPr>
        <p:sp>
          <p:nvSpPr>
            <p:cNvPr id="11" name="Oval 10">
              <a:extLst>
                <a:ext uri="{FF2B5EF4-FFF2-40B4-BE49-F238E27FC236}">
                  <a16:creationId xmlns:a16="http://schemas.microsoft.com/office/drawing/2014/main" id="{E172A70B-F38A-0CC4-E7EB-7144FD4D5E70}"/>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3" name="Graphic 12" descr="Radio microphone with solid fill">
              <a:extLst>
                <a:ext uri="{FF2B5EF4-FFF2-40B4-BE49-F238E27FC236}">
                  <a16:creationId xmlns:a16="http://schemas.microsoft.com/office/drawing/2014/main" id="{BCFC9685-3854-9AD5-11E1-A7CD26A0557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92693" y="2554017"/>
              <a:ext cx="576000" cy="576000"/>
            </a:xfrm>
            <a:prstGeom prst="rect">
              <a:avLst/>
            </a:prstGeom>
          </p:spPr>
        </p:pic>
      </p:grpSp>
      <p:cxnSp>
        <p:nvCxnSpPr>
          <p:cNvPr id="19" name="Straight Arrow Connector 18">
            <a:extLst>
              <a:ext uri="{FF2B5EF4-FFF2-40B4-BE49-F238E27FC236}">
                <a16:creationId xmlns:a16="http://schemas.microsoft.com/office/drawing/2014/main" id="{703DD268-E23B-AAB2-924F-5A86F75863B5}"/>
              </a:ext>
            </a:extLst>
          </p:cNvPr>
          <p:cNvCxnSpPr>
            <a:cxnSpLocks/>
          </p:cNvCxnSpPr>
          <p:nvPr/>
        </p:nvCxnSpPr>
        <p:spPr>
          <a:xfrm>
            <a:off x="9451037" y="8041123"/>
            <a:ext cx="158128" cy="1281072"/>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cxnSp>
        <p:nvCxnSpPr>
          <p:cNvPr id="9" name="Straight Arrow Connector 8">
            <a:extLst>
              <a:ext uri="{FF2B5EF4-FFF2-40B4-BE49-F238E27FC236}">
                <a16:creationId xmlns:a16="http://schemas.microsoft.com/office/drawing/2014/main" id="{526B5DE6-8A4E-7404-29EA-6A1E492CDE88}"/>
              </a:ext>
            </a:extLst>
          </p:cNvPr>
          <p:cNvCxnSpPr>
            <a:cxnSpLocks/>
          </p:cNvCxnSpPr>
          <p:nvPr/>
        </p:nvCxnSpPr>
        <p:spPr>
          <a:xfrm flipV="1">
            <a:off x="14539875" y="3948176"/>
            <a:ext cx="123751" cy="3497183"/>
          </a:xfrm>
          <a:prstGeom prst="straightConnector1">
            <a:avLst/>
          </a:prstGeom>
          <a:noFill/>
          <a:ln w="57150" cap="flat">
            <a:solidFill>
              <a:srgbClr val="FFC000"/>
            </a:solidFill>
            <a:prstDash val="solid"/>
            <a:miter lim="400000"/>
            <a:headEnd type="none"/>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17481406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F3946-7007-9CC3-1C09-36C3B93AEB08}"/>
              </a:ext>
            </a:extLst>
          </p:cNvPr>
          <p:cNvSpPr>
            <a:spLocks noGrp="1"/>
          </p:cNvSpPr>
          <p:nvPr>
            <p:ph type="title"/>
          </p:nvPr>
        </p:nvSpPr>
        <p:spPr>
          <a:xfrm>
            <a:off x="0" y="622428"/>
            <a:ext cx="21844000" cy="1557437"/>
          </a:xfrm>
        </p:spPr>
        <p:txBody>
          <a:bodyPr/>
          <a:lstStyle/>
          <a:p>
            <a:r>
              <a:rPr lang="en-GB">
                <a:gradFill flip="none">
                  <a:gsLst>
                    <a:gs pos="0">
                      <a:srgbClr val="FFFFFF"/>
                    </a:gs>
                    <a:gs pos="100000">
                      <a:srgbClr val="929292"/>
                    </a:gs>
                  </a:gsLst>
                  <a:lin ang="5400000" scaled="0"/>
                </a:gradFill>
              </a:rPr>
              <a:t>Finding # 3 Hot days: Hardest to Forecast</a:t>
            </a:r>
            <a:endParaRPr lang="en-GB"/>
          </a:p>
        </p:txBody>
      </p:sp>
      <p:sp>
        <p:nvSpPr>
          <p:cNvPr id="3" name="Text Placeholder 2">
            <a:extLst>
              <a:ext uri="{FF2B5EF4-FFF2-40B4-BE49-F238E27FC236}">
                <a16:creationId xmlns:a16="http://schemas.microsoft.com/office/drawing/2014/main" id="{9ED0E298-4528-3A49-1619-1F37E6A58AFE}"/>
              </a:ext>
            </a:extLst>
          </p:cNvPr>
          <p:cNvSpPr>
            <a:spLocks noGrp="1"/>
          </p:cNvSpPr>
          <p:nvPr>
            <p:ph type="body" sz="quarter" idx="21"/>
          </p:nvPr>
        </p:nvSpPr>
        <p:spPr>
          <a:xfrm>
            <a:off x="-417421" y="2293221"/>
            <a:ext cx="21844000" cy="1016000"/>
          </a:xfrm>
        </p:spPr>
        <p:txBody>
          <a:bodyPr lIns="50800" tIns="50800" rIns="50800" bIns="50800" anchor="t">
            <a:normAutofit/>
          </a:bodyPr>
          <a:lstStyle/>
          <a:p>
            <a:r>
              <a:rPr lang="en-GB"/>
              <a:t>AEMO forecasts: error more than doubles in the heat </a:t>
            </a:r>
          </a:p>
        </p:txBody>
      </p:sp>
      <p:pic>
        <p:nvPicPr>
          <p:cNvPr id="4" name="Picture 3">
            <a:extLst>
              <a:ext uri="{FF2B5EF4-FFF2-40B4-BE49-F238E27FC236}">
                <a16:creationId xmlns:a16="http://schemas.microsoft.com/office/drawing/2014/main" id="{B7F04EEC-CFD6-A355-A3E1-BBAEF8789913}"/>
              </a:ext>
            </a:extLst>
          </p:cNvPr>
          <p:cNvPicPr>
            <a:picLocks noChangeAspect="1"/>
          </p:cNvPicPr>
          <p:nvPr/>
        </p:nvPicPr>
        <p:blipFill>
          <a:blip r:embed="rId3"/>
          <a:stretch>
            <a:fillRect/>
          </a:stretch>
        </p:blipFill>
        <p:spPr>
          <a:xfrm>
            <a:off x="976325" y="3404438"/>
            <a:ext cx="15801975" cy="7469145"/>
          </a:xfrm>
          <a:prstGeom prst="rect">
            <a:avLst/>
          </a:prstGeom>
        </p:spPr>
      </p:pic>
      <p:sp>
        <p:nvSpPr>
          <p:cNvPr id="12" name="TextBox 11">
            <a:extLst>
              <a:ext uri="{FF2B5EF4-FFF2-40B4-BE49-F238E27FC236}">
                <a16:creationId xmlns:a16="http://schemas.microsoft.com/office/drawing/2014/main" id="{3CEAEB02-D873-1481-1D45-55B53E45E6C0}"/>
              </a:ext>
            </a:extLst>
          </p:cNvPr>
          <p:cNvSpPr txBox="1"/>
          <p:nvPr/>
        </p:nvSpPr>
        <p:spPr>
          <a:xfrm>
            <a:off x="976325" y="10567221"/>
            <a:ext cx="14087260"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i="1"/>
              <a:t>Bar: average error of the existing forecast</a:t>
            </a:r>
            <a:endParaRPr lang="en-GB" sz="2800" b="0" i="1" u="none" strike="noStrike" cap="none" spc="0" normalizeH="0" baseline="0">
              <a:ln>
                <a:noFill/>
              </a:ln>
              <a:solidFill>
                <a:srgbClr val="FFFFFF"/>
              </a:solidFill>
              <a:effectLst/>
              <a:uFillTx/>
              <a:latin typeface="Graphik"/>
              <a:ea typeface="Graphik"/>
              <a:cs typeface="Graphik"/>
            </a:endParaRPr>
          </a:p>
        </p:txBody>
      </p:sp>
      <p:sp>
        <p:nvSpPr>
          <p:cNvPr id="13" name="TextBox 12">
            <a:extLst>
              <a:ext uri="{FF2B5EF4-FFF2-40B4-BE49-F238E27FC236}">
                <a16:creationId xmlns:a16="http://schemas.microsoft.com/office/drawing/2014/main" id="{99863A6F-1323-C4CC-629F-F9F4CD77F521}"/>
              </a:ext>
            </a:extLst>
          </p:cNvPr>
          <p:cNvSpPr txBox="1"/>
          <p:nvPr/>
        </p:nvSpPr>
        <p:spPr>
          <a:xfrm>
            <a:off x="976325" y="11203554"/>
            <a:ext cx="16447740" cy="9643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3600">
                <a:solidFill>
                  <a:schemeClr val="tx1"/>
                </a:solidFill>
              </a:rPr>
              <a:t>Demand follow the weather and the time of day; heat is hardest to forecast.</a:t>
            </a:r>
            <a:endParaRPr lang="en-GB" sz="3600" b="0" i="0" u="none" strike="noStrike" cap="none" spc="0" normalizeH="0" baseline="0">
              <a:ln>
                <a:noFill/>
              </a:ln>
              <a:solidFill>
                <a:schemeClr val="tx1"/>
              </a:solidFill>
              <a:effectLst/>
              <a:uFillTx/>
              <a:latin typeface="Graphik"/>
              <a:ea typeface="Graphik"/>
              <a:cs typeface="Graphik"/>
            </a:endParaRPr>
          </a:p>
        </p:txBody>
      </p:sp>
      <p:sp>
        <p:nvSpPr>
          <p:cNvPr id="14" name="TextBox 13">
            <a:extLst>
              <a:ext uri="{FF2B5EF4-FFF2-40B4-BE49-F238E27FC236}">
                <a16:creationId xmlns:a16="http://schemas.microsoft.com/office/drawing/2014/main" id="{D051B524-2DF3-A783-3E0C-E9FC8FD492EE}"/>
              </a:ext>
            </a:extLst>
          </p:cNvPr>
          <p:cNvSpPr txBox="1"/>
          <p:nvPr/>
        </p:nvSpPr>
        <p:spPr>
          <a:xfrm>
            <a:off x="998975" y="12424188"/>
            <a:ext cx="16447740"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i="1"/>
              <a:t>Source: Group A report, Chapter 4, Table 4.2; AEMO 12-hour forecast , Jan 2010 –Mar 2021</a:t>
            </a:r>
            <a:endParaRPr lang="en-GB" sz="2800" b="0" i="1" u="none" strike="noStrike" cap="none" spc="0" normalizeH="0" baseline="0">
              <a:ln>
                <a:noFill/>
              </a:ln>
              <a:solidFill>
                <a:srgbClr val="FFFFFF"/>
              </a:solidFill>
              <a:effectLst/>
              <a:uFillTx/>
              <a:latin typeface="Graphik"/>
              <a:ea typeface="Graphik"/>
              <a:cs typeface="Graphik"/>
            </a:endParaRPr>
          </a:p>
        </p:txBody>
      </p:sp>
      <p:sp>
        <p:nvSpPr>
          <p:cNvPr id="5" name="Rounded Rectangle 4">
            <a:extLst>
              <a:ext uri="{FF2B5EF4-FFF2-40B4-BE49-F238E27FC236}">
                <a16:creationId xmlns:a16="http://schemas.microsoft.com/office/drawing/2014/main" id="{C5F755BF-B204-81FE-1345-EE9F61374D79}"/>
              </a:ext>
            </a:extLst>
          </p:cNvPr>
          <p:cNvSpPr/>
          <p:nvPr/>
        </p:nvSpPr>
        <p:spPr>
          <a:xfrm>
            <a:off x="17446715" y="3457310"/>
            <a:ext cx="5646601"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Cold</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137 MW</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6" name="Rounded Rectangle 5">
            <a:extLst>
              <a:ext uri="{FF2B5EF4-FFF2-40B4-BE49-F238E27FC236}">
                <a16:creationId xmlns:a16="http://schemas.microsoft.com/office/drawing/2014/main" id="{3DE6F95B-F378-4DE8-3A61-BDB100A35364}"/>
              </a:ext>
            </a:extLst>
          </p:cNvPr>
          <p:cNvSpPr/>
          <p:nvPr/>
        </p:nvSpPr>
        <p:spPr>
          <a:xfrm>
            <a:off x="17446715" y="6087137"/>
            <a:ext cx="5646601"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Hot</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364 MW</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7" name="Rounded Rectangle 6">
            <a:extLst>
              <a:ext uri="{FF2B5EF4-FFF2-40B4-BE49-F238E27FC236}">
                <a16:creationId xmlns:a16="http://schemas.microsoft.com/office/drawing/2014/main" id="{0B0E24C6-E38E-BA3C-EAB6-940602DDAE05}"/>
              </a:ext>
            </a:extLst>
          </p:cNvPr>
          <p:cNvSpPr/>
          <p:nvPr/>
        </p:nvSpPr>
        <p:spPr>
          <a:xfrm>
            <a:off x="17446715" y="8716964"/>
            <a:ext cx="5646601"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chemeClr val="accent5">
                  <a:lumMod val="60000"/>
                  <a:lumOff val="4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chemeClr val="accent5">
                    <a:lumMod val="60000"/>
                    <a:lumOff val="40000"/>
                  </a:schemeClr>
                </a:solidFill>
                <a:effectLst/>
                <a:uFillTx/>
                <a:latin typeface="Graphik-Medium"/>
                <a:ea typeface="Graphik-Medium"/>
                <a:cs typeface="Graphik-Medium"/>
                <a:sym typeface="Graphik Medium"/>
              </a:rPr>
              <a:t>Hot Conditions</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Forecast errors increase sharply in extreme heat</a:t>
            </a:r>
          </a:p>
          <a:p>
            <a:pPr marL="0" marR="0" indent="0" algn="ctr" defTabSz="457200" rtl="0" fontAlgn="auto" latinLnBrk="0" hangingPunct="0">
              <a:lnSpc>
                <a:spcPct val="100000"/>
              </a:lnSpc>
              <a:spcBef>
                <a:spcPts val="0"/>
              </a:spcBef>
              <a:spcAft>
                <a:spcPts val="0"/>
              </a:spcAft>
              <a:buClrTx/>
              <a:buSzTx/>
              <a:buFontTx/>
              <a:buNone/>
              <a:tabLst/>
            </a:pPr>
            <a:endParaRPr lang="en-US" altLang="zh-CN" sz="1200">
              <a:solidFill>
                <a:schemeClr val="tx2">
                  <a:lumMod val="50000"/>
                </a:schemeClr>
              </a:solidFill>
              <a:latin typeface="Graphik-Medium"/>
              <a:ea typeface="Graphik-Medium"/>
              <a:cs typeface="Graphik-Medium"/>
              <a:sym typeface="Graphik Medium"/>
            </a:endParaRPr>
          </a:p>
        </p:txBody>
      </p:sp>
      <p:pic>
        <p:nvPicPr>
          <p:cNvPr id="9" name="Camera 8">
            <a:extLst>
              <a:ext uri="{FF2B5EF4-FFF2-40B4-BE49-F238E27FC236}">
                <a16:creationId xmlns:a16="http://schemas.microsoft.com/office/drawing/2014/main" id="{B053CE99-8C6D-0E3D-898D-9D96F02EC967}"/>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4"/>
              </a:ext>
            </a:extLst>
          </a:blip>
          <a:stretch>
            <a:fillRect/>
          </a:stretch>
        </p:blipFill>
        <p:spPr>
          <a:xfrm>
            <a:off x="20613757" y="1289"/>
            <a:ext cx="3757751" cy="3801394"/>
          </a:xfrm>
          <a:prstGeom prst="ellipse">
            <a:avLst/>
          </a:prstGeom>
          <a:ln>
            <a:noFill/>
          </a:ln>
          <a:effectLst>
            <a:outerShdw blurRad="190500" algn="tl" rotWithShape="0">
              <a:srgbClr val="000000">
                <a:alpha val="30000"/>
              </a:srgbClr>
            </a:outerShdw>
          </a:effectLst>
        </p:spPr>
      </p:pic>
      <p:grpSp>
        <p:nvGrpSpPr>
          <p:cNvPr id="15" name="Group 14">
            <a:extLst>
              <a:ext uri="{FF2B5EF4-FFF2-40B4-BE49-F238E27FC236}">
                <a16:creationId xmlns:a16="http://schemas.microsoft.com/office/drawing/2014/main" id="{8CC114A3-7327-4557-ED05-6CB87F4FBAFB}"/>
              </a:ext>
            </a:extLst>
          </p:cNvPr>
          <p:cNvGrpSpPr/>
          <p:nvPr/>
        </p:nvGrpSpPr>
        <p:grpSpPr>
          <a:xfrm>
            <a:off x="17679118" y="3308602"/>
            <a:ext cx="672873" cy="783709"/>
            <a:chOff x="1302693" y="2464017"/>
            <a:chExt cx="756000" cy="756000"/>
          </a:xfrm>
        </p:grpSpPr>
        <p:sp>
          <p:nvSpPr>
            <p:cNvPr id="10" name="Oval 9">
              <a:extLst>
                <a:ext uri="{FF2B5EF4-FFF2-40B4-BE49-F238E27FC236}">
                  <a16:creationId xmlns:a16="http://schemas.microsoft.com/office/drawing/2014/main" id="{9320E1E8-9CAC-B378-4888-C987BBCA22D3}"/>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803EC643-D5E4-796A-1C85-B2C85E7812A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92693" y="2554017"/>
              <a:ext cx="576000" cy="576000"/>
            </a:xfrm>
            <a:prstGeom prst="rect">
              <a:avLst/>
            </a:prstGeom>
          </p:spPr>
        </p:pic>
      </p:grpSp>
    </p:spTree>
    <p:extLst>
      <p:ext uri="{BB962C8B-B14F-4D97-AF65-F5344CB8AC3E}">
        <p14:creationId xmlns:p14="http://schemas.microsoft.com/office/powerpoint/2010/main" val="2268933597"/>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BC044-196C-7BF8-1D5F-F74D4FAAF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7B7CB8-75FB-EC0F-A239-4A2AB014EC44}"/>
              </a:ext>
            </a:extLst>
          </p:cNvPr>
          <p:cNvSpPr>
            <a:spLocks noGrp="1"/>
          </p:cNvSpPr>
          <p:nvPr>
            <p:ph type="title"/>
          </p:nvPr>
        </p:nvSpPr>
        <p:spPr>
          <a:xfrm>
            <a:off x="-417422" y="744391"/>
            <a:ext cx="21844000" cy="1557437"/>
          </a:xfrm>
        </p:spPr>
        <p:txBody>
          <a:bodyPr/>
          <a:lstStyle/>
          <a:p>
            <a:r>
              <a:rPr lang="en-GB">
                <a:gradFill flip="none">
                  <a:gsLst>
                    <a:gs pos="0">
                      <a:srgbClr val="FFFFFF"/>
                    </a:gs>
                    <a:gs pos="100000">
                      <a:srgbClr val="929292"/>
                    </a:gs>
                  </a:gsLst>
                  <a:lin ang="5400000" scaled="0"/>
                </a:gradFill>
              </a:rPr>
              <a:t>Finding # 3 Hot days are Hardest to Forecast</a:t>
            </a:r>
            <a:endParaRPr lang="en-GB"/>
          </a:p>
        </p:txBody>
      </p:sp>
      <p:sp>
        <p:nvSpPr>
          <p:cNvPr id="3" name="Text Placeholder 2">
            <a:extLst>
              <a:ext uri="{FF2B5EF4-FFF2-40B4-BE49-F238E27FC236}">
                <a16:creationId xmlns:a16="http://schemas.microsoft.com/office/drawing/2014/main" id="{0D952BD0-B24A-BDA8-8956-A18A9E6E462C}"/>
              </a:ext>
            </a:extLst>
          </p:cNvPr>
          <p:cNvSpPr>
            <a:spLocks noGrp="1"/>
          </p:cNvSpPr>
          <p:nvPr>
            <p:ph type="body" sz="quarter" idx="21"/>
          </p:nvPr>
        </p:nvSpPr>
        <p:spPr>
          <a:xfrm>
            <a:off x="-417421" y="2293221"/>
            <a:ext cx="21844000" cy="1016000"/>
          </a:xfrm>
        </p:spPr>
        <p:txBody>
          <a:bodyPr lIns="50800" tIns="50800" rIns="50800" bIns="50800" anchor="t">
            <a:normAutofit/>
          </a:bodyPr>
          <a:lstStyle/>
          <a:p>
            <a:r>
              <a:rPr lang="en-GB"/>
              <a:t>Existing AEMO forecasts: error more than doubles in the heat </a:t>
            </a:r>
          </a:p>
        </p:txBody>
      </p:sp>
      <p:pic>
        <p:nvPicPr>
          <p:cNvPr id="4" name="Picture 3">
            <a:extLst>
              <a:ext uri="{FF2B5EF4-FFF2-40B4-BE49-F238E27FC236}">
                <a16:creationId xmlns:a16="http://schemas.microsoft.com/office/drawing/2014/main" id="{0FAA5090-0691-F684-6605-C6087F060F7A}"/>
              </a:ext>
            </a:extLst>
          </p:cNvPr>
          <p:cNvPicPr>
            <a:picLocks noChangeAspect="1"/>
          </p:cNvPicPr>
          <p:nvPr/>
        </p:nvPicPr>
        <p:blipFill>
          <a:blip r:embed="rId2"/>
          <a:stretch>
            <a:fillRect/>
          </a:stretch>
        </p:blipFill>
        <p:spPr>
          <a:xfrm>
            <a:off x="976325" y="3404438"/>
            <a:ext cx="15801975" cy="7469145"/>
          </a:xfrm>
          <a:prstGeom prst="rect">
            <a:avLst/>
          </a:prstGeom>
        </p:spPr>
      </p:pic>
      <p:sp>
        <p:nvSpPr>
          <p:cNvPr id="12" name="TextBox 11">
            <a:extLst>
              <a:ext uri="{FF2B5EF4-FFF2-40B4-BE49-F238E27FC236}">
                <a16:creationId xmlns:a16="http://schemas.microsoft.com/office/drawing/2014/main" id="{7B6B63CB-F87B-2D8A-26AC-0AECFAF9D27E}"/>
              </a:ext>
            </a:extLst>
          </p:cNvPr>
          <p:cNvSpPr txBox="1"/>
          <p:nvPr/>
        </p:nvSpPr>
        <p:spPr>
          <a:xfrm>
            <a:off x="976325" y="10567221"/>
            <a:ext cx="14087260"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i="1"/>
              <a:t>Bar: average error of the existing forecast</a:t>
            </a:r>
            <a:endParaRPr lang="en-GB" sz="2800" b="0" i="1" u="none" strike="noStrike" cap="none" spc="0" normalizeH="0" baseline="0">
              <a:ln>
                <a:noFill/>
              </a:ln>
              <a:solidFill>
                <a:srgbClr val="FFFFFF"/>
              </a:solidFill>
              <a:effectLst/>
              <a:uFillTx/>
              <a:latin typeface="Graphik"/>
              <a:ea typeface="Graphik"/>
              <a:cs typeface="Graphik"/>
            </a:endParaRPr>
          </a:p>
        </p:txBody>
      </p:sp>
      <p:sp>
        <p:nvSpPr>
          <p:cNvPr id="13" name="TextBox 12">
            <a:extLst>
              <a:ext uri="{FF2B5EF4-FFF2-40B4-BE49-F238E27FC236}">
                <a16:creationId xmlns:a16="http://schemas.microsoft.com/office/drawing/2014/main" id="{669A61A6-5C91-551C-99A0-69AF578DFC05}"/>
              </a:ext>
            </a:extLst>
          </p:cNvPr>
          <p:cNvSpPr txBox="1"/>
          <p:nvPr/>
        </p:nvSpPr>
        <p:spPr>
          <a:xfrm>
            <a:off x="976325" y="11203554"/>
            <a:ext cx="16447740" cy="9643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3600">
                <a:solidFill>
                  <a:schemeClr val="tx1"/>
                </a:solidFill>
              </a:rPr>
              <a:t>Demand follow the weather and the time of day; heat is hardest to forecast.</a:t>
            </a:r>
            <a:endParaRPr lang="en-GB" sz="3600" b="0" i="0" u="none" strike="noStrike" cap="none" spc="0" normalizeH="0" baseline="0">
              <a:ln>
                <a:noFill/>
              </a:ln>
              <a:solidFill>
                <a:schemeClr val="tx1"/>
              </a:solidFill>
              <a:effectLst/>
              <a:uFillTx/>
              <a:latin typeface="Graphik"/>
              <a:ea typeface="Graphik"/>
              <a:cs typeface="Graphik"/>
            </a:endParaRPr>
          </a:p>
        </p:txBody>
      </p:sp>
      <p:sp>
        <p:nvSpPr>
          <p:cNvPr id="14" name="TextBox 13">
            <a:extLst>
              <a:ext uri="{FF2B5EF4-FFF2-40B4-BE49-F238E27FC236}">
                <a16:creationId xmlns:a16="http://schemas.microsoft.com/office/drawing/2014/main" id="{5C6F3652-99B5-DDF8-A343-08EB186034D8}"/>
              </a:ext>
            </a:extLst>
          </p:cNvPr>
          <p:cNvSpPr txBox="1"/>
          <p:nvPr/>
        </p:nvSpPr>
        <p:spPr>
          <a:xfrm>
            <a:off x="998975" y="12424188"/>
            <a:ext cx="16447740"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i="1"/>
              <a:t>Source: Group A report, Chapter 4, Table 4.2; AEMO 12-hour forecast , Jan 2010 –Mar 2021</a:t>
            </a:r>
            <a:endParaRPr lang="en-GB" sz="2800" b="0" i="1" u="none" strike="noStrike" cap="none" spc="0" normalizeH="0" baseline="0">
              <a:ln>
                <a:noFill/>
              </a:ln>
              <a:solidFill>
                <a:srgbClr val="FFFFFF"/>
              </a:solidFill>
              <a:effectLst/>
              <a:uFillTx/>
              <a:latin typeface="Graphik"/>
              <a:ea typeface="Graphik"/>
              <a:cs typeface="Graphik"/>
            </a:endParaRPr>
          </a:p>
        </p:txBody>
      </p:sp>
      <p:sp>
        <p:nvSpPr>
          <p:cNvPr id="5" name="Rounded Rectangle 4">
            <a:extLst>
              <a:ext uri="{FF2B5EF4-FFF2-40B4-BE49-F238E27FC236}">
                <a16:creationId xmlns:a16="http://schemas.microsoft.com/office/drawing/2014/main" id="{406DE97F-A6F1-D47E-9AB1-D8E88220A667}"/>
              </a:ext>
            </a:extLst>
          </p:cNvPr>
          <p:cNvSpPr/>
          <p:nvPr/>
        </p:nvSpPr>
        <p:spPr>
          <a:xfrm>
            <a:off x="17446715" y="3457310"/>
            <a:ext cx="5646601"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Cold</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137 MW</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6" name="Rounded Rectangle 5">
            <a:extLst>
              <a:ext uri="{FF2B5EF4-FFF2-40B4-BE49-F238E27FC236}">
                <a16:creationId xmlns:a16="http://schemas.microsoft.com/office/drawing/2014/main" id="{EB60055D-B4EE-11BA-D24E-DB4932B52D6D}"/>
              </a:ext>
            </a:extLst>
          </p:cNvPr>
          <p:cNvSpPr/>
          <p:nvPr/>
        </p:nvSpPr>
        <p:spPr>
          <a:xfrm>
            <a:off x="17446715" y="6087137"/>
            <a:ext cx="5646601"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Hot</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364 MW</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7" name="Rounded Rectangle 6">
            <a:extLst>
              <a:ext uri="{FF2B5EF4-FFF2-40B4-BE49-F238E27FC236}">
                <a16:creationId xmlns:a16="http://schemas.microsoft.com/office/drawing/2014/main" id="{5B519AD7-56D7-2862-0C25-9D3E117FFED2}"/>
              </a:ext>
            </a:extLst>
          </p:cNvPr>
          <p:cNvSpPr/>
          <p:nvPr/>
        </p:nvSpPr>
        <p:spPr>
          <a:xfrm>
            <a:off x="17446715" y="8716964"/>
            <a:ext cx="5646601"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chemeClr val="accent5">
                  <a:lumMod val="60000"/>
                  <a:lumOff val="4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chemeClr val="accent5">
                    <a:lumMod val="60000"/>
                    <a:lumOff val="40000"/>
                  </a:schemeClr>
                </a:solidFill>
                <a:effectLst/>
                <a:uFillTx/>
                <a:latin typeface="Graphik-Medium"/>
                <a:ea typeface="Graphik-Medium"/>
                <a:cs typeface="Graphik-Medium"/>
                <a:sym typeface="Graphik Medium"/>
              </a:rPr>
              <a:t>Hot Conditions</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Forecast errors increase sharply in extreme heat</a:t>
            </a:r>
          </a:p>
          <a:p>
            <a:pPr marL="0" marR="0" indent="0" algn="ctr" defTabSz="457200" rtl="0" fontAlgn="auto" latinLnBrk="0" hangingPunct="0">
              <a:lnSpc>
                <a:spcPct val="100000"/>
              </a:lnSpc>
              <a:spcBef>
                <a:spcPts val="0"/>
              </a:spcBef>
              <a:spcAft>
                <a:spcPts val="0"/>
              </a:spcAft>
              <a:buClrTx/>
              <a:buSzTx/>
              <a:buFontTx/>
              <a:buNone/>
              <a:tabLst/>
            </a:pPr>
            <a:endParaRPr lang="en-US" altLang="zh-CN" sz="1200">
              <a:solidFill>
                <a:schemeClr val="tx2">
                  <a:lumMod val="50000"/>
                </a:schemeClr>
              </a:solidFill>
              <a:latin typeface="Graphik-Medium"/>
              <a:ea typeface="Graphik-Medium"/>
              <a:cs typeface="Graphik-Medium"/>
              <a:sym typeface="Graphik Medium"/>
            </a:endParaRPr>
          </a:p>
        </p:txBody>
      </p:sp>
      <p:pic>
        <p:nvPicPr>
          <p:cNvPr id="9" name="Camera 8">
            <a:extLst>
              <a:ext uri="{FF2B5EF4-FFF2-40B4-BE49-F238E27FC236}">
                <a16:creationId xmlns:a16="http://schemas.microsoft.com/office/drawing/2014/main" id="{8EA35F2B-22A3-C1D5-4DCC-AA98779ED9F6}"/>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613757" y="1289"/>
            <a:ext cx="3757751" cy="3801394"/>
          </a:xfrm>
          <a:prstGeom prst="ellipse">
            <a:avLst/>
          </a:prstGeom>
          <a:ln>
            <a:noFill/>
          </a:ln>
          <a:effectLst>
            <a:outerShdw blurRad="190500" algn="tl" rotWithShape="0">
              <a:srgbClr val="000000">
                <a:alpha val="30000"/>
              </a:srgbClr>
            </a:outerShdw>
          </a:effectLst>
        </p:spPr>
      </p:pic>
      <p:grpSp>
        <p:nvGrpSpPr>
          <p:cNvPr id="15" name="Group 14">
            <a:extLst>
              <a:ext uri="{FF2B5EF4-FFF2-40B4-BE49-F238E27FC236}">
                <a16:creationId xmlns:a16="http://schemas.microsoft.com/office/drawing/2014/main" id="{2585E44D-AD2A-84B6-61D8-6150C50D6DD6}"/>
              </a:ext>
            </a:extLst>
          </p:cNvPr>
          <p:cNvGrpSpPr/>
          <p:nvPr/>
        </p:nvGrpSpPr>
        <p:grpSpPr>
          <a:xfrm>
            <a:off x="14327078" y="3787465"/>
            <a:ext cx="672873" cy="783709"/>
            <a:chOff x="1302693" y="2464017"/>
            <a:chExt cx="756000" cy="756000"/>
          </a:xfrm>
        </p:grpSpPr>
        <p:sp>
          <p:nvSpPr>
            <p:cNvPr id="10" name="Oval 9">
              <a:extLst>
                <a:ext uri="{FF2B5EF4-FFF2-40B4-BE49-F238E27FC236}">
                  <a16:creationId xmlns:a16="http://schemas.microsoft.com/office/drawing/2014/main" id="{3587EBB0-02E3-4659-59C8-ACFFAA74214F}"/>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2A6CA1FC-2D62-AB66-CCD3-66BB93EF66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grpSp>
        <p:nvGrpSpPr>
          <p:cNvPr id="16" name="Group 15">
            <a:extLst>
              <a:ext uri="{FF2B5EF4-FFF2-40B4-BE49-F238E27FC236}">
                <a16:creationId xmlns:a16="http://schemas.microsoft.com/office/drawing/2014/main" id="{D81EE138-0B4C-2DB8-BF3E-EA376F663CD9}"/>
              </a:ext>
            </a:extLst>
          </p:cNvPr>
          <p:cNvGrpSpPr/>
          <p:nvPr/>
        </p:nvGrpSpPr>
        <p:grpSpPr>
          <a:xfrm>
            <a:off x="17657000" y="5703601"/>
            <a:ext cx="672873" cy="783709"/>
            <a:chOff x="1302693" y="2464017"/>
            <a:chExt cx="756000" cy="756000"/>
          </a:xfrm>
        </p:grpSpPr>
        <p:sp>
          <p:nvSpPr>
            <p:cNvPr id="17" name="Oval 16">
              <a:extLst>
                <a:ext uri="{FF2B5EF4-FFF2-40B4-BE49-F238E27FC236}">
                  <a16:creationId xmlns:a16="http://schemas.microsoft.com/office/drawing/2014/main" id="{58FF4004-9C59-1C39-9271-56804A204003}"/>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8" name="Graphic 17" descr="Radio microphone with solid fill">
              <a:extLst>
                <a:ext uri="{FF2B5EF4-FFF2-40B4-BE49-F238E27FC236}">
                  <a16:creationId xmlns:a16="http://schemas.microsoft.com/office/drawing/2014/main" id="{8CF50502-B99E-9A8A-FC84-E39FB19C47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spTree>
    <p:extLst>
      <p:ext uri="{BB962C8B-B14F-4D97-AF65-F5344CB8AC3E}">
        <p14:creationId xmlns:p14="http://schemas.microsoft.com/office/powerpoint/2010/main" val="1732051159"/>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80577-B7E0-44CF-0857-CBA4B66EB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49495-8236-F51F-5E9F-C914ECB6B6FA}"/>
              </a:ext>
            </a:extLst>
          </p:cNvPr>
          <p:cNvSpPr>
            <a:spLocks noGrp="1"/>
          </p:cNvSpPr>
          <p:nvPr>
            <p:ph type="title"/>
          </p:nvPr>
        </p:nvSpPr>
        <p:spPr>
          <a:xfrm>
            <a:off x="-417422" y="744391"/>
            <a:ext cx="21844000" cy="1557437"/>
          </a:xfrm>
        </p:spPr>
        <p:txBody>
          <a:bodyPr/>
          <a:lstStyle/>
          <a:p>
            <a:r>
              <a:rPr lang="en-GB">
                <a:gradFill flip="none">
                  <a:gsLst>
                    <a:gs pos="0">
                      <a:srgbClr val="FFFFFF"/>
                    </a:gs>
                    <a:gs pos="100000">
                      <a:srgbClr val="929292"/>
                    </a:gs>
                  </a:gsLst>
                  <a:lin ang="5400000" scaled="0"/>
                </a:gradFill>
              </a:rPr>
              <a:t>Finding # 3 Hot days are Hardest to Forecast</a:t>
            </a:r>
            <a:endParaRPr lang="en-GB"/>
          </a:p>
        </p:txBody>
      </p:sp>
      <p:sp>
        <p:nvSpPr>
          <p:cNvPr id="3" name="Text Placeholder 2">
            <a:extLst>
              <a:ext uri="{FF2B5EF4-FFF2-40B4-BE49-F238E27FC236}">
                <a16:creationId xmlns:a16="http://schemas.microsoft.com/office/drawing/2014/main" id="{EEFDE15B-3756-1314-82A4-35F1D9E3F73B}"/>
              </a:ext>
            </a:extLst>
          </p:cNvPr>
          <p:cNvSpPr>
            <a:spLocks noGrp="1"/>
          </p:cNvSpPr>
          <p:nvPr>
            <p:ph type="body" sz="quarter" idx="21"/>
          </p:nvPr>
        </p:nvSpPr>
        <p:spPr>
          <a:xfrm>
            <a:off x="-417421" y="2293221"/>
            <a:ext cx="21844000" cy="1016000"/>
          </a:xfrm>
        </p:spPr>
        <p:txBody>
          <a:bodyPr lIns="50800" tIns="50800" rIns="50800" bIns="50800" anchor="t">
            <a:normAutofit/>
          </a:bodyPr>
          <a:lstStyle/>
          <a:p>
            <a:r>
              <a:rPr lang="en-GB"/>
              <a:t>Existing AEMO forecasts: error more than doubles in the heat </a:t>
            </a:r>
          </a:p>
        </p:txBody>
      </p:sp>
      <p:pic>
        <p:nvPicPr>
          <p:cNvPr id="4" name="Picture 3">
            <a:extLst>
              <a:ext uri="{FF2B5EF4-FFF2-40B4-BE49-F238E27FC236}">
                <a16:creationId xmlns:a16="http://schemas.microsoft.com/office/drawing/2014/main" id="{78ABD32D-0157-3AA4-2E6E-63A5A7E61E95}"/>
              </a:ext>
            </a:extLst>
          </p:cNvPr>
          <p:cNvPicPr>
            <a:picLocks noChangeAspect="1"/>
          </p:cNvPicPr>
          <p:nvPr/>
        </p:nvPicPr>
        <p:blipFill>
          <a:blip r:embed="rId2"/>
          <a:stretch>
            <a:fillRect/>
          </a:stretch>
        </p:blipFill>
        <p:spPr>
          <a:xfrm>
            <a:off x="976325" y="3404438"/>
            <a:ext cx="15801975" cy="7469145"/>
          </a:xfrm>
          <a:prstGeom prst="rect">
            <a:avLst/>
          </a:prstGeom>
        </p:spPr>
      </p:pic>
      <p:sp>
        <p:nvSpPr>
          <p:cNvPr id="12" name="TextBox 11">
            <a:extLst>
              <a:ext uri="{FF2B5EF4-FFF2-40B4-BE49-F238E27FC236}">
                <a16:creationId xmlns:a16="http://schemas.microsoft.com/office/drawing/2014/main" id="{3FE3D7AA-95DF-2A33-193D-C40FB2D0C39F}"/>
              </a:ext>
            </a:extLst>
          </p:cNvPr>
          <p:cNvSpPr txBox="1"/>
          <p:nvPr/>
        </p:nvSpPr>
        <p:spPr>
          <a:xfrm>
            <a:off x="976325" y="10567221"/>
            <a:ext cx="14087260"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i="1"/>
              <a:t>Bar: average error of the existing forecast</a:t>
            </a:r>
            <a:endParaRPr lang="en-GB" sz="2800" b="0" i="1" u="none" strike="noStrike" cap="none" spc="0" normalizeH="0" baseline="0">
              <a:ln>
                <a:noFill/>
              </a:ln>
              <a:solidFill>
                <a:srgbClr val="FFFFFF"/>
              </a:solidFill>
              <a:effectLst/>
              <a:uFillTx/>
              <a:latin typeface="Graphik"/>
              <a:ea typeface="Graphik"/>
              <a:cs typeface="Graphik"/>
            </a:endParaRPr>
          </a:p>
        </p:txBody>
      </p:sp>
      <p:sp>
        <p:nvSpPr>
          <p:cNvPr id="13" name="TextBox 12">
            <a:extLst>
              <a:ext uri="{FF2B5EF4-FFF2-40B4-BE49-F238E27FC236}">
                <a16:creationId xmlns:a16="http://schemas.microsoft.com/office/drawing/2014/main" id="{F873D73B-A7E9-C61F-F6C7-50F48D4C4923}"/>
              </a:ext>
            </a:extLst>
          </p:cNvPr>
          <p:cNvSpPr txBox="1"/>
          <p:nvPr/>
        </p:nvSpPr>
        <p:spPr>
          <a:xfrm>
            <a:off x="976325" y="11203554"/>
            <a:ext cx="16447740" cy="9643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3600">
                <a:solidFill>
                  <a:schemeClr val="tx1"/>
                </a:solidFill>
              </a:rPr>
              <a:t>Demand follow the weather and the time of day; heat is hardest to forecast.</a:t>
            </a:r>
            <a:endParaRPr lang="en-GB" sz="3600" b="0" i="0" u="none" strike="noStrike" cap="none" spc="0" normalizeH="0" baseline="0">
              <a:ln>
                <a:noFill/>
              </a:ln>
              <a:solidFill>
                <a:schemeClr val="tx1"/>
              </a:solidFill>
              <a:effectLst/>
              <a:uFillTx/>
              <a:latin typeface="Graphik"/>
              <a:ea typeface="Graphik"/>
              <a:cs typeface="Graphik"/>
            </a:endParaRPr>
          </a:p>
        </p:txBody>
      </p:sp>
      <p:sp>
        <p:nvSpPr>
          <p:cNvPr id="14" name="TextBox 13">
            <a:extLst>
              <a:ext uri="{FF2B5EF4-FFF2-40B4-BE49-F238E27FC236}">
                <a16:creationId xmlns:a16="http://schemas.microsoft.com/office/drawing/2014/main" id="{FC7978EE-46E1-0883-AA86-002A2CE096EE}"/>
              </a:ext>
            </a:extLst>
          </p:cNvPr>
          <p:cNvSpPr txBox="1"/>
          <p:nvPr/>
        </p:nvSpPr>
        <p:spPr>
          <a:xfrm>
            <a:off x="998975" y="12424188"/>
            <a:ext cx="16447740"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i="1"/>
              <a:t>Source: Group A report, Chapter 4, Table 4.2; AEMO 12-hour forecast , Jan 2010 –Mar 2021</a:t>
            </a:r>
            <a:endParaRPr lang="en-GB" sz="2800" b="0" i="1" u="none" strike="noStrike" cap="none" spc="0" normalizeH="0" baseline="0">
              <a:ln>
                <a:noFill/>
              </a:ln>
              <a:solidFill>
                <a:srgbClr val="FFFFFF"/>
              </a:solidFill>
              <a:effectLst/>
              <a:uFillTx/>
              <a:latin typeface="Graphik"/>
              <a:ea typeface="Graphik"/>
              <a:cs typeface="Graphik"/>
            </a:endParaRPr>
          </a:p>
        </p:txBody>
      </p:sp>
      <p:sp>
        <p:nvSpPr>
          <p:cNvPr id="5" name="Rounded Rectangle 4">
            <a:extLst>
              <a:ext uri="{FF2B5EF4-FFF2-40B4-BE49-F238E27FC236}">
                <a16:creationId xmlns:a16="http://schemas.microsoft.com/office/drawing/2014/main" id="{973F024A-D5AA-1A75-1EE6-325DC729DF54}"/>
              </a:ext>
            </a:extLst>
          </p:cNvPr>
          <p:cNvSpPr/>
          <p:nvPr/>
        </p:nvSpPr>
        <p:spPr>
          <a:xfrm>
            <a:off x="17446715" y="3457310"/>
            <a:ext cx="5646601"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Cold</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137 MW</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6" name="Rounded Rectangle 5">
            <a:extLst>
              <a:ext uri="{FF2B5EF4-FFF2-40B4-BE49-F238E27FC236}">
                <a16:creationId xmlns:a16="http://schemas.microsoft.com/office/drawing/2014/main" id="{C91CCDAF-0140-781C-EEFD-98EE7046CAE1}"/>
              </a:ext>
            </a:extLst>
          </p:cNvPr>
          <p:cNvSpPr/>
          <p:nvPr/>
        </p:nvSpPr>
        <p:spPr>
          <a:xfrm>
            <a:off x="17446715" y="6087137"/>
            <a:ext cx="5646601"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1"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Hot</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364 MW</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7" name="Rounded Rectangle 6">
            <a:extLst>
              <a:ext uri="{FF2B5EF4-FFF2-40B4-BE49-F238E27FC236}">
                <a16:creationId xmlns:a16="http://schemas.microsoft.com/office/drawing/2014/main" id="{5AF46EBB-47B9-5F20-A9ED-14338107BEAE}"/>
              </a:ext>
            </a:extLst>
          </p:cNvPr>
          <p:cNvSpPr/>
          <p:nvPr/>
        </p:nvSpPr>
        <p:spPr>
          <a:xfrm>
            <a:off x="17446715" y="8716964"/>
            <a:ext cx="5646601"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chemeClr val="accent5">
                  <a:lumMod val="60000"/>
                  <a:lumOff val="4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chemeClr val="accent5">
                    <a:lumMod val="60000"/>
                    <a:lumOff val="40000"/>
                  </a:schemeClr>
                </a:solidFill>
                <a:effectLst/>
                <a:uFillTx/>
                <a:latin typeface="Graphik-Medium"/>
                <a:ea typeface="Graphik-Medium"/>
                <a:cs typeface="Graphik-Medium"/>
                <a:sym typeface="Graphik Medium"/>
              </a:rPr>
              <a:t>Hot Conditions</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Forecast errors increase sharply in extreme heat</a:t>
            </a:r>
          </a:p>
          <a:p>
            <a:pPr marL="0" marR="0" indent="0" algn="ctr" defTabSz="457200" rtl="0" fontAlgn="auto" latinLnBrk="0" hangingPunct="0">
              <a:lnSpc>
                <a:spcPct val="100000"/>
              </a:lnSpc>
              <a:spcBef>
                <a:spcPts val="0"/>
              </a:spcBef>
              <a:spcAft>
                <a:spcPts val="0"/>
              </a:spcAft>
              <a:buClrTx/>
              <a:buSzTx/>
              <a:buFontTx/>
              <a:buNone/>
              <a:tabLst/>
            </a:pPr>
            <a:endParaRPr lang="en-US" altLang="zh-CN" sz="1200">
              <a:solidFill>
                <a:schemeClr val="tx2">
                  <a:lumMod val="50000"/>
                </a:schemeClr>
              </a:solidFill>
              <a:latin typeface="Graphik-Medium"/>
              <a:ea typeface="Graphik-Medium"/>
              <a:cs typeface="Graphik-Medium"/>
              <a:sym typeface="Graphik Medium"/>
            </a:endParaRPr>
          </a:p>
        </p:txBody>
      </p:sp>
      <p:pic>
        <p:nvPicPr>
          <p:cNvPr id="9" name="Camera 8">
            <a:extLst>
              <a:ext uri="{FF2B5EF4-FFF2-40B4-BE49-F238E27FC236}">
                <a16:creationId xmlns:a16="http://schemas.microsoft.com/office/drawing/2014/main" id="{8B7C7E66-9C96-1B77-D2A4-008F2621B244}"/>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613757" y="1289"/>
            <a:ext cx="3757751" cy="3801394"/>
          </a:xfrm>
          <a:prstGeom prst="ellipse">
            <a:avLst/>
          </a:prstGeom>
          <a:ln>
            <a:noFill/>
          </a:ln>
          <a:effectLst>
            <a:outerShdw blurRad="190500" algn="tl" rotWithShape="0">
              <a:srgbClr val="000000">
                <a:alpha val="30000"/>
              </a:srgbClr>
            </a:outerShdw>
          </a:effectLst>
        </p:spPr>
      </p:pic>
      <p:grpSp>
        <p:nvGrpSpPr>
          <p:cNvPr id="15" name="Group 14">
            <a:extLst>
              <a:ext uri="{FF2B5EF4-FFF2-40B4-BE49-F238E27FC236}">
                <a16:creationId xmlns:a16="http://schemas.microsoft.com/office/drawing/2014/main" id="{C3F79FC5-3CF0-2CCB-AB8E-5261ACE4F0C3}"/>
              </a:ext>
            </a:extLst>
          </p:cNvPr>
          <p:cNvGrpSpPr/>
          <p:nvPr/>
        </p:nvGrpSpPr>
        <p:grpSpPr>
          <a:xfrm>
            <a:off x="17450466" y="8557229"/>
            <a:ext cx="672873" cy="783709"/>
            <a:chOff x="1302693" y="2464017"/>
            <a:chExt cx="756000" cy="756000"/>
          </a:xfrm>
        </p:grpSpPr>
        <p:sp>
          <p:nvSpPr>
            <p:cNvPr id="10" name="Oval 9">
              <a:extLst>
                <a:ext uri="{FF2B5EF4-FFF2-40B4-BE49-F238E27FC236}">
                  <a16:creationId xmlns:a16="http://schemas.microsoft.com/office/drawing/2014/main" id="{C6D1E3F5-DC42-9E76-33D6-5A59FE7F983B}"/>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C51865CC-AA25-0887-1637-EE7D328A10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spTree>
    <p:extLst>
      <p:ext uri="{BB962C8B-B14F-4D97-AF65-F5344CB8AC3E}">
        <p14:creationId xmlns:p14="http://schemas.microsoft.com/office/powerpoint/2010/main" val="2183322349"/>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Finding #3: Solar Radiation"/>
          <p:cNvSpPr txBox="1">
            <a:spLocks noGrp="1"/>
          </p:cNvSpPr>
          <p:nvPr>
            <p:ph type="title"/>
          </p:nvPr>
        </p:nvSpPr>
        <p:spPr>
          <a:xfrm>
            <a:off x="1265566" y="429966"/>
            <a:ext cx="21844000" cy="1557437"/>
          </a:xfrm>
          <a:prstGeom prst="rect">
            <a:avLst/>
          </a:prstGeom>
        </p:spPr>
        <p:txBody>
          <a:bodyPr>
            <a:normAutofit/>
          </a:bodyPr>
          <a:lstStyle>
            <a:lvl1pPr>
              <a:defRPr>
                <a:latin typeface="Myriad Set Pro Bold"/>
                <a:ea typeface="Myriad Set Pro Bold"/>
                <a:cs typeface="Myriad Set Pro Bold"/>
                <a:sym typeface="Myriad Set Pro Bold"/>
              </a:defRPr>
            </a:lvl1pPr>
          </a:lstStyle>
          <a:p>
            <a:r>
              <a:rPr lang="en-US" sz="7200" b="1">
                <a:gradFill flip="none">
                  <a:gsLst>
                    <a:gs pos="0">
                      <a:srgbClr val="FFFFFF"/>
                    </a:gs>
                    <a:gs pos="100000">
                      <a:srgbClr val="929292"/>
                    </a:gs>
                  </a:gsLst>
                  <a:lin ang="5400000" scaled="0"/>
                </a:gradFill>
              </a:rPr>
              <a:t>Finding #</a:t>
            </a:r>
            <a:r>
              <a:rPr lang="en-US" altLang="zh-CN" sz="7200" b="1">
                <a:gradFill flip="none">
                  <a:gsLst>
                    <a:gs pos="0">
                      <a:srgbClr val="FFFFFF"/>
                    </a:gs>
                    <a:gs pos="100000">
                      <a:srgbClr val="929292"/>
                    </a:gs>
                  </a:gsLst>
                  <a:lin ang="5400000" scaled="0"/>
                </a:gradFill>
              </a:rPr>
              <a:t>4</a:t>
            </a:r>
            <a:r>
              <a:rPr lang="en-US" sz="7200" b="1">
                <a:gradFill flip="none">
                  <a:gsLst>
                    <a:gs pos="0">
                      <a:srgbClr val="FFFFFF"/>
                    </a:gs>
                    <a:gs pos="100000">
                      <a:srgbClr val="929292"/>
                    </a:gs>
                  </a:gsLst>
                  <a:lin ang="5400000" scaled="0"/>
                </a:gradFill>
              </a:rPr>
              <a:t>: </a:t>
            </a:r>
            <a:r>
              <a:rPr lang="en-GB" sz="7200" b="1">
                <a:gradFill flip="none">
                  <a:gsLst>
                    <a:gs pos="0">
                      <a:srgbClr val="FFFFFF"/>
                    </a:gs>
                    <a:gs pos="100000">
                      <a:srgbClr val="929292"/>
                    </a:gs>
                  </a:gsLst>
                  <a:lin ang="5400000" scaled="0"/>
                </a:gradFill>
              </a:rPr>
              <a:t>Solar Radiation</a:t>
            </a:r>
            <a:endParaRPr lang="en-US" sz="7200" b="1">
              <a:gradFill flip="none">
                <a:gsLst>
                  <a:gs pos="0">
                    <a:srgbClr val="FFFFFF"/>
                  </a:gs>
                  <a:gs pos="100000">
                    <a:srgbClr val="929292"/>
                  </a:gs>
                </a:gsLst>
                <a:lin ang="5400000" scaled="0"/>
              </a:gradFill>
            </a:endParaRPr>
          </a:p>
        </p:txBody>
      </p:sp>
      <p:sp>
        <p:nvSpPr>
          <p:cNvPr id="261" name="Slide Subtitle"/>
          <p:cNvSpPr txBox="1">
            <a:spLocks noGrp="1"/>
          </p:cNvSpPr>
          <p:nvPr>
            <p:ph type="body" idx="21"/>
          </p:nvPr>
        </p:nvSpPr>
        <p:spPr>
          <a:xfrm>
            <a:off x="1265566" y="1791471"/>
            <a:ext cx="21844000" cy="1016000"/>
          </a:xfrm>
          <a:prstGeom prst="rect">
            <a:avLst/>
          </a:prstGeom>
        </p:spPr>
        <p:txBody>
          <a:bodyPr lIns="50800" tIns="50800" rIns="50800" bIns="50800" anchor="t">
            <a:normAutofit/>
          </a:bodyPr>
          <a:lstStyle/>
          <a:p>
            <a:r>
              <a:rPr lang="en-US">
                <a:solidFill>
                  <a:schemeClr val="tx1"/>
                </a:solidFill>
              </a:rPr>
              <a:t>Seasonal </a:t>
            </a:r>
            <a:r>
              <a:rPr lang="en-US">
                <a:solidFill>
                  <a:schemeClr val="tx1"/>
                </a:solidFill>
                <a:latin typeface="Myriad Set Pro Text" panose="02000400000000000000" pitchFamily="2" charset="0"/>
              </a:rPr>
              <a:t>Solar</a:t>
            </a:r>
            <a:r>
              <a:rPr lang="en-US">
                <a:solidFill>
                  <a:schemeClr val="tx1"/>
                </a:solidFill>
              </a:rPr>
              <a:t> Radiation Dynamics</a:t>
            </a:r>
          </a:p>
          <a:p>
            <a:endParaRPr lang="en-US">
              <a:solidFill>
                <a:schemeClr val="tx1"/>
              </a:solidFill>
            </a:endParaRPr>
          </a:p>
        </p:txBody>
      </p:sp>
      <p:pic>
        <p:nvPicPr>
          <p:cNvPr id="2" name="Picture 1">
            <a:extLst>
              <a:ext uri="{FF2B5EF4-FFF2-40B4-BE49-F238E27FC236}">
                <a16:creationId xmlns:a16="http://schemas.microsoft.com/office/drawing/2014/main" id="{440CCE43-BB3F-4E81-6C7A-6DF8B4089C7D}"/>
              </a:ext>
            </a:extLst>
          </p:cNvPr>
          <p:cNvPicPr>
            <a:picLocks noChangeAspect="1"/>
          </p:cNvPicPr>
          <p:nvPr/>
        </p:nvPicPr>
        <p:blipFill>
          <a:blip r:embed="rId2"/>
          <a:stretch>
            <a:fillRect/>
          </a:stretch>
        </p:blipFill>
        <p:spPr>
          <a:xfrm>
            <a:off x="1265566" y="3149600"/>
            <a:ext cx="14242431" cy="8928187"/>
          </a:xfrm>
          <a:prstGeom prst="rect">
            <a:avLst/>
          </a:prstGeom>
        </p:spPr>
      </p:pic>
      <p:sp>
        <p:nvSpPr>
          <p:cNvPr id="9" name="TextBox 8">
            <a:extLst>
              <a:ext uri="{FF2B5EF4-FFF2-40B4-BE49-F238E27FC236}">
                <a16:creationId xmlns:a16="http://schemas.microsoft.com/office/drawing/2014/main" id="{483AAA81-52A8-615A-B982-43335F75B5FA}"/>
              </a:ext>
            </a:extLst>
          </p:cNvPr>
          <p:cNvSpPr txBox="1"/>
          <p:nvPr/>
        </p:nvSpPr>
        <p:spPr>
          <a:xfrm>
            <a:off x="1265566" y="12317153"/>
            <a:ext cx="13926838"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2400">
                <a:solidFill>
                  <a:schemeClr val="tx1"/>
                </a:solidFill>
              </a:rPr>
              <a:t>Source: Group A report, Chapter 4, Figure 4.12a Daily radiation analysis, 4,094 complete days.</a:t>
            </a:r>
          </a:p>
        </p:txBody>
      </p:sp>
      <p:sp>
        <p:nvSpPr>
          <p:cNvPr id="4" name="Rounded Rectangle 3">
            <a:extLst>
              <a:ext uri="{FF2B5EF4-FFF2-40B4-BE49-F238E27FC236}">
                <a16:creationId xmlns:a16="http://schemas.microsoft.com/office/drawing/2014/main" id="{8376A24C-4EB0-668C-B7EF-33D367747CE3}"/>
              </a:ext>
            </a:extLst>
          </p:cNvPr>
          <p:cNvSpPr/>
          <p:nvPr/>
        </p:nvSpPr>
        <p:spPr>
          <a:xfrm>
            <a:off x="16453256" y="3162360"/>
            <a:ext cx="6660744"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algn="ctr" defTabSz="457200">
              <a:spcBef>
                <a:spcPts val="0"/>
              </a:spcBef>
            </a:pPr>
            <a:r>
              <a:rPr lang="en-US" altLang="zh-CN" sz="2400" b="1">
                <a:solidFill>
                  <a:schemeClr val="tx2">
                    <a:lumMod val="50000"/>
                  </a:schemeClr>
                </a:solidFill>
                <a:latin typeface="Graphik-Medium"/>
                <a:ea typeface="Graphik-Medium"/>
                <a:cs typeface="Graphik-Medium"/>
                <a:sym typeface="Graphik Medium"/>
              </a:rPr>
              <a:t>Overall</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Relationship:</a:t>
            </a:r>
            <a:endParaRPr kumimoji="0" lang="en-AU"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Weak</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Negative</a:t>
            </a:r>
          </a:p>
          <a:p>
            <a:pPr algn="ctr" defTabSz="457200">
              <a:spcBef>
                <a:spcPts val="0"/>
              </a:spcBef>
            </a:pPr>
            <a:r>
              <a:rPr lang="en-US" altLang="zh-CN" sz="2400" b="1">
                <a:solidFill>
                  <a:schemeClr val="tx2">
                    <a:lumMod val="50000"/>
                  </a:schemeClr>
                </a:solidFill>
                <a:latin typeface="Graphik-Medium"/>
                <a:ea typeface="Graphik-Medium"/>
                <a:cs typeface="Graphik-Medium"/>
                <a:sym typeface="Graphik Medium"/>
              </a:rPr>
              <a:t>Association</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(r</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-0.176)</a:t>
            </a:r>
            <a:endParaRPr kumimoji="0" lang="en-US" altLang="zh-CN" sz="2400" b="0" i="0" u="none" strike="noStrike" cap="none" spc="0" normalizeH="0" baseline="0">
              <a:ln>
                <a:noFill/>
              </a:ln>
              <a:solidFill>
                <a:srgbClr val="0070C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endParaRPr lang="en-US" altLang="zh-CN" sz="1200">
              <a:solidFill>
                <a:srgbClr val="000000"/>
              </a:solidFill>
              <a:latin typeface="Graphik-Medium"/>
              <a:ea typeface="Graphik-Medium"/>
              <a:cs typeface="Graphik-Medium"/>
              <a:sym typeface="Graphik Medium"/>
            </a:endParaRPr>
          </a:p>
        </p:txBody>
      </p:sp>
      <p:sp>
        <p:nvSpPr>
          <p:cNvPr id="5" name="Rounded Rectangle 4">
            <a:extLst>
              <a:ext uri="{FF2B5EF4-FFF2-40B4-BE49-F238E27FC236}">
                <a16:creationId xmlns:a16="http://schemas.microsoft.com/office/drawing/2014/main" id="{01B73286-4297-4B41-B231-B19E66751166}"/>
              </a:ext>
            </a:extLst>
          </p:cNvPr>
          <p:cNvSpPr/>
          <p:nvPr/>
        </p:nvSpPr>
        <p:spPr>
          <a:xfrm>
            <a:off x="16453256" y="5631047"/>
            <a:ext cx="6660744" cy="433593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algn="ctr" defTabSz="457200">
              <a:spcBef>
                <a:spcPts val="0"/>
              </a:spcBef>
            </a:pPr>
            <a:r>
              <a:rPr lang="en-US" altLang="zh-CN" sz="2400" b="1">
                <a:solidFill>
                  <a:schemeClr val="tx2">
                    <a:lumMod val="50000"/>
                  </a:schemeClr>
                </a:solidFill>
                <a:latin typeface="Graphik-Medium"/>
                <a:ea typeface="Graphik-Medium"/>
                <a:cs typeface="Graphik-Medium"/>
                <a:sym typeface="Graphik Medium"/>
              </a:rPr>
              <a:t>Seasonal</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Differences:</a:t>
            </a:r>
            <a:endParaRPr kumimoji="0" lang="en-AU"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Negative</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in</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Winter</a:t>
            </a:r>
          </a:p>
          <a:p>
            <a:pPr algn="ctr" defTabSz="457200">
              <a:spcBef>
                <a:spcPts val="0"/>
              </a:spcBef>
            </a:pPr>
            <a:r>
              <a:rPr lang="en-US" altLang="zh-CN" sz="2400" b="1">
                <a:solidFill>
                  <a:schemeClr val="tx2">
                    <a:lumMod val="50000"/>
                  </a:schemeClr>
                </a:solidFill>
                <a:latin typeface="Graphik-Medium"/>
                <a:ea typeface="Graphik-Medium"/>
                <a:cs typeface="Graphik-Medium"/>
                <a:sym typeface="Graphik Medium"/>
              </a:rPr>
              <a:t>(-0.302)</a:t>
            </a:r>
          </a:p>
          <a:p>
            <a:pPr algn="ctr" defTabSz="457200">
              <a:spcBef>
                <a:spcPts val="0"/>
              </a:spcBef>
            </a:pPr>
            <a:r>
              <a:rPr lang="en-US" altLang="zh-CN">
                <a:solidFill>
                  <a:srgbClr val="0070C0"/>
                </a:solidFill>
                <a:latin typeface="Graphik-Medium"/>
                <a:ea typeface="Graphik-Medium"/>
                <a:cs typeface="Graphik-Medium"/>
                <a:sym typeface="Graphik Medium"/>
              </a:rPr>
              <a:t>Weakly</a:t>
            </a:r>
            <a:r>
              <a:rPr lang="zh-CN" altLang="en-US">
                <a:solidFill>
                  <a:srgbClr val="0070C0"/>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Positive</a:t>
            </a:r>
            <a:r>
              <a:rPr lang="zh-CN" altLang="en-US">
                <a:solidFill>
                  <a:srgbClr val="0070C0"/>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in</a:t>
            </a:r>
            <a:r>
              <a:rPr lang="zh-CN" altLang="en-US">
                <a:solidFill>
                  <a:srgbClr val="0070C0"/>
                </a:solidFill>
                <a:latin typeface="Graphik-Medium"/>
                <a:ea typeface="Graphik-Medium"/>
                <a:cs typeface="Graphik-Medium"/>
                <a:sym typeface="Graphik Medium"/>
              </a:rPr>
              <a:t> </a:t>
            </a:r>
            <a:r>
              <a:rPr lang="en-US" altLang="zh-CN">
                <a:solidFill>
                  <a:srgbClr val="0070C0"/>
                </a:solidFill>
                <a:latin typeface="Graphik-Medium"/>
                <a:ea typeface="Graphik-Medium"/>
                <a:cs typeface="Graphik-Medium"/>
                <a:sym typeface="Graphik Medium"/>
              </a:rPr>
              <a:t>Summer</a:t>
            </a:r>
          </a:p>
          <a:p>
            <a:pPr algn="ctr" defTabSz="457200">
              <a:spcBef>
                <a:spcPts val="0"/>
              </a:spcBef>
            </a:pPr>
            <a:r>
              <a:rPr lang="en-US" altLang="zh-CN" sz="2400" b="1">
                <a:solidFill>
                  <a:schemeClr val="tx2">
                    <a:lumMod val="50000"/>
                  </a:schemeClr>
                </a:solidFill>
                <a:latin typeface="Graphik-Medium"/>
                <a:ea typeface="Graphik-Medium"/>
                <a:cs typeface="Graphik-Medium"/>
                <a:sym typeface="Graphik Medium"/>
              </a:rPr>
              <a:t>(</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+0.171)</a:t>
            </a:r>
          </a:p>
          <a:p>
            <a:pPr algn="ctr" defTabSz="457200">
              <a:spcBef>
                <a:spcPts val="0"/>
              </a:spcBef>
            </a:pPr>
            <a:endParaRPr kumimoji="0" lang="en-US" altLang="zh-CN" sz="1200" b="0" i="0" u="none" strike="noStrike" cap="none" spc="0" normalizeH="0" baseline="0">
              <a:ln>
                <a:noFill/>
              </a:ln>
              <a:solidFill>
                <a:srgbClr val="0070C0"/>
              </a:solidFill>
              <a:effectLst/>
              <a:uFillTx/>
              <a:latin typeface="Graphik-Medium"/>
              <a:ea typeface="Graphik-Medium"/>
              <a:cs typeface="Graphik-Medium"/>
              <a:sym typeface="Graphik Medium"/>
            </a:endParaRPr>
          </a:p>
        </p:txBody>
      </p:sp>
      <p:sp>
        <p:nvSpPr>
          <p:cNvPr id="7" name="Rounded Rectangle 6">
            <a:extLst>
              <a:ext uri="{FF2B5EF4-FFF2-40B4-BE49-F238E27FC236}">
                <a16:creationId xmlns:a16="http://schemas.microsoft.com/office/drawing/2014/main" id="{B311A9B5-3953-D89F-E92A-B61E2D6400D2}"/>
              </a:ext>
            </a:extLst>
          </p:cNvPr>
          <p:cNvSpPr/>
          <p:nvPr/>
        </p:nvSpPr>
        <p:spPr>
          <a:xfrm>
            <a:off x="16453256" y="10279054"/>
            <a:ext cx="6660744" cy="2565241"/>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200" b="0" i="0" u="none" strike="noStrike" cap="none" spc="0" normalizeH="0" baseline="0">
              <a:ln>
                <a:noFill/>
              </a:ln>
              <a:solidFill>
                <a:srgbClr val="000000"/>
              </a:solidFill>
              <a:effectLst/>
              <a:uFillTx/>
              <a:latin typeface="Graphik-Medium"/>
              <a:ea typeface="Graphik-Medium"/>
              <a:cs typeface="Graphik-Medium"/>
              <a:sym typeface="Graphik Medium"/>
            </a:endParaRPr>
          </a:p>
          <a:p>
            <a:pPr algn="ctr" defTabSz="457200">
              <a:spcBef>
                <a:spcPts val="0"/>
              </a:spcBef>
            </a:pPr>
            <a:r>
              <a:rPr lang="en-US" altLang="zh-CN" sz="2400" b="1">
                <a:solidFill>
                  <a:schemeClr val="tx2">
                    <a:lumMod val="50000"/>
                  </a:schemeClr>
                </a:solidFill>
                <a:latin typeface="Graphik-Medium"/>
                <a:ea typeface="Graphik-Medium"/>
                <a:cs typeface="Graphik-Medium"/>
                <a:sym typeface="Graphik Medium"/>
              </a:rPr>
              <a:t>Forecasting</a:t>
            </a:r>
            <a:r>
              <a:rPr lang="zh-CN" altLang="en-US" sz="2400" b="1">
                <a:solidFill>
                  <a:schemeClr val="tx2">
                    <a:lumMod val="50000"/>
                  </a:schemeClr>
                </a:solidFill>
                <a:latin typeface="Graphik-Medium"/>
                <a:ea typeface="Graphik-Medium"/>
                <a:cs typeface="Graphik-Medium"/>
                <a:sym typeface="Graphik Medium"/>
              </a:rPr>
              <a:t> </a:t>
            </a:r>
            <a:r>
              <a:rPr lang="en-US" altLang="zh-CN" sz="2400" b="1">
                <a:solidFill>
                  <a:schemeClr val="tx2">
                    <a:lumMod val="50000"/>
                  </a:schemeClr>
                </a:solidFill>
                <a:latin typeface="Graphik-Medium"/>
                <a:ea typeface="Graphik-Medium"/>
                <a:cs typeface="Graphik-Medium"/>
                <a:sym typeface="Graphik Medium"/>
              </a:rPr>
              <a:t>Value:</a:t>
            </a:r>
            <a:endParaRPr kumimoji="0" lang="en-AU"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Need</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Testing</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with</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without</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Radiation</a:t>
            </a:r>
            <a:endParaRPr kumimoji="0" lang="en-US" altLang="zh-CN" sz="2400" b="0" i="0" u="none" strike="noStrike" cap="none" spc="0" normalizeH="0" baseline="0">
              <a:ln>
                <a:noFill/>
              </a:ln>
              <a:solidFill>
                <a:srgbClr val="0070C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endParaRPr lang="en-US" altLang="zh-CN" sz="1200">
              <a:solidFill>
                <a:srgbClr val="000000"/>
              </a:solidFill>
              <a:latin typeface="Graphik-Medium"/>
              <a:ea typeface="Graphik-Medium"/>
              <a:cs typeface="Graphik-Medium"/>
              <a:sym typeface="Graphik Medium"/>
            </a:endParaRPr>
          </a:p>
        </p:txBody>
      </p:sp>
      <p:pic>
        <p:nvPicPr>
          <p:cNvPr id="3" name="Camera 2">
            <a:extLst>
              <a:ext uri="{FF2B5EF4-FFF2-40B4-BE49-F238E27FC236}">
                <a16:creationId xmlns:a16="http://schemas.microsoft.com/office/drawing/2014/main" id="{BA8348B9-9313-2A2C-03EE-F046C78590B3}"/>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613757" y="1289"/>
            <a:ext cx="3757751" cy="3801394"/>
          </a:xfrm>
          <a:prstGeom prst="ellipse">
            <a:avLst/>
          </a:prstGeom>
          <a:ln>
            <a:noFill/>
          </a:ln>
          <a:effectLst>
            <a:outerShdw blurRad="190500" algn="tl" rotWithShape="0">
              <a:srgbClr val="000000">
                <a:alpha val="30000"/>
              </a:srgbClr>
            </a:outerShdw>
          </a:effectLst>
        </p:spPr>
      </p:pic>
      <p:grpSp>
        <p:nvGrpSpPr>
          <p:cNvPr id="11" name="Group 10">
            <a:extLst>
              <a:ext uri="{FF2B5EF4-FFF2-40B4-BE49-F238E27FC236}">
                <a16:creationId xmlns:a16="http://schemas.microsoft.com/office/drawing/2014/main" id="{A68538EB-AC62-698B-7AD3-CFF8C25ED3E8}"/>
              </a:ext>
            </a:extLst>
          </p:cNvPr>
          <p:cNvGrpSpPr/>
          <p:nvPr/>
        </p:nvGrpSpPr>
        <p:grpSpPr>
          <a:xfrm>
            <a:off x="18818645" y="2024172"/>
            <a:ext cx="672873" cy="783709"/>
            <a:chOff x="1302693" y="2464017"/>
            <a:chExt cx="756000" cy="756000"/>
          </a:xfrm>
        </p:grpSpPr>
        <p:sp>
          <p:nvSpPr>
            <p:cNvPr id="8" name="Oval 7">
              <a:extLst>
                <a:ext uri="{FF2B5EF4-FFF2-40B4-BE49-F238E27FC236}">
                  <a16:creationId xmlns:a16="http://schemas.microsoft.com/office/drawing/2014/main" id="{663F859D-E11C-9AB6-ABD6-A16535979E06}"/>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0" name="Graphic 9" descr="Radio microphone with solid fill">
              <a:extLst>
                <a:ext uri="{FF2B5EF4-FFF2-40B4-BE49-F238E27FC236}">
                  <a16:creationId xmlns:a16="http://schemas.microsoft.com/office/drawing/2014/main" id="{F88B17B6-E307-290D-AA56-658BADEAD3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5. Results"/>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t>5. Results</a:t>
            </a:r>
          </a:p>
        </p:txBody>
      </p:sp>
      <p:sp>
        <p:nvSpPr>
          <p:cNvPr id="265" name="by Swapnil"/>
          <p:cNvSpPr txBox="1"/>
          <p:nvPr/>
        </p:nvSpPr>
        <p:spPr>
          <a:xfrm>
            <a:off x="7365999" y="7162800"/>
            <a:ext cx="9652001" cy="15494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rmAutofit/>
          </a:bodyPr>
          <a:lstStyle>
            <a:lvl1pPr algn="ctr" defTabSz="825500">
              <a:lnSpc>
                <a:spcPct val="80000"/>
              </a:lnSpc>
              <a:spcBef>
                <a:spcPts val="0"/>
              </a:spcBef>
              <a:defRPr sz="8400" spc="-252">
                <a:gradFill flip="none" rotWithShape="1">
                  <a:gsLst>
                    <a:gs pos="0">
                      <a:srgbClr val="FFFFFF"/>
                    </a:gs>
                    <a:gs pos="100000">
                      <a:srgbClr val="929292"/>
                    </a:gs>
                  </a:gsLst>
                  <a:lin ang="5400000" scaled="0"/>
                </a:gradFill>
                <a:latin typeface="Myriad Set Pro Bold"/>
                <a:ea typeface="Myriad Set Pro Bold"/>
                <a:cs typeface="Myriad Set Pro Bold"/>
                <a:sym typeface="Myriad Set Pro Bold"/>
              </a:defRPr>
            </a:lvl1pPr>
          </a:lstStyle>
          <a:p>
            <a:r>
              <a:t>by </a:t>
            </a:r>
            <a:r>
              <a:rPr lang="en-US" altLang="zh-CN"/>
              <a:t>Xavier</a:t>
            </a:r>
            <a:endParaRPr/>
          </a:p>
        </p:txBody>
      </p:sp>
      <p:pic>
        <p:nvPicPr>
          <p:cNvPr id="4" name="Camera 3">
            <a:extLst>
              <a:ext uri="{FF2B5EF4-FFF2-40B4-BE49-F238E27FC236}">
                <a16:creationId xmlns:a16="http://schemas.microsoft.com/office/drawing/2014/main" id="{B315A0DD-25A8-FFF7-886A-FD8FA5146BF0}"/>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18120682" y="157641"/>
            <a:ext cx="6263318" cy="6263318"/>
          </a:xfrm>
          <a:prstGeom prst="ellipse">
            <a:avLst/>
          </a:prstGeom>
          <a:ln>
            <a:noFill/>
          </a:ln>
          <a:effectLst>
            <a:outerShdw blurRad="190500" algn="tl" rotWithShape="0">
              <a:srgbClr val="000000">
                <a:alpha val="30000"/>
              </a:srgbClr>
            </a:outerShdw>
          </a:effectLst>
        </p:spPr>
      </p:pic>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Result: Best Performing Model"/>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t>Result: Best Performing Model</a:t>
            </a:r>
          </a:p>
        </p:txBody>
      </p:sp>
      <p:sp>
        <p:nvSpPr>
          <p:cNvPr id="268" name="LightGBM"/>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t>LightGBM</a:t>
            </a:r>
          </a:p>
        </p:txBody>
      </p:sp>
      <p:pic>
        <p:nvPicPr>
          <p:cNvPr id="270" name="pasted-movie.png" descr="pasted-movie.png"/>
          <p:cNvPicPr>
            <a:picLocks noChangeAspect="1"/>
          </p:cNvPicPr>
          <p:nvPr/>
        </p:nvPicPr>
        <p:blipFill>
          <a:blip r:embed="rId3"/>
          <a:stretch>
            <a:fillRect/>
          </a:stretch>
        </p:blipFill>
        <p:spPr>
          <a:xfrm>
            <a:off x="1324540" y="3793688"/>
            <a:ext cx="16069379" cy="7408783"/>
          </a:xfrm>
          <a:prstGeom prst="rect">
            <a:avLst/>
          </a:prstGeom>
          <a:ln w="12700">
            <a:miter lim="400000"/>
          </a:ln>
        </p:spPr>
      </p:pic>
      <p:sp>
        <p:nvSpPr>
          <p:cNvPr id="2" name="Rounded Rectangle 1">
            <a:extLst>
              <a:ext uri="{FF2B5EF4-FFF2-40B4-BE49-F238E27FC236}">
                <a16:creationId xmlns:a16="http://schemas.microsoft.com/office/drawing/2014/main" id="{ED6A8B81-5C98-77F7-BF41-A138742B1610}"/>
              </a:ext>
            </a:extLst>
          </p:cNvPr>
          <p:cNvSpPr/>
          <p:nvPr/>
        </p:nvSpPr>
        <p:spPr>
          <a:xfrm>
            <a:off x="18044160" y="3807696"/>
            <a:ext cx="4998720"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LightGBM</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3.74%</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about</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307</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MW</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4" name="Rounded Rectangle 3">
            <a:extLst>
              <a:ext uri="{FF2B5EF4-FFF2-40B4-BE49-F238E27FC236}">
                <a16:creationId xmlns:a16="http://schemas.microsoft.com/office/drawing/2014/main" id="{32ABB54D-F933-A072-1B79-38184ECB6A45}"/>
              </a:ext>
            </a:extLst>
          </p:cNvPr>
          <p:cNvSpPr/>
          <p:nvPr/>
        </p:nvSpPr>
        <p:spPr>
          <a:xfrm>
            <a:off x="18044160" y="6385717"/>
            <a:ext cx="4998720"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vs.</a:t>
            </a:r>
            <a:r>
              <a:rPr kumimoji="0" lang="zh-CN" altLang="en-US" sz="24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Baseline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+19%</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zh-CN" altLang="en-US" sz="3200" b="0" i="0" u="none" strike="noStrike" cap="none" spc="0" normalizeH="0" baseline="0">
                <a:ln>
                  <a:noFill/>
                </a:ln>
                <a:solidFill>
                  <a:srgbClr val="0070C0"/>
                </a:solidFill>
                <a:effectLst/>
                <a:uFillTx/>
                <a:latin typeface="Graphik-Medium"/>
                <a:ea typeface="Graphik-Medium"/>
                <a:cs typeface="Graphik-Medium"/>
                <a:sym typeface="Graphik Medium"/>
              </a:rPr>
              <a:t>⤴</a:t>
            </a:r>
            <a:endParaRPr kumimoji="0" lang="en-US" altLang="zh-CN" sz="3200" b="0" i="0" u="none" strike="noStrike" cap="none" spc="0" normalizeH="0" baseline="0">
              <a:ln>
                <a:noFill/>
              </a:ln>
              <a:solidFill>
                <a:srgbClr val="0070C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More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accurate</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5" name="Rounded Rectangle 4">
            <a:extLst>
              <a:ext uri="{FF2B5EF4-FFF2-40B4-BE49-F238E27FC236}">
                <a16:creationId xmlns:a16="http://schemas.microsoft.com/office/drawing/2014/main" id="{2653123F-9E0E-1924-6E9F-BA7DA06A121D}"/>
              </a:ext>
            </a:extLst>
          </p:cNvPr>
          <p:cNvSpPr/>
          <p:nvPr/>
        </p:nvSpPr>
        <p:spPr>
          <a:xfrm>
            <a:off x="18044160" y="8977748"/>
            <a:ext cx="4998720"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Gap</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in</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Top</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3</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4</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MW</a:t>
            </a:r>
            <a:endParaRPr kumimoji="0" lang="en-US" altLang="zh-CN" sz="3200" b="0" i="0" u="none" strike="noStrike" cap="none" spc="0" normalizeH="0" baseline="0">
              <a:ln>
                <a:noFill/>
              </a:ln>
              <a:solidFill>
                <a:srgbClr val="0070C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nearly</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tie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on</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top</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3</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models</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6" name="Rectangle 5">
            <a:extLst>
              <a:ext uri="{FF2B5EF4-FFF2-40B4-BE49-F238E27FC236}">
                <a16:creationId xmlns:a16="http://schemas.microsoft.com/office/drawing/2014/main" id="{A67E9071-5D40-8B3E-145D-105B050D7C4A}"/>
              </a:ext>
            </a:extLst>
          </p:cNvPr>
          <p:cNvSpPr/>
          <p:nvPr/>
        </p:nvSpPr>
        <p:spPr>
          <a:xfrm>
            <a:off x="3758167" y="3875106"/>
            <a:ext cx="10627360" cy="595035"/>
          </a:xfrm>
          <a:prstGeom prst="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Average</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Error</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by</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Model</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lang="en-US" altLang="zh-CN" sz="3200">
                <a:solidFill>
                  <a:srgbClr val="000000"/>
                </a:solidFill>
                <a:latin typeface="Graphik-Medium"/>
                <a:ea typeface="Graphik-Medium"/>
                <a:cs typeface="Graphik-Medium"/>
                <a:sym typeface="Graphik Medium"/>
              </a:rPr>
              <a:t>in</a:t>
            </a:r>
            <a:r>
              <a:rPr lang="zh-CN" altLang="en-US" sz="3200">
                <a:solidFill>
                  <a:srgbClr val="000000"/>
                </a:solidFill>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2019</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(MW)</a:t>
            </a:r>
            <a:endParaRPr kumimoji="0" lang="en-US"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sp>
        <p:nvSpPr>
          <p:cNvPr id="9" name="TextBox 8">
            <a:extLst>
              <a:ext uri="{FF2B5EF4-FFF2-40B4-BE49-F238E27FC236}">
                <a16:creationId xmlns:a16="http://schemas.microsoft.com/office/drawing/2014/main" id="{C9C5AA56-01D3-F1BD-3560-3BC110FFB922}"/>
              </a:ext>
            </a:extLst>
          </p:cNvPr>
          <p:cNvSpPr txBox="1"/>
          <p:nvPr/>
        </p:nvSpPr>
        <p:spPr>
          <a:xfrm rot="10800000" flipV="1">
            <a:off x="1269999" y="12061944"/>
            <a:ext cx="16123919"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Source: Chapter 5, Figure 5.1, Six Models’ MAE with the AEMO benchmark.</a:t>
            </a:r>
            <a:endParaRPr lang="en-GB" sz="2800" b="0" i="0" u="none" strike="noStrike" cap="none" spc="0" normalizeH="0" baseline="0">
              <a:ln>
                <a:noFill/>
              </a:ln>
              <a:solidFill>
                <a:srgbClr val="FFFFFF"/>
              </a:solidFill>
              <a:effectLst/>
              <a:uFillTx/>
              <a:latin typeface="Graphik"/>
              <a:ea typeface="Graphik"/>
              <a:cs typeface="Graphik"/>
            </a:endParaRPr>
          </a:p>
        </p:txBody>
      </p:sp>
      <p:sp>
        <p:nvSpPr>
          <p:cNvPr id="7" name="Rectangle 6">
            <a:extLst>
              <a:ext uri="{FF2B5EF4-FFF2-40B4-BE49-F238E27FC236}">
                <a16:creationId xmlns:a16="http://schemas.microsoft.com/office/drawing/2014/main" id="{AA63ADDB-FEDE-9533-2844-D971ABBF17BA}"/>
              </a:ext>
            </a:extLst>
          </p:cNvPr>
          <p:cNvSpPr/>
          <p:nvPr/>
        </p:nvSpPr>
        <p:spPr>
          <a:xfrm>
            <a:off x="17866039" y="3741326"/>
            <a:ext cx="5475224" cy="2387345"/>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grpSp>
        <p:nvGrpSpPr>
          <p:cNvPr id="8" name="Group 7">
            <a:extLst>
              <a:ext uri="{FF2B5EF4-FFF2-40B4-BE49-F238E27FC236}">
                <a16:creationId xmlns:a16="http://schemas.microsoft.com/office/drawing/2014/main" id="{70B69E70-084C-CAD4-940A-E4FBD0CF6556}"/>
              </a:ext>
            </a:extLst>
          </p:cNvPr>
          <p:cNvGrpSpPr/>
          <p:nvPr/>
        </p:nvGrpSpPr>
        <p:grpSpPr>
          <a:xfrm>
            <a:off x="17572040" y="3381562"/>
            <a:ext cx="885279" cy="781364"/>
            <a:chOff x="1302693" y="2464017"/>
            <a:chExt cx="756000" cy="756000"/>
          </a:xfrm>
        </p:grpSpPr>
        <p:sp>
          <p:nvSpPr>
            <p:cNvPr id="10" name="Oval 9">
              <a:extLst>
                <a:ext uri="{FF2B5EF4-FFF2-40B4-BE49-F238E27FC236}">
                  <a16:creationId xmlns:a16="http://schemas.microsoft.com/office/drawing/2014/main" id="{DFFB7A8E-E9D1-51D5-CE1E-348C131C5B30}"/>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CD790179-456A-57CA-0F90-2E39C18513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pic>
        <p:nvPicPr>
          <p:cNvPr id="3" name="Camera 2">
            <a:extLst>
              <a:ext uri="{FF2B5EF4-FFF2-40B4-BE49-F238E27FC236}">
                <a16:creationId xmlns:a16="http://schemas.microsoft.com/office/drawing/2014/main" id="{BE401F91-A76C-E33A-11FF-BFC91C85BCBE}"/>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5"/>
              </a:ext>
            </a:extLst>
          </a:blip>
          <a:stretch>
            <a:fillRect/>
          </a:stretch>
        </p:blipFill>
        <p:spPr>
          <a:xfrm>
            <a:off x="20244148" y="26271"/>
            <a:ext cx="4114800" cy="4114800"/>
          </a:xfrm>
          <a:prstGeom prst="ellipse">
            <a:avLst/>
          </a:prstGeom>
          <a:ln>
            <a:noFill/>
          </a:ln>
          <a:effectLst>
            <a:outerShdw blurRad="190500" algn="tl" rotWithShape="0">
              <a:srgbClr val="000000">
                <a:alpha val="30000"/>
              </a:srgbClr>
            </a:outerShdw>
          </a:effectLst>
        </p:spPr>
      </p:pic>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02C56-D15B-50AF-AAD6-05ADA9E94829}"/>
            </a:ext>
          </a:extLst>
        </p:cNvPr>
        <p:cNvGrpSpPr/>
        <p:nvPr/>
      </p:nvGrpSpPr>
      <p:grpSpPr>
        <a:xfrm>
          <a:off x="0" y="0"/>
          <a:ext cx="0" cy="0"/>
          <a:chOff x="0" y="0"/>
          <a:chExt cx="0" cy="0"/>
        </a:xfrm>
      </p:grpSpPr>
      <p:sp>
        <p:nvSpPr>
          <p:cNvPr id="267" name="Result: Best Performing Model">
            <a:extLst>
              <a:ext uri="{FF2B5EF4-FFF2-40B4-BE49-F238E27FC236}">
                <a16:creationId xmlns:a16="http://schemas.microsoft.com/office/drawing/2014/main" id="{20FA730D-65A4-7251-E048-17FD3A6B699F}"/>
              </a:ext>
            </a:extLst>
          </p:cNvPr>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t>Result: Best Performing Model</a:t>
            </a:r>
          </a:p>
        </p:txBody>
      </p:sp>
      <p:sp>
        <p:nvSpPr>
          <p:cNvPr id="268" name="LightGBM">
            <a:extLst>
              <a:ext uri="{FF2B5EF4-FFF2-40B4-BE49-F238E27FC236}">
                <a16:creationId xmlns:a16="http://schemas.microsoft.com/office/drawing/2014/main" id="{78200E5D-7EB2-DA6E-0B08-BE745C9CC87D}"/>
              </a:ext>
            </a:extLst>
          </p:cNvPr>
          <p:cNvSpPr txBox="1">
            <a:spLocks noGrp="1"/>
          </p:cNvSpPr>
          <p:nvPr>
            <p:ph type="body" idx="21"/>
          </p:nvPr>
        </p:nvSpPr>
        <p:spPr>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r>
              <a:t>LightGBM</a:t>
            </a:r>
          </a:p>
        </p:txBody>
      </p:sp>
      <p:pic>
        <p:nvPicPr>
          <p:cNvPr id="270" name="pasted-movie.png" descr="pasted-movie.png">
            <a:extLst>
              <a:ext uri="{FF2B5EF4-FFF2-40B4-BE49-F238E27FC236}">
                <a16:creationId xmlns:a16="http://schemas.microsoft.com/office/drawing/2014/main" id="{4A2EFD58-4738-9033-8EE9-AFF964AEDA08}"/>
              </a:ext>
            </a:extLst>
          </p:cNvPr>
          <p:cNvPicPr>
            <a:picLocks noChangeAspect="1"/>
          </p:cNvPicPr>
          <p:nvPr/>
        </p:nvPicPr>
        <p:blipFill>
          <a:blip r:embed="rId3"/>
          <a:stretch>
            <a:fillRect/>
          </a:stretch>
        </p:blipFill>
        <p:spPr>
          <a:xfrm>
            <a:off x="1324540" y="3793688"/>
            <a:ext cx="16069379" cy="7408783"/>
          </a:xfrm>
          <a:prstGeom prst="rect">
            <a:avLst/>
          </a:prstGeom>
          <a:ln w="12700">
            <a:miter lim="400000"/>
          </a:ln>
        </p:spPr>
      </p:pic>
      <p:sp>
        <p:nvSpPr>
          <p:cNvPr id="2" name="Rounded Rectangle 1">
            <a:extLst>
              <a:ext uri="{FF2B5EF4-FFF2-40B4-BE49-F238E27FC236}">
                <a16:creationId xmlns:a16="http://schemas.microsoft.com/office/drawing/2014/main" id="{564480EA-1C6B-8AD3-AC40-CAE5E0BFA8B3}"/>
              </a:ext>
            </a:extLst>
          </p:cNvPr>
          <p:cNvSpPr/>
          <p:nvPr/>
        </p:nvSpPr>
        <p:spPr>
          <a:xfrm>
            <a:off x="18044160" y="3807696"/>
            <a:ext cx="4998720"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LightGBM</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3.74%</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about</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307</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MW</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4" name="Rounded Rectangle 3">
            <a:extLst>
              <a:ext uri="{FF2B5EF4-FFF2-40B4-BE49-F238E27FC236}">
                <a16:creationId xmlns:a16="http://schemas.microsoft.com/office/drawing/2014/main" id="{8DB34BD6-F8C1-7AC3-252F-C05E14C89A29}"/>
              </a:ext>
            </a:extLst>
          </p:cNvPr>
          <p:cNvSpPr/>
          <p:nvPr/>
        </p:nvSpPr>
        <p:spPr>
          <a:xfrm>
            <a:off x="18044160" y="6385717"/>
            <a:ext cx="4998720"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vs.</a:t>
            </a:r>
            <a:r>
              <a:rPr kumimoji="0" lang="zh-CN" altLang="en-US" sz="24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Baseline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+19%</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zh-CN" altLang="en-US" sz="3200" b="0" i="0" u="none" strike="noStrike" cap="none" spc="0" normalizeH="0" baseline="0">
                <a:ln>
                  <a:noFill/>
                </a:ln>
                <a:solidFill>
                  <a:srgbClr val="0070C0"/>
                </a:solidFill>
                <a:effectLst/>
                <a:uFillTx/>
                <a:latin typeface="Graphik-Medium"/>
                <a:ea typeface="Graphik-Medium"/>
                <a:cs typeface="Graphik-Medium"/>
                <a:sym typeface="Graphik Medium"/>
              </a:rPr>
              <a:t>⤴</a:t>
            </a:r>
            <a:endParaRPr kumimoji="0" lang="en-US" altLang="zh-CN" sz="3200" b="0" i="0" u="none" strike="noStrike" cap="none" spc="0" normalizeH="0" baseline="0">
              <a:ln>
                <a:noFill/>
              </a:ln>
              <a:solidFill>
                <a:srgbClr val="0070C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More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accurate</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5" name="Rounded Rectangle 4">
            <a:extLst>
              <a:ext uri="{FF2B5EF4-FFF2-40B4-BE49-F238E27FC236}">
                <a16:creationId xmlns:a16="http://schemas.microsoft.com/office/drawing/2014/main" id="{0687A38E-ACA1-8AC4-4C04-F61A21E39011}"/>
              </a:ext>
            </a:extLst>
          </p:cNvPr>
          <p:cNvSpPr/>
          <p:nvPr/>
        </p:nvSpPr>
        <p:spPr>
          <a:xfrm>
            <a:off x="18044160" y="8977748"/>
            <a:ext cx="4998720"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Gap</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in</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Top</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3</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4</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MW</a:t>
            </a:r>
            <a:endParaRPr kumimoji="0" lang="en-US" altLang="zh-CN" sz="3200" b="0" i="0" u="none" strike="noStrike" cap="none" spc="0" normalizeH="0" baseline="0">
              <a:ln>
                <a:noFill/>
              </a:ln>
              <a:solidFill>
                <a:srgbClr val="0070C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nearly</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tie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on</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top</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3</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models</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6" name="Rectangle 5">
            <a:extLst>
              <a:ext uri="{FF2B5EF4-FFF2-40B4-BE49-F238E27FC236}">
                <a16:creationId xmlns:a16="http://schemas.microsoft.com/office/drawing/2014/main" id="{A78A729C-25FB-3FED-DD58-AB87A51979E8}"/>
              </a:ext>
            </a:extLst>
          </p:cNvPr>
          <p:cNvSpPr/>
          <p:nvPr/>
        </p:nvSpPr>
        <p:spPr>
          <a:xfrm>
            <a:off x="3758167" y="3875106"/>
            <a:ext cx="10627360" cy="595035"/>
          </a:xfrm>
          <a:prstGeom prst="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Average</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Error</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by</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Model</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lang="en-US" altLang="zh-CN" sz="3200">
                <a:solidFill>
                  <a:srgbClr val="000000"/>
                </a:solidFill>
                <a:latin typeface="Graphik-Medium"/>
                <a:ea typeface="Graphik-Medium"/>
                <a:cs typeface="Graphik-Medium"/>
                <a:sym typeface="Graphik Medium"/>
              </a:rPr>
              <a:t>in</a:t>
            </a:r>
            <a:r>
              <a:rPr lang="zh-CN" altLang="en-US" sz="3200">
                <a:solidFill>
                  <a:srgbClr val="000000"/>
                </a:solidFill>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2019</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(MW)</a:t>
            </a:r>
            <a:endParaRPr kumimoji="0" lang="en-US"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sp>
        <p:nvSpPr>
          <p:cNvPr id="9" name="TextBox 8">
            <a:extLst>
              <a:ext uri="{FF2B5EF4-FFF2-40B4-BE49-F238E27FC236}">
                <a16:creationId xmlns:a16="http://schemas.microsoft.com/office/drawing/2014/main" id="{4BF61A1F-E23A-AF26-1378-76780D975E81}"/>
              </a:ext>
            </a:extLst>
          </p:cNvPr>
          <p:cNvSpPr txBox="1"/>
          <p:nvPr/>
        </p:nvSpPr>
        <p:spPr>
          <a:xfrm rot="10800000" flipV="1">
            <a:off x="1269999" y="12061944"/>
            <a:ext cx="16123919"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Source: Chapter 5, Figure 5.1, Six Models’ MAE with the AEMO benchmark.</a:t>
            </a:r>
            <a:endParaRPr lang="en-GB" sz="2800" b="0" i="0" u="none" strike="noStrike" cap="none" spc="0" normalizeH="0" baseline="0">
              <a:ln>
                <a:noFill/>
              </a:ln>
              <a:solidFill>
                <a:srgbClr val="FFFFFF"/>
              </a:solidFill>
              <a:effectLst/>
              <a:uFillTx/>
              <a:latin typeface="Graphik"/>
              <a:ea typeface="Graphik"/>
              <a:cs typeface="Graphik"/>
            </a:endParaRPr>
          </a:p>
        </p:txBody>
      </p:sp>
      <p:sp>
        <p:nvSpPr>
          <p:cNvPr id="7" name="Rectangle 6">
            <a:extLst>
              <a:ext uri="{FF2B5EF4-FFF2-40B4-BE49-F238E27FC236}">
                <a16:creationId xmlns:a16="http://schemas.microsoft.com/office/drawing/2014/main" id="{9DB5631D-4FF8-D4B2-4996-B9EA1CE7D248}"/>
              </a:ext>
            </a:extLst>
          </p:cNvPr>
          <p:cNvSpPr/>
          <p:nvPr/>
        </p:nvSpPr>
        <p:spPr>
          <a:xfrm>
            <a:off x="17761902" y="6307468"/>
            <a:ext cx="5475224" cy="2387345"/>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grpSp>
        <p:nvGrpSpPr>
          <p:cNvPr id="8" name="Group 7">
            <a:extLst>
              <a:ext uri="{FF2B5EF4-FFF2-40B4-BE49-F238E27FC236}">
                <a16:creationId xmlns:a16="http://schemas.microsoft.com/office/drawing/2014/main" id="{CBB1FB6B-48D3-90A9-18E6-A765ED4B5DD0}"/>
              </a:ext>
            </a:extLst>
          </p:cNvPr>
          <p:cNvGrpSpPr/>
          <p:nvPr/>
        </p:nvGrpSpPr>
        <p:grpSpPr>
          <a:xfrm>
            <a:off x="17368654" y="5947704"/>
            <a:ext cx="984528" cy="862170"/>
            <a:chOff x="1302693" y="2464017"/>
            <a:chExt cx="756000" cy="756000"/>
          </a:xfrm>
        </p:grpSpPr>
        <p:sp>
          <p:nvSpPr>
            <p:cNvPr id="10" name="Oval 9">
              <a:extLst>
                <a:ext uri="{FF2B5EF4-FFF2-40B4-BE49-F238E27FC236}">
                  <a16:creationId xmlns:a16="http://schemas.microsoft.com/office/drawing/2014/main" id="{DEEB7493-D597-9FF3-2EFC-31C5CAA0257C}"/>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4CDDF1F6-A0A4-4748-68EB-709077A8D7C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pic>
        <p:nvPicPr>
          <p:cNvPr id="3" name="Camera 2">
            <a:extLst>
              <a:ext uri="{FF2B5EF4-FFF2-40B4-BE49-F238E27FC236}">
                <a16:creationId xmlns:a16="http://schemas.microsoft.com/office/drawing/2014/main" id="{C20B1E0A-0509-DD2E-671A-C97C5D584CEE}"/>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5"/>
              </a:ext>
            </a:extLst>
          </a:blip>
          <a:stretch>
            <a:fillRect/>
          </a:stretch>
        </p:blipFill>
        <p:spPr>
          <a:xfrm>
            <a:off x="20244148" y="26271"/>
            <a:ext cx="4114800" cy="4114800"/>
          </a:xfrm>
          <a:prstGeom prst="ellipse">
            <a:avLst/>
          </a:prstGeom>
          <a:ln>
            <a:noFill/>
          </a:ln>
          <a:effectLst>
            <a:outerShdw blurRad="190500" algn="tl" rotWithShape="0">
              <a:srgbClr val="000000">
                <a:alpha val="30000"/>
              </a:srgbClr>
            </a:outerShdw>
          </a:effectLst>
        </p:spPr>
      </p:pic>
    </p:spTree>
    <p:extLst>
      <p:ext uri="{BB962C8B-B14F-4D97-AF65-F5344CB8AC3E}">
        <p14:creationId xmlns:p14="http://schemas.microsoft.com/office/powerpoint/2010/main" val="3380311963"/>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494FB-ECB2-1A1F-77A3-28703953B27E}"/>
            </a:ext>
          </a:extLst>
        </p:cNvPr>
        <p:cNvGrpSpPr/>
        <p:nvPr/>
      </p:nvGrpSpPr>
      <p:grpSpPr>
        <a:xfrm>
          <a:off x="0" y="0"/>
          <a:ext cx="0" cy="0"/>
          <a:chOff x="0" y="0"/>
          <a:chExt cx="0" cy="0"/>
        </a:xfrm>
      </p:grpSpPr>
      <p:sp>
        <p:nvSpPr>
          <p:cNvPr id="267" name="Result: Best Performing Model">
            <a:extLst>
              <a:ext uri="{FF2B5EF4-FFF2-40B4-BE49-F238E27FC236}">
                <a16:creationId xmlns:a16="http://schemas.microsoft.com/office/drawing/2014/main" id="{63F5D136-29BE-2B06-B6E2-69BA2F907A25}"/>
              </a:ext>
            </a:extLst>
          </p:cNvPr>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t>Result: Best Performing Model</a:t>
            </a:r>
          </a:p>
        </p:txBody>
      </p:sp>
      <p:sp>
        <p:nvSpPr>
          <p:cNvPr id="268" name="LightGBM">
            <a:extLst>
              <a:ext uri="{FF2B5EF4-FFF2-40B4-BE49-F238E27FC236}">
                <a16:creationId xmlns:a16="http://schemas.microsoft.com/office/drawing/2014/main" id="{645D495D-E5EB-573F-B715-7019CF4197ED}"/>
              </a:ext>
            </a:extLst>
          </p:cNvPr>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t>LightGBM</a:t>
            </a:r>
          </a:p>
        </p:txBody>
      </p:sp>
      <p:pic>
        <p:nvPicPr>
          <p:cNvPr id="270" name="pasted-movie.png" descr="pasted-movie.png">
            <a:extLst>
              <a:ext uri="{FF2B5EF4-FFF2-40B4-BE49-F238E27FC236}">
                <a16:creationId xmlns:a16="http://schemas.microsoft.com/office/drawing/2014/main" id="{82149B15-F52E-7995-A91B-3E11F17C8CA9}"/>
              </a:ext>
            </a:extLst>
          </p:cNvPr>
          <p:cNvPicPr>
            <a:picLocks noChangeAspect="1"/>
          </p:cNvPicPr>
          <p:nvPr/>
        </p:nvPicPr>
        <p:blipFill>
          <a:blip r:embed="rId3"/>
          <a:stretch>
            <a:fillRect/>
          </a:stretch>
        </p:blipFill>
        <p:spPr>
          <a:xfrm>
            <a:off x="1324540" y="3793688"/>
            <a:ext cx="16069379" cy="7408783"/>
          </a:xfrm>
          <a:prstGeom prst="rect">
            <a:avLst/>
          </a:prstGeom>
          <a:ln w="12700">
            <a:miter lim="400000"/>
          </a:ln>
        </p:spPr>
      </p:pic>
      <p:sp>
        <p:nvSpPr>
          <p:cNvPr id="2" name="Rounded Rectangle 1">
            <a:extLst>
              <a:ext uri="{FF2B5EF4-FFF2-40B4-BE49-F238E27FC236}">
                <a16:creationId xmlns:a16="http://schemas.microsoft.com/office/drawing/2014/main" id="{061E03DD-D974-EEFC-9CF9-B34D2A274022}"/>
              </a:ext>
            </a:extLst>
          </p:cNvPr>
          <p:cNvSpPr/>
          <p:nvPr/>
        </p:nvSpPr>
        <p:spPr>
          <a:xfrm>
            <a:off x="18044160" y="3807696"/>
            <a:ext cx="4998720"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LightGBM</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3.74%</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about</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307</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MW</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4" name="Rounded Rectangle 3">
            <a:extLst>
              <a:ext uri="{FF2B5EF4-FFF2-40B4-BE49-F238E27FC236}">
                <a16:creationId xmlns:a16="http://schemas.microsoft.com/office/drawing/2014/main" id="{D84420EA-25E4-4B8A-2322-4906A14291C2}"/>
              </a:ext>
            </a:extLst>
          </p:cNvPr>
          <p:cNvSpPr/>
          <p:nvPr/>
        </p:nvSpPr>
        <p:spPr>
          <a:xfrm>
            <a:off x="18044160" y="6385717"/>
            <a:ext cx="4998720"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vs.</a:t>
            </a:r>
            <a:r>
              <a:rPr kumimoji="0" lang="zh-CN" altLang="en-US" sz="24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Baseline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+19%</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zh-CN" altLang="en-US" sz="3200" b="0" i="0" u="none" strike="noStrike" cap="none" spc="0" normalizeH="0" baseline="0">
                <a:ln>
                  <a:noFill/>
                </a:ln>
                <a:solidFill>
                  <a:srgbClr val="0070C0"/>
                </a:solidFill>
                <a:effectLst/>
                <a:uFillTx/>
                <a:latin typeface="Graphik-Medium"/>
                <a:ea typeface="Graphik-Medium"/>
                <a:cs typeface="Graphik-Medium"/>
                <a:sym typeface="Graphik Medium"/>
              </a:rPr>
              <a:t>⤴</a:t>
            </a:r>
            <a:endParaRPr kumimoji="0" lang="en-US" altLang="zh-CN" sz="3200" b="0" i="0" u="none" strike="noStrike" cap="none" spc="0" normalizeH="0" baseline="0">
              <a:ln>
                <a:noFill/>
              </a:ln>
              <a:solidFill>
                <a:srgbClr val="0070C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More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accurate</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5" name="Rounded Rectangle 4">
            <a:extLst>
              <a:ext uri="{FF2B5EF4-FFF2-40B4-BE49-F238E27FC236}">
                <a16:creationId xmlns:a16="http://schemas.microsoft.com/office/drawing/2014/main" id="{8B8AB606-1D2C-A47E-4BA9-733836978D9E}"/>
              </a:ext>
            </a:extLst>
          </p:cNvPr>
          <p:cNvSpPr/>
          <p:nvPr/>
        </p:nvSpPr>
        <p:spPr>
          <a:xfrm>
            <a:off x="18044160" y="8977748"/>
            <a:ext cx="4998720"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Gap</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in</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Top</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3</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4</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MW</a:t>
            </a:r>
            <a:endParaRPr kumimoji="0" lang="en-US" altLang="zh-CN" sz="3200" b="0" i="0" u="none" strike="noStrike" cap="none" spc="0" normalizeH="0" baseline="0">
              <a:ln>
                <a:noFill/>
              </a:ln>
              <a:solidFill>
                <a:srgbClr val="0070C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nearly</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tie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on</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top</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3</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models</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6" name="Rectangle 5">
            <a:extLst>
              <a:ext uri="{FF2B5EF4-FFF2-40B4-BE49-F238E27FC236}">
                <a16:creationId xmlns:a16="http://schemas.microsoft.com/office/drawing/2014/main" id="{86BD4189-80B2-F77E-E38E-2804E190A0A0}"/>
              </a:ext>
            </a:extLst>
          </p:cNvPr>
          <p:cNvSpPr/>
          <p:nvPr/>
        </p:nvSpPr>
        <p:spPr>
          <a:xfrm>
            <a:off x="3758167" y="3875106"/>
            <a:ext cx="10627360" cy="595035"/>
          </a:xfrm>
          <a:prstGeom prst="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Average</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Error</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by</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Model</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lang="en-US" altLang="zh-CN" sz="3200">
                <a:solidFill>
                  <a:srgbClr val="000000"/>
                </a:solidFill>
                <a:latin typeface="Graphik-Medium"/>
                <a:ea typeface="Graphik-Medium"/>
                <a:cs typeface="Graphik-Medium"/>
                <a:sym typeface="Graphik Medium"/>
              </a:rPr>
              <a:t>in</a:t>
            </a:r>
            <a:r>
              <a:rPr lang="zh-CN" altLang="en-US" sz="3200">
                <a:solidFill>
                  <a:srgbClr val="000000"/>
                </a:solidFill>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2019</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(MW)</a:t>
            </a:r>
            <a:endParaRPr kumimoji="0" lang="en-US"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sp>
        <p:nvSpPr>
          <p:cNvPr id="9" name="TextBox 8">
            <a:extLst>
              <a:ext uri="{FF2B5EF4-FFF2-40B4-BE49-F238E27FC236}">
                <a16:creationId xmlns:a16="http://schemas.microsoft.com/office/drawing/2014/main" id="{30499506-49D7-79B3-CAB6-63867212E13C}"/>
              </a:ext>
            </a:extLst>
          </p:cNvPr>
          <p:cNvSpPr txBox="1"/>
          <p:nvPr/>
        </p:nvSpPr>
        <p:spPr>
          <a:xfrm rot="10800000" flipV="1">
            <a:off x="1269999" y="12061944"/>
            <a:ext cx="16123919"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Source: Chapter 5, Figure 5.1, Six Models’ MAE with the AEMO benchmark.</a:t>
            </a:r>
            <a:endParaRPr lang="en-GB" sz="2800" b="0" i="0" u="none" strike="noStrike" cap="none" spc="0" normalizeH="0" baseline="0">
              <a:ln>
                <a:noFill/>
              </a:ln>
              <a:solidFill>
                <a:srgbClr val="FFFFFF"/>
              </a:solidFill>
              <a:effectLst/>
              <a:uFillTx/>
              <a:latin typeface="Graphik"/>
              <a:ea typeface="Graphik"/>
              <a:cs typeface="Graphik"/>
            </a:endParaRPr>
          </a:p>
        </p:txBody>
      </p:sp>
      <p:sp>
        <p:nvSpPr>
          <p:cNvPr id="7" name="Rectangle 6">
            <a:extLst>
              <a:ext uri="{FF2B5EF4-FFF2-40B4-BE49-F238E27FC236}">
                <a16:creationId xmlns:a16="http://schemas.microsoft.com/office/drawing/2014/main" id="{C0990658-6C21-A113-C29E-695D7FF68C02}"/>
              </a:ext>
            </a:extLst>
          </p:cNvPr>
          <p:cNvSpPr/>
          <p:nvPr/>
        </p:nvSpPr>
        <p:spPr>
          <a:xfrm>
            <a:off x="17787166" y="8901317"/>
            <a:ext cx="5475224" cy="2387345"/>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grpSp>
        <p:nvGrpSpPr>
          <p:cNvPr id="8" name="Group 7">
            <a:extLst>
              <a:ext uri="{FF2B5EF4-FFF2-40B4-BE49-F238E27FC236}">
                <a16:creationId xmlns:a16="http://schemas.microsoft.com/office/drawing/2014/main" id="{7966BA05-A827-F23A-72AC-DE468D482598}"/>
              </a:ext>
            </a:extLst>
          </p:cNvPr>
          <p:cNvGrpSpPr/>
          <p:nvPr/>
        </p:nvGrpSpPr>
        <p:grpSpPr>
          <a:xfrm>
            <a:off x="17393918" y="8541553"/>
            <a:ext cx="984528" cy="862170"/>
            <a:chOff x="1302693" y="2464017"/>
            <a:chExt cx="756000" cy="756000"/>
          </a:xfrm>
        </p:grpSpPr>
        <p:sp>
          <p:nvSpPr>
            <p:cNvPr id="10" name="Oval 9">
              <a:extLst>
                <a:ext uri="{FF2B5EF4-FFF2-40B4-BE49-F238E27FC236}">
                  <a16:creationId xmlns:a16="http://schemas.microsoft.com/office/drawing/2014/main" id="{25795CA2-4A62-1F02-C14C-1C74D5DAAA86}"/>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4385C48C-92DD-08C5-51D0-655F95E2C5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pic>
        <p:nvPicPr>
          <p:cNvPr id="3" name="Camera 2">
            <a:extLst>
              <a:ext uri="{FF2B5EF4-FFF2-40B4-BE49-F238E27FC236}">
                <a16:creationId xmlns:a16="http://schemas.microsoft.com/office/drawing/2014/main" id="{686497DB-F1F6-1E39-9A73-0FD928B1F659}"/>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5"/>
              </a:ext>
            </a:extLst>
          </a:blip>
          <a:stretch>
            <a:fillRect/>
          </a:stretch>
        </p:blipFill>
        <p:spPr>
          <a:xfrm>
            <a:off x="20244148" y="26271"/>
            <a:ext cx="4114800" cy="4114800"/>
          </a:xfrm>
          <a:prstGeom prst="ellipse">
            <a:avLst/>
          </a:prstGeom>
          <a:ln>
            <a:noFill/>
          </a:ln>
          <a:effectLst>
            <a:outerShdw blurRad="190500" algn="tl" rotWithShape="0">
              <a:srgbClr val="000000">
                <a:alpha val="30000"/>
              </a:srgbClr>
            </a:outerShdw>
          </a:effectLst>
        </p:spPr>
      </p:pic>
    </p:spTree>
    <p:extLst>
      <p:ext uri="{BB962C8B-B14F-4D97-AF65-F5344CB8AC3E}">
        <p14:creationId xmlns:p14="http://schemas.microsoft.com/office/powerpoint/2010/main" val="2345793802"/>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1BC3B-0F28-1D2A-E0F5-8145350F652C}"/>
            </a:ext>
          </a:extLst>
        </p:cNvPr>
        <p:cNvGrpSpPr/>
        <p:nvPr/>
      </p:nvGrpSpPr>
      <p:grpSpPr>
        <a:xfrm>
          <a:off x="0" y="0"/>
          <a:ext cx="0" cy="0"/>
          <a:chOff x="0" y="0"/>
          <a:chExt cx="0" cy="0"/>
        </a:xfrm>
      </p:grpSpPr>
      <p:sp>
        <p:nvSpPr>
          <p:cNvPr id="267" name="Result: Best Performing Model">
            <a:extLst>
              <a:ext uri="{FF2B5EF4-FFF2-40B4-BE49-F238E27FC236}">
                <a16:creationId xmlns:a16="http://schemas.microsoft.com/office/drawing/2014/main" id="{EF182881-0D88-751C-4C47-6CB2851B628F}"/>
              </a:ext>
            </a:extLst>
          </p:cNvPr>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t>Result: Best Performing Model</a:t>
            </a:r>
          </a:p>
        </p:txBody>
      </p:sp>
      <p:sp>
        <p:nvSpPr>
          <p:cNvPr id="268" name="LightGBM">
            <a:extLst>
              <a:ext uri="{FF2B5EF4-FFF2-40B4-BE49-F238E27FC236}">
                <a16:creationId xmlns:a16="http://schemas.microsoft.com/office/drawing/2014/main" id="{61EEDCB8-E099-14FE-BD6A-964165C3E577}"/>
              </a:ext>
            </a:extLst>
          </p:cNvPr>
          <p:cNvSpPr txBox="1">
            <a:spLocks noGrp="1"/>
          </p:cNvSpPr>
          <p:nvPr>
            <p:ph type="body" idx="21"/>
          </p:nvPr>
        </p:nvSpPr>
        <p:spPr>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r>
              <a:t>LightGBM</a:t>
            </a:r>
          </a:p>
        </p:txBody>
      </p:sp>
      <p:pic>
        <p:nvPicPr>
          <p:cNvPr id="270" name="pasted-movie.png" descr="pasted-movie.png">
            <a:extLst>
              <a:ext uri="{FF2B5EF4-FFF2-40B4-BE49-F238E27FC236}">
                <a16:creationId xmlns:a16="http://schemas.microsoft.com/office/drawing/2014/main" id="{07C78B36-29A2-3889-89CE-27FD89C908F2}"/>
              </a:ext>
            </a:extLst>
          </p:cNvPr>
          <p:cNvPicPr>
            <a:picLocks noChangeAspect="1"/>
          </p:cNvPicPr>
          <p:nvPr/>
        </p:nvPicPr>
        <p:blipFill>
          <a:blip r:embed="rId3"/>
          <a:stretch>
            <a:fillRect/>
          </a:stretch>
        </p:blipFill>
        <p:spPr>
          <a:xfrm>
            <a:off x="1324540" y="3793688"/>
            <a:ext cx="16069379" cy="7408783"/>
          </a:xfrm>
          <a:prstGeom prst="rect">
            <a:avLst/>
          </a:prstGeom>
          <a:ln w="12700">
            <a:miter lim="400000"/>
          </a:ln>
        </p:spPr>
      </p:pic>
      <p:sp>
        <p:nvSpPr>
          <p:cNvPr id="2" name="Rounded Rectangle 1">
            <a:extLst>
              <a:ext uri="{FF2B5EF4-FFF2-40B4-BE49-F238E27FC236}">
                <a16:creationId xmlns:a16="http://schemas.microsoft.com/office/drawing/2014/main" id="{ECFBE92C-A3E1-FBF9-EDAB-FAD45178A556}"/>
              </a:ext>
            </a:extLst>
          </p:cNvPr>
          <p:cNvSpPr/>
          <p:nvPr/>
        </p:nvSpPr>
        <p:spPr>
          <a:xfrm>
            <a:off x="18044160" y="3807696"/>
            <a:ext cx="4998720"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LightGBM</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3.74%</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about</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307</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MW</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4" name="Rounded Rectangle 3">
            <a:extLst>
              <a:ext uri="{FF2B5EF4-FFF2-40B4-BE49-F238E27FC236}">
                <a16:creationId xmlns:a16="http://schemas.microsoft.com/office/drawing/2014/main" id="{43F88CEF-6468-272B-801C-4BCCAFA7A640}"/>
              </a:ext>
            </a:extLst>
          </p:cNvPr>
          <p:cNvSpPr/>
          <p:nvPr/>
        </p:nvSpPr>
        <p:spPr>
          <a:xfrm>
            <a:off x="18044160" y="6385717"/>
            <a:ext cx="4998720"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kumimoji="0" lang="en-US" altLang="zh-CN" sz="24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vs.</a:t>
            </a:r>
            <a:r>
              <a:rPr kumimoji="0" lang="zh-CN" altLang="en-US" sz="24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sz="24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Baseline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+19%</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zh-CN" altLang="en-US" sz="3200" b="0" i="0" u="none" strike="noStrike" cap="none" spc="0" normalizeH="0" baseline="0">
                <a:ln>
                  <a:noFill/>
                </a:ln>
                <a:solidFill>
                  <a:srgbClr val="0070C0"/>
                </a:solidFill>
                <a:effectLst/>
                <a:uFillTx/>
                <a:latin typeface="Graphik-Medium"/>
                <a:ea typeface="Graphik-Medium"/>
                <a:cs typeface="Graphik-Medium"/>
                <a:sym typeface="Graphik Medium"/>
              </a:rPr>
              <a:t>⤴</a:t>
            </a:r>
            <a:endParaRPr kumimoji="0" lang="en-US" altLang="zh-CN" sz="3200" b="0" i="0" u="none" strike="noStrike" cap="none" spc="0" normalizeH="0" baseline="0">
              <a:ln>
                <a:noFill/>
              </a:ln>
              <a:solidFill>
                <a:srgbClr val="0070C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More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accurate</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5" name="Rounded Rectangle 4">
            <a:extLst>
              <a:ext uri="{FF2B5EF4-FFF2-40B4-BE49-F238E27FC236}">
                <a16:creationId xmlns:a16="http://schemas.microsoft.com/office/drawing/2014/main" id="{ECF3BBFF-71FC-7CB3-2564-8569044A3D13}"/>
              </a:ext>
            </a:extLst>
          </p:cNvPr>
          <p:cNvSpPr/>
          <p:nvPr/>
        </p:nvSpPr>
        <p:spPr>
          <a:xfrm>
            <a:off x="18044160" y="8977748"/>
            <a:ext cx="4998720" cy="2224723"/>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Gap</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in</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Top</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3</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4</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MW</a:t>
            </a:r>
            <a:endParaRPr kumimoji="0" lang="en-US" altLang="zh-CN" sz="3200" b="0" i="0" u="none" strike="noStrike" cap="none" spc="0" normalizeH="0" baseline="0">
              <a:ln>
                <a:noFill/>
              </a:ln>
              <a:solidFill>
                <a:srgbClr val="0070C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nearly</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tie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on</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top</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3</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models</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6" name="Rectangle 5">
            <a:extLst>
              <a:ext uri="{FF2B5EF4-FFF2-40B4-BE49-F238E27FC236}">
                <a16:creationId xmlns:a16="http://schemas.microsoft.com/office/drawing/2014/main" id="{E9C028ED-E24E-5512-D03C-87BC50698DB2}"/>
              </a:ext>
            </a:extLst>
          </p:cNvPr>
          <p:cNvSpPr/>
          <p:nvPr/>
        </p:nvSpPr>
        <p:spPr>
          <a:xfrm>
            <a:off x="3758167" y="3875106"/>
            <a:ext cx="10627360" cy="595035"/>
          </a:xfrm>
          <a:prstGeom prst="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Average</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Error</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by</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Model</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lang="en-US" altLang="zh-CN" sz="3200">
                <a:solidFill>
                  <a:srgbClr val="000000"/>
                </a:solidFill>
                <a:latin typeface="Graphik-Medium"/>
                <a:ea typeface="Graphik-Medium"/>
                <a:cs typeface="Graphik-Medium"/>
                <a:sym typeface="Graphik Medium"/>
              </a:rPr>
              <a:t>in</a:t>
            </a:r>
            <a:r>
              <a:rPr lang="zh-CN" altLang="en-US" sz="3200">
                <a:solidFill>
                  <a:srgbClr val="000000"/>
                </a:solidFill>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2019</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(MW)</a:t>
            </a:r>
            <a:endParaRPr kumimoji="0" lang="en-US"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sp>
        <p:nvSpPr>
          <p:cNvPr id="9" name="TextBox 8">
            <a:extLst>
              <a:ext uri="{FF2B5EF4-FFF2-40B4-BE49-F238E27FC236}">
                <a16:creationId xmlns:a16="http://schemas.microsoft.com/office/drawing/2014/main" id="{09C1DC10-2F90-66CF-6C29-BB86E3F03CEE}"/>
              </a:ext>
            </a:extLst>
          </p:cNvPr>
          <p:cNvSpPr txBox="1"/>
          <p:nvPr/>
        </p:nvSpPr>
        <p:spPr>
          <a:xfrm rot="10800000" flipV="1">
            <a:off x="1269999" y="12061944"/>
            <a:ext cx="16123919"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Source: Chapter 5, Figure 5.1, Six Models’ MAE with the AEMO benchmark.</a:t>
            </a:r>
            <a:endParaRPr lang="en-GB" sz="2800" b="0" i="0" u="none" strike="noStrike" cap="none" spc="0" normalizeH="0" baseline="0">
              <a:ln>
                <a:noFill/>
              </a:ln>
              <a:solidFill>
                <a:srgbClr val="FFFFFF"/>
              </a:solidFill>
              <a:effectLst/>
              <a:uFillTx/>
              <a:latin typeface="Graphik"/>
              <a:ea typeface="Graphik"/>
              <a:cs typeface="Graphik"/>
            </a:endParaRPr>
          </a:p>
        </p:txBody>
      </p:sp>
      <p:sp>
        <p:nvSpPr>
          <p:cNvPr id="7" name="Rectangle 6">
            <a:extLst>
              <a:ext uri="{FF2B5EF4-FFF2-40B4-BE49-F238E27FC236}">
                <a16:creationId xmlns:a16="http://schemas.microsoft.com/office/drawing/2014/main" id="{09E56225-10EF-D712-2CFF-74912885F184}"/>
              </a:ext>
            </a:extLst>
          </p:cNvPr>
          <p:cNvSpPr/>
          <p:nvPr/>
        </p:nvSpPr>
        <p:spPr>
          <a:xfrm>
            <a:off x="7972606" y="4620317"/>
            <a:ext cx="984528" cy="5681923"/>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grpSp>
        <p:nvGrpSpPr>
          <p:cNvPr id="8" name="Group 7">
            <a:extLst>
              <a:ext uri="{FF2B5EF4-FFF2-40B4-BE49-F238E27FC236}">
                <a16:creationId xmlns:a16="http://schemas.microsoft.com/office/drawing/2014/main" id="{20CF2E77-A120-4628-05FE-C9E71B4DE8DA}"/>
              </a:ext>
            </a:extLst>
          </p:cNvPr>
          <p:cNvGrpSpPr/>
          <p:nvPr/>
        </p:nvGrpSpPr>
        <p:grpSpPr>
          <a:xfrm>
            <a:off x="7322365" y="4551559"/>
            <a:ext cx="984528" cy="862170"/>
            <a:chOff x="1302693" y="2464017"/>
            <a:chExt cx="756000" cy="756000"/>
          </a:xfrm>
        </p:grpSpPr>
        <p:sp>
          <p:nvSpPr>
            <p:cNvPr id="10" name="Oval 9">
              <a:extLst>
                <a:ext uri="{FF2B5EF4-FFF2-40B4-BE49-F238E27FC236}">
                  <a16:creationId xmlns:a16="http://schemas.microsoft.com/office/drawing/2014/main" id="{2DEDC575-A838-AEA1-EDF8-0648C1C25039}"/>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1B7BB9DC-616B-E541-88D7-58BF85E2F4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pic>
        <p:nvPicPr>
          <p:cNvPr id="12" name="Camera 11">
            <a:extLst>
              <a:ext uri="{FF2B5EF4-FFF2-40B4-BE49-F238E27FC236}">
                <a16:creationId xmlns:a16="http://schemas.microsoft.com/office/drawing/2014/main" id="{0E9E339F-49FF-27B5-9529-A03AEBB52471}"/>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5"/>
              </a:ext>
            </a:extLst>
          </a:blip>
          <a:stretch>
            <a:fillRect/>
          </a:stretch>
        </p:blipFill>
        <p:spPr>
          <a:xfrm>
            <a:off x="20244148" y="26271"/>
            <a:ext cx="4114800" cy="4114800"/>
          </a:xfrm>
          <a:prstGeom prst="ellipse">
            <a:avLst/>
          </a:prstGeom>
          <a:ln>
            <a:noFill/>
          </a:ln>
          <a:effectLst>
            <a:outerShdw blurRad="190500" algn="tl" rotWithShape="0">
              <a:srgbClr val="000000">
                <a:alpha val="30000"/>
              </a:srgbClr>
            </a:outerShdw>
          </a:effectLst>
        </p:spPr>
      </p:pic>
    </p:spTree>
    <p:extLst>
      <p:ext uri="{BB962C8B-B14F-4D97-AF65-F5344CB8AC3E}">
        <p14:creationId xmlns:p14="http://schemas.microsoft.com/office/powerpoint/2010/main" val="3283327796"/>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LightGBM:  Most Consistent"/>
          <p:cNvSpPr txBox="1">
            <a:spLocks noGrp="1"/>
          </p:cNvSpPr>
          <p:nvPr>
            <p:ph type="title"/>
          </p:nvPr>
        </p:nvSpPr>
        <p:spPr>
          <a:xfrm>
            <a:off x="1270000" y="4933235"/>
            <a:ext cx="21844000" cy="5409388"/>
          </a:xfrm>
          <a:prstGeom prst="rect">
            <a:avLst/>
          </a:prstGeom>
        </p:spPr>
        <p:txBody>
          <a:bodyPr>
            <a:noAutofit/>
          </a:bodyPr>
          <a:lstStyle>
            <a:lvl1pPr>
              <a:defRPr>
                <a:latin typeface="Myriad Set Pro Bold"/>
                <a:ea typeface="Myriad Set Pro Bold"/>
                <a:cs typeface="Myriad Set Pro Bold"/>
                <a:sym typeface="Myriad Set Pro Bold"/>
              </a:defRPr>
            </a:lvl1pPr>
          </a:lstStyle>
          <a:p>
            <a:r>
              <a:rPr lang="en-US" altLang="zh-CN" sz="12000">
                <a:gradFill flip="none" rotWithShape="1">
                  <a:gsLst>
                    <a:gs pos="100000">
                      <a:schemeClr val="bg1">
                        <a:lumMod val="99226"/>
                        <a:lumOff val="774"/>
                      </a:schemeClr>
                    </a:gs>
                    <a:gs pos="18000">
                      <a:schemeClr val="accent1">
                        <a:shade val="67500"/>
                        <a:satMod val="115000"/>
                      </a:schemeClr>
                    </a:gs>
                    <a:gs pos="0">
                      <a:schemeClr val="accent1">
                        <a:shade val="100000"/>
                        <a:satMod val="115000"/>
                      </a:schemeClr>
                    </a:gs>
                  </a:gsLst>
                  <a:lin ang="8100000" scaled="1"/>
                  <a:tileRect/>
                </a:gradFill>
              </a:rPr>
              <a:t>Which model holds up</a:t>
            </a:r>
            <a:br>
              <a:rPr lang="en-US" altLang="zh-CN" sz="12000">
                <a:gradFill flip="none" rotWithShape="1">
                  <a:gsLst>
                    <a:gs pos="100000">
                      <a:schemeClr val="bg1">
                        <a:lumMod val="99226"/>
                        <a:lumOff val="774"/>
                      </a:schemeClr>
                    </a:gs>
                    <a:gs pos="18000">
                      <a:schemeClr val="accent1">
                        <a:shade val="67500"/>
                        <a:satMod val="115000"/>
                      </a:schemeClr>
                    </a:gs>
                    <a:gs pos="0">
                      <a:schemeClr val="accent1">
                        <a:shade val="100000"/>
                        <a:satMod val="115000"/>
                      </a:schemeClr>
                    </a:gs>
                  </a:gsLst>
                  <a:lin ang="8100000" scaled="1"/>
                  <a:tileRect/>
                </a:gradFill>
              </a:rPr>
            </a:br>
            <a:br>
              <a:rPr lang="en-US" altLang="zh-CN" sz="12000">
                <a:gradFill flip="none" rotWithShape="1">
                  <a:gsLst>
                    <a:gs pos="100000">
                      <a:schemeClr val="bg1">
                        <a:lumMod val="99226"/>
                        <a:lumOff val="774"/>
                      </a:schemeClr>
                    </a:gs>
                    <a:gs pos="18000">
                      <a:schemeClr val="accent1">
                        <a:shade val="67500"/>
                        <a:satMod val="115000"/>
                      </a:schemeClr>
                    </a:gs>
                    <a:gs pos="0">
                      <a:schemeClr val="accent1">
                        <a:shade val="100000"/>
                        <a:satMod val="115000"/>
                      </a:schemeClr>
                    </a:gs>
                  </a:gsLst>
                  <a:lin ang="8100000" scaled="1"/>
                  <a:tileRect/>
                </a:gradFill>
              </a:rPr>
            </a:br>
            <a:r>
              <a:rPr lang="en-US" altLang="zh-CN" sz="12000">
                <a:gradFill flip="none" rotWithShape="1">
                  <a:gsLst>
                    <a:gs pos="100000">
                      <a:schemeClr val="bg1">
                        <a:lumMod val="99226"/>
                        <a:lumOff val="774"/>
                      </a:schemeClr>
                    </a:gs>
                    <a:gs pos="18000">
                      <a:schemeClr val="accent1">
                        <a:shade val="67500"/>
                        <a:satMod val="115000"/>
                      </a:schemeClr>
                    </a:gs>
                    <a:gs pos="0">
                      <a:schemeClr val="accent1">
                        <a:shade val="100000"/>
                        <a:satMod val="115000"/>
                      </a:schemeClr>
                    </a:gs>
                  </a:gsLst>
                  <a:lin ang="8100000" scaled="1"/>
                  <a:tileRect/>
                </a:gradFill>
              </a:rPr>
              <a:t>when conditions change?</a:t>
            </a:r>
            <a:endParaRPr lang="en-US" sz="12000">
              <a:gradFill flip="none" rotWithShape="1">
                <a:gsLst>
                  <a:gs pos="100000">
                    <a:schemeClr val="bg1">
                      <a:lumMod val="99226"/>
                      <a:lumOff val="774"/>
                    </a:schemeClr>
                  </a:gs>
                  <a:gs pos="18000">
                    <a:schemeClr val="accent1">
                      <a:shade val="67500"/>
                      <a:satMod val="115000"/>
                    </a:schemeClr>
                  </a:gs>
                  <a:gs pos="0">
                    <a:schemeClr val="accent1">
                      <a:shade val="100000"/>
                      <a:satMod val="115000"/>
                    </a:schemeClr>
                  </a:gs>
                </a:gsLst>
                <a:lin ang="8100000" scaled="1"/>
                <a:tileRect/>
              </a:gradFill>
            </a:endParaRPr>
          </a:p>
        </p:txBody>
      </p:sp>
      <p:sp>
        <p:nvSpPr>
          <p:cNvPr id="11" name="Text Placeholder 10">
            <a:extLst>
              <a:ext uri="{FF2B5EF4-FFF2-40B4-BE49-F238E27FC236}">
                <a16:creationId xmlns:a16="http://schemas.microsoft.com/office/drawing/2014/main" id="{729714F5-BFEC-CF80-128B-E4684EB55ACD}"/>
              </a:ext>
            </a:extLst>
          </p:cNvPr>
          <p:cNvSpPr>
            <a:spLocks noGrp="1"/>
          </p:cNvSpPr>
          <p:nvPr>
            <p:ph type="body" sz="quarter" idx="21"/>
          </p:nvPr>
        </p:nvSpPr>
        <p:spPr>
          <a:xfrm>
            <a:off x="1270000" y="3373377"/>
            <a:ext cx="21844000" cy="1016000"/>
          </a:xfrm>
        </p:spPr>
        <p:txBody>
          <a:bodyPr/>
          <a:lstStyle/>
          <a:p>
            <a:r>
              <a:rPr lang="en-US" altLang="zh-CN"/>
              <a:t>QUESTION</a:t>
            </a:r>
            <a:endParaRPr lang="en-US"/>
          </a:p>
        </p:txBody>
      </p:sp>
      <p:pic>
        <p:nvPicPr>
          <p:cNvPr id="3" name="Camera 2">
            <a:extLst>
              <a:ext uri="{FF2B5EF4-FFF2-40B4-BE49-F238E27FC236}">
                <a16:creationId xmlns:a16="http://schemas.microsoft.com/office/drawing/2014/main" id="{2A2DF2BD-A4EC-F14A-1BE6-E4F2277DE6BD}"/>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18120682" y="157641"/>
            <a:ext cx="6263318" cy="6263318"/>
          </a:xfrm>
          <a:prstGeom prst="ellipse">
            <a:avLst/>
          </a:prstGeom>
          <a:ln>
            <a:noFill/>
          </a:ln>
          <a:effectLst>
            <a:outerShdw blurRad="190500" algn="tl" rotWithShape="0">
              <a:srgbClr val="000000">
                <a:alpha val="30000"/>
              </a:srgbClr>
            </a:outerShdw>
          </a:effectLst>
        </p:spPr>
      </p:pic>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8659E-AF2D-5952-4307-3AEC20C281CE}"/>
            </a:ext>
          </a:extLst>
        </p:cNvPr>
        <p:cNvGrpSpPr/>
        <p:nvPr/>
      </p:nvGrpSpPr>
      <p:grpSpPr>
        <a:xfrm>
          <a:off x="0" y="0"/>
          <a:ext cx="0" cy="0"/>
          <a:chOff x="0" y="0"/>
          <a:chExt cx="0" cy="0"/>
        </a:xfrm>
      </p:grpSpPr>
      <p:sp>
        <p:nvSpPr>
          <p:cNvPr id="272" name="LightGBM:  Most Consistent">
            <a:extLst>
              <a:ext uri="{FF2B5EF4-FFF2-40B4-BE49-F238E27FC236}">
                <a16:creationId xmlns:a16="http://schemas.microsoft.com/office/drawing/2014/main" id="{23413147-61EB-B9E4-4300-9919B89B5153}"/>
              </a:ext>
            </a:extLst>
          </p:cNvPr>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t>LightGBM:  Most Consistent</a:t>
            </a:r>
          </a:p>
        </p:txBody>
      </p:sp>
      <p:sp>
        <p:nvSpPr>
          <p:cNvPr id="273" name="Operational Conditions">
            <a:extLst>
              <a:ext uri="{FF2B5EF4-FFF2-40B4-BE49-F238E27FC236}">
                <a16:creationId xmlns:a16="http://schemas.microsoft.com/office/drawing/2014/main" id="{54623964-91D5-48F2-534D-A6079C40FD38}"/>
              </a:ext>
            </a:extLst>
          </p:cNvPr>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t>Operational Conditions</a:t>
            </a:r>
          </a:p>
        </p:txBody>
      </p:sp>
      <p:sp>
        <p:nvSpPr>
          <p:cNvPr id="274" name="The most consistent across operational conditions">
            <a:extLst>
              <a:ext uri="{FF2B5EF4-FFF2-40B4-BE49-F238E27FC236}">
                <a16:creationId xmlns:a16="http://schemas.microsoft.com/office/drawing/2014/main" id="{C08B849F-8743-02C0-447E-4E697F8901D3}"/>
              </a:ext>
            </a:extLst>
          </p:cNvPr>
          <p:cNvSpPr txBox="1">
            <a:spLocks noGrp="1"/>
          </p:cNvSpPr>
          <p:nvPr>
            <p:ph type="body" sz="quarter" idx="4294967295"/>
          </p:nvPr>
        </p:nvSpPr>
        <p:spPr>
          <a:xfrm>
            <a:off x="1510580" y="11107614"/>
            <a:ext cx="11592368" cy="1513840"/>
          </a:xfrm>
          <a:prstGeom prst="rect">
            <a:avLst/>
          </a:prstGeom>
        </p:spPr>
        <p:txBody>
          <a:bodyPr>
            <a:normAutofit/>
          </a:bodyPr>
          <a:lstStyle>
            <a:lvl1pPr marL="640291" indent="-640291" defTabSz="825500">
              <a:defRPr sz="5500" spc="-55">
                <a:latin typeface="Myriad Set Pro Text"/>
                <a:ea typeface="Myriad Set Pro Text"/>
                <a:cs typeface="Myriad Set Pro Text"/>
                <a:sym typeface="Myriad Set Pro Text"/>
              </a:defRPr>
            </a:lvl1pPr>
          </a:lstStyle>
          <a:p>
            <a:pPr marL="360000" indent="-360000">
              <a:spcBef>
                <a:spcPts val="0"/>
              </a:spcBef>
            </a:pPr>
            <a:r>
              <a:rPr lang="en-US" altLang="zh-CN" sz="3600"/>
              <a:t>Ranked</a:t>
            </a:r>
            <a:r>
              <a:rPr lang="zh-CN" altLang="en-US" sz="3600"/>
              <a:t> </a:t>
            </a:r>
            <a:r>
              <a:rPr lang="en-US" altLang="zh-CN" sz="3600"/>
              <a:t>1</a:t>
            </a:r>
            <a:r>
              <a:rPr lang="en-US" altLang="zh-CN" sz="3600" baseline="30000"/>
              <a:t>st</a:t>
            </a:r>
            <a:r>
              <a:rPr lang="zh-CN" altLang="en-US" sz="3600"/>
              <a:t> </a:t>
            </a:r>
            <a:r>
              <a:rPr lang="en-US" altLang="zh-CN" sz="3600"/>
              <a:t>:</a:t>
            </a:r>
            <a:r>
              <a:rPr lang="zh-CN" altLang="en-US" sz="3600"/>
              <a:t>  </a:t>
            </a:r>
            <a:r>
              <a:rPr lang="en-US" altLang="zh-CN" sz="3600"/>
              <a:t>Gained</a:t>
            </a:r>
            <a:r>
              <a:rPr lang="zh-CN" altLang="en-US" sz="3600"/>
              <a:t> </a:t>
            </a:r>
            <a:r>
              <a:rPr lang="en-US" altLang="zh-CN" sz="3600"/>
              <a:t>5</a:t>
            </a:r>
            <a:r>
              <a:rPr lang="zh-CN" altLang="en-US" sz="3600"/>
              <a:t> </a:t>
            </a:r>
            <a:r>
              <a:rPr lang="en-US" altLang="zh-CN" sz="3600"/>
              <a:t>out</a:t>
            </a:r>
            <a:r>
              <a:rPr lang="zh-CN" altLang="en-US" sz="3600"/>
              <a:t> </a:t>
            </a:r>
            <a:r>
              <a:rPr lang="en-US" altLang="zh-CN" sz="3600"/>
              <a:t>of</a:t>
            </a:r>
            <a:r>
              <a:rPr lang="zh-CN" altLang="en-US" sz="3600"/>
              <a:t> </a:t>
            </a:r>
            <a:r>
              <a:rPr lang="en-US" altLang="zh-CN" sz="3600"/>
              <a:t>8</a:t>
            </a:r>
            <a:r>
              <a:rPr lang="zh-CN" altLang="en-US" sz="3600"/>
              <a:t> </a:t>
            </a:r>
            <a:r>
              <a:rPr lang="en-US" altLang="zh-CN" sz="3600"/>
              <a:t>operational</a:t>
            </a:r>
            <a:r>
              <a:rPr lang="zh-CN" altLang="en-US" sz="3600"/>
              <a:t> </a:t>
            </a:r>
            <a:r>
              <a:rPr lang="en-US" altLang="zh-CN" sz="3600"/>
              <a:t>conditions</a:t>
            </a:r>
          </a:p>
          <a:p>
            <a:pPr marL="360000" indent="-360000">
              <a:spcBef>
                <a:spcPts val="0"/>
              </a:spcBef>
            </a:pPr>
            <a:r>
              <a:rPr lang="en-US" altLang="zh-CN" sz="3600"/>
              <a:t>Worse</a:t>
            </a:r>
            <a:r>
              <a:rPr lang="zh-CN" altLang="en-US" sz="3600"/>
              <a:t> </a:t>
            </a:r>
            <a:r>
              <a:rPr lang="en-US" altLang="zh-CN" sz="3600"/>
              <a:t>Rank:</a:t>
            </a:r>
            <a:r>
              <a:rPr lang="zh-CN" altLang="en-US" sz="3600"/>
              <a:t>  </a:t>
            </a:r>
            <a:r>
              <a:rPr lang="en-US" altLang="zh-CN" sz="3600"/>
              <a:t>Never</a:t>
            </a:r>
            <a:r>
              <a:rPr lang="zh-CN" altLang="en-US" sz="3600"/>
              <a:t> </a:t>
            </a:r>
            <a:r>
              <a:rPr lang="en-US" altLang="zh-CN" sz="3600"/>
              <a:t>worse</a:t>
            </a:r>
            <a:r>
              <a:rPr lang="zh-CN" altLang="en-US" sz="3600"/>
              <a:t> </a:t>
            </a:r>
            <a:r>
              <a:rPr lang="en-US" altLang="zh-CN" sz="3600"/>
              <a:t>than</a:t>
            </a:r>
            <a:r>
              <a:rPr lang="zh-CN" altLang="en-US" sz="3600"/>
              <a:t> </a:t>
            </a:r>
            <a:r>
              <a:rPr lang="en-US" altLang="zh-CN" sz="3600"/>
              <a:t>2</a:t>
            </a:r>
            <a:r>
              <a:rPr lang="en-US" altLang="zh-CN" sz="3600" baseline="30000"/>
              <a:t>nd</a:t>
            </a:r>
            <a:r>
              <a:rPr lang="zh-CN" altLang="en-US" sz="3600"/>
              <a:t> </a:t>
            </a:r>
            <a:r>
              <a:rPr lang="en-US" altLang="zh-CN" sz="3600"/>
              <a:t>place</a:t>
            </a:r>
            <a:endParaRPr lang="en-AU" sz="3600"/>
          </a:p>
        </p:txBody>
      </p:sp>
      <p:graphicFrame>
        <p:nvGraphicFramePr>
          <p:cNvPr id="275" name="Table 1">
            <a:extLst>
              <a:ext uri="{FF2B5EF4-FFF2-40B4-BE49-F238E27FC236}">
                <a16:creationId xmlns:a16="http://schemas.microsoft.com/office/drawing/2014/main" id="{AF7A1A89-8446-3664-48E8-A94AFA38D7F8}"/>
              </a:ext>
            </a:extLst>
          </p:cNvPr>
          <p:cNvGraphicFramePr/>
          <p:nvPr/>
        </p:nvGraphicFramePr>
        <p:xfrm>
          <a:off x="1513840" y="3093923"/>
          <a:ext cx="21356319" cy="7831907"/>
        </p:xfrm>
        <a:graphic>
          <a:graphicData uri="http://schemas.openxmlformats.org/drawingml/2006/table">
            <a:tbl>
              <a:tblPr>
                <a:tableStyleId>{4C3C2611-4C71-4FC5-86AE-919BDF0F9419}</a:tableStyleId>
              </a:tblPr>
              <a:tblGrid>
                <a:gridCol w="3637279">
                  <a:extLst>
                    <a:ext uri="{9D8B030D-6E8A-4147-A177-3AD203B41FA5}">
                      <a16:colId xmlns:a16="http://schemas.microsoft.com/office/drawing/2014/main" val="20000"/>
                    </a:ext>
                  </a:extLst>
                </a:gridCol>
                <a:gridCol w="1869440">
                  <a:extLst>
                    <a:ext uri="{9D8B030D-6E8A-4147-A177-3AD203B41FA5}">
                      <a16:colId xmlns:a16="http://schemas.microsoft.com/office/drawing/2014/main" val="20001"/>
                    </a:ext>
                  </a:extLst>
                </a:gridCol>
                <a:gridCol w="1950720">
                  <a:extLst>
                    <a:ext uri="{9D8B030D-6E8A-4147-A177-3AD203B41FA5}">
                      <a16:colId xmlns:a16="http://schemas.microsoft.com/office/drawing/2014/main" val="20002"/>
                    </a:ext>
                  </a:extLst>
                </a:gridCol>
                <a:gridCol w="1620277">
                  <a:extLst>
                    <a:ext uri="{9D8B030D-6E8A-4147-A177-3AD203B41FA5}">
                      <a16:colId xmlns:a16="http://schemas.microsoft.com/office/drawing/2014/main" val="20003"/>
                    </a:ext>
                  </a:extLst>
                </a:gridCol>
                <a:gridCol w="1620106">
                  <a:extLst>
                    <a:ext uri="{9D8B030D-6E8A-4147-A177-3AD203B41FA5}">
                      <a16:colId xmlns:a16="http://schemas.microsoft.com/office/drawing/2014/main" val="20004"/>
                    </a:ext>
                  </a:extLst>
                </a:gridCol>
                <a:gridCol w="1342118">
                  <a:extLst>
                    <a:ext uri="{9D8B030D-6E8A-4147-A177-3AD203B41FA5}">
                      <a16:colId xmlns:a16="http://schemas.microsoft.com/office/drawing/2014/main" val="20005"/>
                    </a:ext>
                  </a:extLst>
                </a:gridCol>
                <a:gridCol w="1554139">
                  <a:extLst>
                    <a:ext uri="{9D8B030D-6E8A-4147-A177-3AD203B41FA5}">
                      <a16:colId xmlns:a16="http://schemas.microsoft.com/office/drawing/2014/main" val="20006"/>
                    </a:ext>
                  </a:extLst>
                </a:gridCol>
                <a:gridCol w="2032000">
                  <a:extLst>
                    <a:ext uri="{9D8B030D-6E8A-4147-A177-3AD203B41FA5}">
                      <a16:colId xmlns:a16="http://schemas.microsoft.com/office/drawing/2014/main" val="20007"/>
                    </a:ext>
                  </a:extLst>
                </a:gridCol>
                <a:gridCol w="2055506">
                  <a:extLst>
                    <a:ext uri="{9D8B030D-6E8A-4147-A177-3AD203B41FA5}">
                      <a16:colId xmlns:a16="http://schemas.microsoft.com/office/drawing/2014/main" val="20008"/>
                    </a:ext>
                  </a:extLst>
                </a:gridCol>
                <a:gridCol w="1848180">
                  <a:extLst>
                    <a:ext uri="{9D8B030D-6E8A-4147-A177-3AD203B41FA5}">
                      <a16:colId xmlns:a16="http://schemas.microsoft.com/office/drawing/2014/main" val="20009"/>
                    </a:ext>
                  </a:extLst>
                </a:gridCol>
                <a:gridCol w="1826554">
                  <a:extLst>
                    <a:ext uri="{9D8B030D-6E8A-4147-A177-3AD203B41FA5}">
                      <a16:colId xmlns:a16="http://schemas.microsoft.com/office/drawing/2014/main" val="20010"/>
                    </a:ext>
                  </a:extLst>
                </a:gridCol>
              </a:tblGrid>
              <a:tr h="1114697">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Model Name</a:t>
                      </a:r>
                    </a:p>
                  </a:txBody>
                  <a:tcPr marL="0" marR="0" marT="0" marB="0" anchor="ctr" horzOverflow="overflow">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Summer</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Autumn</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Winter</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Spring</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18 ºC +</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Below 18 ºC</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School Term</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School Holiday</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Times </a:t>
                      </a:r>
                      <a:endParaRPr lang="en-AU" sz="3200">
                        <a:solidFill>
                          <a:srgbClr val="FFFFFF"/>
                        </a:solidFill>
                        <a:latin typeface="Myriad Set Pro Bold"/>
                        <a:ea typeface="Myriad Set Pro Bold"/>
                        <a:cs typeface="Myriad Set Pro Bold"/>
                        <a:sym typeface="Myriad Set Pro Bold"/>
                      </a:endParaRPr>
                    </a:p>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first</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Worst rank</a:t>
                      </a:r>
                    </a:p>
                  </a:txBody>
                  <a:tcPr marL="0" marR="0" marT="0" marB="0" anchor="ctr" horzOverflow="overflow">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1">
                        <a:lumMod val="75000"/>
                      </a:schemeClr>
                    </a:solidFill>
                  </a:tcPr>
                </a:tc>
                <a:extLst>
                  <a:ext uri="{0D108BD9-81ED-4DB2-BD59-A6C34878D82A}">
                    <a16:rowId xmlns:a16="http://schemas.microsoft.com/office/drawing/2014/main" val="10000"/>
                  </a:ext>
                </a:extLst>
              </a:tr>
              <a:tr h="1114697">
                <a:tc>
                  <a:txBody>
                    <a:bodyPr/>
                    <a:lstStyle/>
                    <a:p>
                      <a:pPr algn="ct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LightGBM</a:t>
                      </a:r>
                    </a:p>
                  </a:txBody>
                  <a:tcPr marL="0" marR="0" marT="0" marB="0" anchor="ctr" horzOverflow="overflow">
                    <a:lnL w="38100" cap="flat" cmpd="sng" algn="ctr">
                      <a:solidFill>
                        <a:schemeClr val="tx1"/>
                      </a:solidFill>
                      <a:prstDash val="solid"/>
                      <a:round/>
                      <a:headEnd type="none" w="med" len="med"/>
                      <a:tailEnd type="none" w="med" len="med"/>
                    </a:lnL>
                    <a:solidFill>
                      <a:schemeClr val="accent1">
                        <a:lumMod val="75000"/>
                      </a:schemeClr>
                    </a:solidFill>
                  </a:tcPr>
                </a:tc>
                <a:tc>
                  <a:txBody>
                    <a:bodyPr/>
                    <a:lstStyle/>
                    <a:p>
                      <a:pPr defTabSz="457200">
                        <a:defRPr sz="1800">
                          <a:solidFill>
                            <a:srgbClr val="000000"/>
                          </a:solidFill>
                        </a:defRPr>
                      </a:pPr>
                      <a:r>
                        <a:rPr lang="en-US" sz="3200">
                          <a:solidFill>
                            <a:srgbClr val="FF0000"/>
                          </a:solidFill>
                          <a:latin typeface="Myriad Set Pro Bold"/>
                          <a:ea typeface="Myriad Set Pro Bold"/>
                          <a:cs typeface="Myriad Set Pro Bold"/>
                          <a:sym typeface="Myriad Set Pro Bold"/>
                        </a:rPr>
                        <a:t>1</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0000"/>
                          </a:solidFill>
                          <a:latin typeface="Myriad Set Pro Bold"/>
                          <a:ea typeface="Myriad Set Pro Bold"/>
                          <a:cs typeface="Myriad Set Pro Bold"/>
                          <a:sym typeface="Myriad Set Pro Bold"/>
                        </a:rPr>
                        <a:t>1</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0000"/>
                          </a:solidFill>
                          <a:latin typeface="Myriad Set Pro Bold"/>
                          <a:ea typeface="Myriad Set Pro Bold"/>
                          <a:cs typeface="Myriad Set Pro Bold"/>
                          <a:sym typeface="Myriad Set Pro Bold"/>
                        </a:rPr>
                        <a:t>1</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2</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0000"/>
                          </a:solidFill>
                          <a:latin typeface="Myriad Set Pro Bold"/>
                          <a:ea typeface="Myriad Set Pro Bold"/>
                          <a:cs typeface="Myriad Set Pro Bold"/>
                          <a:sym typeface="Myriad Set Pro Bold"/>
                        </a:rPr>
                        <a:t>1</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2</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2</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0000"/>
                          </a:solidFill>
                          <a:latin typeface="Myriad Set Pro Bold"/>
                          <a:ea typeface="Myriad Set Pro Bold"/>
                          <a:cs typeface="Myriad Set Pro Bold"/>
                          <a:sym typeface="Myriad Set Pro Bold"/>
                        </a:rPr>
                        <a:t>1</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5</a:t>
                      </a:r>
                    </a:p>
                  </a:txBody>
                  <a:tcPr marL="0" marR="0" marT="0" marB="0" anchor="ctr" horzOverflow="overflow">
                    <a:solidFill>
                      <a:schemeClr val="accent1">
                        <a:lumMod val="75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2</a:t>
                      </a:r>
                    </a:p>
                  </a:txBody>
                  <a:tcPr marL="0" marR="0" marT="0" marB="0" anchor="ctr" horzOverflow="overflow">
                    <a:lnR w="38100" cap="flat" cmpd="sng" algn="ctr">
                      <a:solidFill>
                        <a:schemeClr val="tx1"/>
                      </a:solidFill>
                      <a:prstDash val="solid"/>
                      <a:round/>
                      <a:headEnd type="none" w="med" len="med"/>
                      <a:tailEnd type="none" w="med" len="med"/>
                    </a:lnR>
                    <a:solidFill>
                      <a:schemeClr val="accent1">
                        <a:lumMod val="75000"/>
                      </a:schemeClr>
                    </a:solidFill>
                  </a:tcPr>
                </a:tc>
                <a:extLst>
                  <a:ext uri="{0D108BD9-81ED-4DB2-BD59-A6C34878D82A}">
                    <a16:rowId xmlns:a16="http://schemas.microsoft.com/office/drawing/2014/main" val="10001"/>
                  </a:ext>
                </a:extLst>
              </a:tr>
              <a:tr h="1143725">
                <a:tc>
                  <a:txBody>
                    <a:bodyPr/>
                    <a:lstStyle/>
                    <a:p>
                      <a:pPr algn="ct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LSTM</a:t>
                      </a:r>
                    </a:p>
                  </a:txBody>
                  <a:tcPr marL="0" marR="0" marT="0" marB="0" anchor="ctr" horzOverflow="overflow">
                    <a:lnL w="38100" cap="flat" cmpd="sng" algn="ctr">
                      <a:solidFill>
                        <a:schemeClr val="tx1"/>
                      </a:solidFill>
                      <a:prstDash val="solid"/>
                      <a:round/>
                      <a:headEnd type="none" w="med" len="med"/>
                      <a:tailEnd type="none" w="med" len="med"/>
                    </a:lnL>
                    <a:solidFill>
                      <a:schemeClr val="accent1">
                        <a:lumMod val="75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2</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4</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4</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1</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2</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3</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1</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4</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2</a:t>
                      </a:r>
                    </a:p>
                  </a:txBody>
                  <a:tcPr marL="0" marR="0" marT="0" marB="0" anchor="ctr" horzOverflow="overflow">
                    <a:solidFill>
                      <a:schemeClr val="accent1">
                        <a:lumMod val="75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4</a:t>
                      </a:r>
                    </a:p>
                  </a:txBody>
                  <a:tcPr marL="0" marR="0" marT="0" marB="0" anchor="ctr" horzOverflow="overflow">
                    <a:lnR w="38100" cap="flat" cmpd="sng" algn="ctr">
                      <a:solidFill>
                        <a:schemeClr val="tx1"/>
                      </a:solidFill>
                      <a:prstDash val="solid"/>
                      <a:round/>
                      <a:headEnd type="none" w="med" len="med"/>
                      <a:tailEnd type="none" w="med" len="med"/>
                    </a:lnR>
                    <a:solidFill>
                      <a:schemeClr val="accent1">
                        <a:lumMod val="75000"/>
                      </a:schemeClr>
                    </a:solidFill>
                  </a:tcPr>
                </a:tc>
                <a:extLst>
                  <a:ext uri="{0D108BD9-81ED-4DB2-BD59-A6C34878D82A}">
                    <a16:rowId xmlns:a16="http://schemas.microsoft.com/office/drawing/2014/main" val="10002"/>
                  </a:ext>
                </a:extLst>
              </a:tr>
              <a:tr h="1114697">
                <a:tc>
                  <a:txBody>
                    <a:bodyPr/>
                    <a:lstStyle/>
                    <a:p>
                      <a:pPr algn="ctr" defTabSz="457200">
                        <a:defRPr sz="1800">
                          <a:solidFill>
                            <a:srgbClr val="000000"/>
                          </a:solidFill>
                        </a:defRPr>
                      </a:pPr>
                      <a:r>
                        <a:rPr lang="en-US" sz="3200" err="1">
                          <a:solidFill>
                            <a:srgbClr val="FFFFFF"/>
                          </a:solidFill>
                          <a:latin typeface="Myriad Set Pro Bold"/>
                          <a:ea typeface="Myriad Set Pro Bold"/>
                          <a:cs typeface="Myriad Set Pro Bold"/>
                          <a:sym typeface="Myriad Set Pro Bold"/>
                        </a:rPr>
                        <a:t>XGBoost</a:t>
                      </a:r>
                      <a:endParaRPr lang="en-US" sz="3200">
                        <a:solidFill>
                          <a:srgbClr val="FFFFFF"/>
                        </a:solidFill>
                        <a:latin typeface="Myriad Set Pro Bold"/>
                        <a:ea typeface="Myriad Set Pro Bold"/>
                        <a:cs typeface="Myriad Set Pro Bold"/>
                        <a:sym typeface="Myriad Set Pro Bold"/>
                      </a:endParaRPr>
                    </a:p>
                  </a:txBody>
                  <a:tcPr marL="0" marR="0" marT="0" marB="0" anchor="ctr" horzOverflow="overflow">
                    <a:lnL w="38100" cap="flat" cmpd="sng" algn="ctr">
                      <a:solidFill>
                        <a:schemeClr val="tx1"/>
                      </a:solidFill>
                      <a:prstDash val="solid"/>
                      <a:round/>
                      <a:headEnd type="none" w="med" len="med"/>
                      <a:tailEnd type="none" w="med" len="med"/>
                    </a:lnL>
                    <a:solidFill>
                      <a:schemeClr val="accent1">
                        <a:lumMod val="75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3</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2</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2</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3</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3</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1</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3</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2</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1</a:t>
                      </a:r>
                    </a:p>
                  </a:txBody>
                  <a:tcPr marL="0" marR="0" marT="0" marB="0" anchor="ctr" horzOverflow="overflow">
                    <a:solidFill>
                      <a:schemeClr val="accent1">
                        <a:lumMod val="75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3</a:t>
                      </a:r>
                    </a:p>
                  </a:txBody>
                  <a:tcPr marL="0" marR="0" marT="0" marB="0" anchor="ctr" horzOverflow="overflow">
                    <a:lnR w="38100" cap="flat" cmpd="sng" algn="ctr">
                      <a:solidFill>
                        <a:schemeClr val="tx1"/>
                      </a:solidFill>
                      <a:prstDash val="solid"/>
                      <a:round/>
                      <a:headEnd type="none" w="med" len="med"/>
                      <a:tailEnd type="none" w="med" len="med"/>
                    </a:lnR>
                    <a:solidFill>
                      <a:schemeClr val="accent1">
                        <a:lumMod val="75000"/>
                      </a:schemeClr>
                    </a:solidFill>
                  </a:tcPr>
                </a:tc>
                <a:extLst>
                  <a:ext uri="{0D108BD9-81ED-4DB2-BD59-A6C34878D82A}">
                    <a16:rowId xmlns:a16="http://schemas.microsoft.com/office/drawing/2014/main" val="10003"/>
                  </a:ext>
                </a:extLst>
              </a:tr>
              <a:tr h="1114697">
                <a:tc>
                  <a:txBody>
                    <a:bodyPr/>
                    <a:lstStyle/>
                    <a:p>
                      <a:pPr algn="ct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Random Forest</a:t>
                      </a:r>
                    </a:p>
                  </a:txBody>
                  <a:tcPr marL="0" marR="0" marT="0" marB="0" anchor="ctr" horzOverflow="overflow">
                    <a:lnL w="38100" cap="flat" cmpd="sng" algn="ctr">
                      <a:solidFill>
                        <a:schemeClr val="tx1"/>
                      </a:solidFill>
                      <a:prstDash val="solid"/>
                      <a:round/>
                      <a:headEnd type="none" w="med" len="med"/>
                      <a:tailEnd type="none" w="med" len="med"/>
                    </a:lnL>
                    <a:solidFill>
                      <a:schemeClr val="accent1">
                        <a:lumMod val="75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4</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3</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3</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4</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4</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4</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4</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3</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0</a:t>
                      </a:r>
                    </a:p>
                  </a:txBody>
                  <a:tcPr marL="0" marR="0" marT="0" marB="0" anchor="ctr" horzOverflow="overflow">
                    <a:solidFill>
                      <a:schemeClr val="accent1">
                        <a:lumMod val="75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4</a:t>
                      </a:r>
                    </a:p>
                  </a:txBody>
                  <a:tcPr marL="0" marR="0" marT="0" marB="0" anchor="ctr" horzOverflow="overflow">
                    <a:lnR w="38100" cap="flat" cmpd="sng" algn="ctr">
                      <a:solidFill>
                        <a:schemeClr val="tx1"/>
                      </a:solidFill>
                      <a:prstDash val="solid"/>
                      <a:round/>
                      <a:headEnd type="none" w="med" len="med"/>
                      <a:tailEnd type="none" w="med" len="med"/>
                    </a:lnR>
                    <a:solidFill>
                      <a:schemeClr val="accent1">
                        <a:lumMod val="75000"/>
                      </a:schemeClr>
                    </a:solidFill>
                  </a:tcPr>
                </a:tc>
                <a:extLst>
                  <a:ext uri="{0D108BD9-81ED-4DB2-BD59-A6C34878D82A}">
                    <a16:rowId xmlns:a16="http://schemas.microsoft.com/office/drawing/2014/main" val="10004"/>
                  </a:ext>
                </a:extLst>
              </a:tr>
              <a:tr h="1114697">
                <a:tc>
                  <a:txBody>
                    <a:bodyPr/>
                    <a:lstStyle/>
                    <a:p>
                      <a:pPr algn="ct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Prophet</a:t>
                      </a:r>
                    </a:p>
                  </a:txBody>
                  <a:tcPr marL="0" marR="0" marT="0" marB="0" anchor="ctr" horzOverflow="overflow">
                    <a:lnL w="38100" cap="flat" cmpd="sng" algn="ctr">
                      <a:solidFill>
                        <a:schemeClr val="tx1"/>
                      </a:solidFill>
                      <a:prstDash val="solid"/>
                      <a:round/>
                      <a:headEnd type="none" w="med" len="med"/>
                      <a:tailEnd type="none" w="med" len="med"/>
                    </a:lnL>
                    <a:solidFill>
                      <a:schemeClr val="accent1">
                        <a:lumMod val="75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5</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5</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5</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5</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5</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5</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5</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6</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0</a:t>
                      </a:r>
                    </a:p>
                  </a:txBody>
                  <a:tcPr marL="0" marR="0" marT="0" marB="0" anchor="ctr" horzOverflow="overflow">
                    <a:solidFill>
                      <a:schemeClr val="accent1">
                        <a:lumMod val="75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6</a:t>
                      </a:r>
                    </a:p>
                  </a:txBody>
                  <a:tcPr marL="0" marR="0" marT="0" marB="0" anchor="ctr" horzOverflow="overflow">
                    <a:lnR w="38100" cap="flat" cmpd="sng" algn="ctr">
                      <a:solidFill>
                        <a:schemeClr val="tx1"/>
                      </a:solidFill>
                      <a:prstDash val="solid"/>
                      <a:round/>
                      <a:headEnd type="none" w="med" len="med"/>
                      <a:tailEnd type="none" w="med" len="med"/>
                    </a:lnR>
                    <a:solidFill>
                      <a:schemeClr val="accent1">
                        <a:lumMod val="75000"/>
                      </a:schemeClr>
                    </a:solidFill>
                  </a:tcPr>
                </a:tc>
                <a:extLst>
                  <a:ext uri="{0D108BD9-81ED-4DB2-BD59-A6C34878D82A}">
                    <a16:rowId xmlns:a16="http://schemas.microsoft.com/office/drawing/2014/main" val="10005"/>
                  </a:ext>
                </a:extLst>
              </a:tr>
              <a:tr h="1114697">
                <a:tc>
                  <a:txBody>
                    <a:bodyPr/>
                    <a:lstStyle/>
                    <a:p>
                      <a:pPr algn="ct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Baseline Linear Regression</a:t>
                      </a:r>
                    </a:p>
                  </a:txBody>
                  <a:tcPr marL="0" marR="0" marT="0" marB="0" anchor="ctr" horzOverflow="overflow">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1">
                        <a:lumMod val="75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6</a:t>
                      </a:r>
                    </a:p>
                  </a:txBody>
                  <a:tcPr marL="0" marR="0" marT="0" marB="0" anchor="ctr" horzOverflow="overflow">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6</a:t>
                      </a:r>
                    </a:p>
                  </a:txBody>
                  <a:tcPr marL="0" marR="0" marT="0" marB="0" anchor="ctr" horzOverflow="overflow">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6</a:t>
                      </a:r>
                    </a:p>
                  </a:txBody>
                  <a:tcPr marL="0" marR="0" marT="0" marB="0" anchor="ctr" horzOverflow="overflow">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6</a:t>
                      </a:r>
                    </a:p>
                  </a:txBody>
                  <a:tcPr marL="0" marR="0" marT="0" marB="0" anchor="ctr" horzOverflow="overflow">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6</a:t>
                      </a:r>
                    </a:p>
                  </a:txBody>
                  <a:tcPr marL="0" marR="0" marT="0" marB="0" anchor="ctr" horzOverflow="overflow">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6</a:t>
                      </a:r>
                    </a:p>
                  </a:txBody>
                  <a:tcPr marL="0" marR="0" marT="0" marB="0" anchor="ctr" horzOverflow="overflow">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6</a:t>
                      </a:r>
                    </a:p>
                  </a:txBody>
                  <a:tcPr marL="0" marR="0" marT="0" marB="0" anchor="ctr" horzOverflow="overflow">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5</a:t>
                      </a:r>
                    </a:p>
                  </a:txBody>
                  <a:tcPr marL="0" marR="0" marT="0" marB="0" anchor="ctr" horzOverflow="overflow">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0</a:t>
                      </a:r>
                    </a:p>
                  </a:txBody>
                  <a:tcPr marL="0" marR="0" marT="0" marB="0" anchor="ctr" horzOverflow="overflow">
                    <a:lnB w="38100" cap="flat" cmpd="sng" algn="ctr">
                      <a:solidFill>
                        <a:schemeClr val="tx1"/>
                      </a:solidFill>
                      <a:prstDash val="solid"/>
                      <a:round/>
                      <a:headEnd type="none" w="med" len="med"/>
                      <a:tailEnd type="none" w="med" len="med"/>
                    </a:lnB>
                    <a:solidFill>
                      <a:schemeClr val="accent1">
                        <a:lumMod val="75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6</a:t>
                      </a:r>
                    </a:p>
                  </a:txBody>
                  <a:tcPr marL="0" marR="0" marT="0" marB="0" anchor="ctr" horzOverflow="overflow">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6"/>
                  </a:ext>
                </a:extLst>
              </a:tr>
            </a:tbl>
          </a:graphicData>
        </a:graphic>
      </p:graphicFrame>
      <p:sp>
        <p:nvSpPr>
          <p:cNvPr id="2" name="Arrow">
            <a:extLst>
              <a:ext uri="{FF2B5EF4-FFF2-40B4-BE49-F238E27FC236}">
                <a16:creationId xmlns:a16="http://schemas.microsoft.com/office/drawing/2014/main" id="{648F1117-CE76-A5A8-0262-8274E1885BC3}"/>
              </a:ext>
            </a:extLst>
          </p:cNvPr>
          <p:cNvSpPr/>
          <p:nvPr/>
        </p:nvSpPr>
        <p:spPr>
          <a:xfrm>
            <a:off x="12191999" y="11379367"/>
            <a:ext cx="1578065" cy="679091"/>
          </a:xfrm>
          <a:prstGeom prst="rightArrow">
            <a:avLst>
              <a:gd name="adj1" fmla="val 43969"/>
              <a:gd name="adj2" fmla="val 75951"/>
            </a:avLst>
          </a:prstGeom>
          <a:solidFill>
            <a:srgbClr val="FFFFFF"/>
          </a:solidFill>
          <a:ln w="12700">
            <a:miter lim="400000"/>
          </a:ln>
        </p:spPr>
        <p:txBody>
          <a:bodyPr lIns="50800" tIns="50800" rIns="50800" bIns="50800" anchor="ctr"/>
          <a:lstStyle/>
          <a:p>
            <a:pPr algn="ctr" defTabSz="457200">
              <a:spcBef>
                <a:spcPts val="0"/>
              </a:spcBef>
              <a:defRPr sz="3200">
                <a:solidFill>
                  <a:srgbClr val="000000"/>
                </a:solidFill>
                <a:latin typeface="Graphik-Medium"/>
                <a:ea typeface="Graphik-Medium"/>
                <a:cs typeface="Graphik-Medium"/>
                <a:sym typeface="Graphik Medium"/>
              </a:defRPr>
            </a:pPr>
            <a:endParaRPr lang="en-AU"/>
          </a:p>
        </p:txBody>
      </p:sp>
      <p:sp>
        <p:nvSpPr>
          <p:cNvPr id="6" name="5. Results">
            <a:extLst>
              <a:ext uri="{FF2B5EF4-FFF2-40B4-BE49-F238E27FC236}">
                <a16:creationId xmlns:a16="http://schemas.microsoft.com/office/drawing/2014/main" id="{D1310877-613E-D910-6FE3-D92C5F326A73}"/>
              </a:ext>
            </a:extLst>
          </p:cNvPr>
          <p:cNvSpPr txBox="1">
            <a:spLocks/>
          </p:cNvSpPr>
          <p:nvPr/>
        </p:nvSpPr>
        <p:spPr>
          <a:xfrm>
            <a:off x="13770064" y="10825480"/>
            <a:ext cx="6461758" cy="1513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fontScale="85000" lnSpcReduction="10000"/>
          </a:bodyPr>
          <a:lstStyle>
            <a:lvl1pPr marL="0" marR="0" indent="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yriad Set Pro Bold"/>
                <a:ea typeface="Myriad Set Pro Bold"/>
                <a:cs typeface="Myriad Set Pro Bold"/>
                <a:sym typeface="Myriad Set Pro Bold"/>
              </a:defRPr>
            </a:lvl1pPr>
            <a:lvl2pPr marL="0" marR="0" indent="4572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2pPr>
            <a:lvl3pPr marL="0" marR="0" indent="9144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3pPr>
            <a:lvl4pPr marL="0" marR="0" indent="13716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4pPr>
            <a:lvl5pPr marL="0" marR="0" indent="18288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5pPr>
            <a:lvl6pPr marL="0" marR="0" indent="22860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6pPr>
            <a:lvl7pPr marL="0" marR="0" indent="27432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7pPr>
            <a:lvl8pPr marL="0" marR="0" indent="32004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8pPr>
            <a:lvl9pPr marL="0" marR="0" indent="36576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9pPr>
          </a:lstStyle>
          <a:p>
            <a:pPr hangingPunct="1"/>
            <a:r>
              <a:rPr lang="en-US" altLang="zh-CN"/>
              <a:t>Most</a:t>
            </a:r>
            <a:r>
              <a:rPr lang="zh-CN" altLang="en-US"/>
              <a:t> </a:t>
            </a:r>
            <a:r>
              <a:rPr lang="en-US" altLang="zh-CN"/>
              <a:t>Consistent</a:t>
            </a:r>
            <a:endParaRPr lang="en-AU"/>
          </a:p>
        </p:txBody>
      </p:sp>
      <p:sp>
        <p:nvSpPr>
          <p:cNvPr id="5" name="TextBox 4">
            <a:extLst>
              <a:ext uri="{FF2B5EF4-FFF2-40B4-BE49-F238E27FC236}">
                <a16:creationId xmlns:a16="http://schemas.microsoft.com/office/drawing/2014/main" id="{725255F5-7674-DF08-E2AF-19517B4C1EDB}"/>
              </a:ext>
            </a:extLst>
          </p:cNvPr>
          <p:cNvSpPr txBox="1"/>
          <p:nvPr/>
        </p:nvSpPr>
        <p:spPr>
          <a:xfrm rot="10800000" flipV="1">
            <a:off x="1634566" y="12611073"/>
            <a:ext cx="12764971"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Source: Chapter 5, Table A.7, Model Rank Within Each Segment.</a:t>
            </a:r>
            <a:endParaRPr lang="en-GB" sz="2800" b="0" i="0" u="none" strike="noStrike" cap="none" spc="0" normalizeH="0" baseline="0">
              <a:ln>
                <a:noFill/>
              </a:ln>
              <a:solidFill>
                <a:srgbClr val="FFFFFF"/>
              </a:solidFill>
              <a:effectLst/>
              <a:uFillTx/>
              <a:latin typeface="Graphik"/>
              <a:ea typeface="Graphik"/>
              <a:cs typeface="Graphik"/>
            </a:endParaRPr>
          </a:p>
        </p:txBody>
      </p:sp>
      <p:sp>
        <p:nvSpPr>
          <p:cNvPr id="4" name="Rectangle 3">
            <a:extLst>
              <a:ext uri="{FF2B5EF4-FFF2-40B4-BE49-F238E27FC236}">
                <a16:creationId xmlns:a16="http://schemas.microsoft.com/office/drawing/2014/main" id="{D6CFBE5D-38B4-76CA-55EB-66DACE7453D4}"/>
              </a:ext>
            </a:extLst>
          </p:cNvPr>
          <p:cNvSpPr/>
          <p:nvPr/>
        </p:nvSpPr>
        <p:spPr>
          <a:xfrm>
            <a:off x="19061313" y="2639074"/>
            <a:ext cx="4028623" cy="8492603"/>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grpSp>
        <p:nvGrpSpPr>
          <p:cNvPr id="7" name="Group 6">
            <a:extLst>
              <a:ext uri="{FF2B5EF4-FFF2-40B4-BE49-F238E27FC236}">
                <a16:creationId xmlns:a16="http://schemas.microsoft.com/office/drawing/2014/main" id="{6AB39598-0131-C3B0-8E4D-7325613D9797}"/>
              </a:ext>
            </a:extLst>
          </p:cNvPr>
          <p:cNvGrpSpPr/>
          <p:nvPr/>
        </p:nvGrpSpPr>
        <p:grpSpPr>
          <a:xfrm>
            <a:off x="18692128" y="2255247"/>
            <a:ext cx="984528" cy="862170"/>
            <a:chOff x="1302693" y="2464017"/>
            <a:chExt cx="756000" cy="756000"/>
          </a:xfrm>
        </p:grpSpPr>
        <p:sp>
          <p:nvSpPr>
            <p:cNvPr id="8" name="Oval 7">
              <a:extLst>
                <a:ext uri="{FF2B5EF4-FFF2-40B4-BE49-F238E27FC236}">
                  <a16:creationId xmlns:a16="http://schemas.microsoft.com/office/drawing/2014/main" id="{E602885A-3D50-C5DF-E0E1-38C221BF8FC4}"/>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9" name="Graphic 8" descr="Radio microphone with solid fill">
              <a:extLst>
                <a:ext uri="{FF2B5EF4-FFF2-40B4-BE49-F238E27FC236}">
                  <a16:creationId xmlns:a16="http://schemas.microsoft.com/office/drawing/2014/main" id="{7434DE83-0851-0603-9E05-6AACEDFD18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2693" y="2554017"/>
              <a:ext cx="576000" cy="576000"/>
            </a:xfrm>
            <a:prstGeom prst="rect">
              <a:avLst/>
            </a:prstGeom>
          </p:spPr>
        </p:pic>
      </p:grpSp>
      <p:pic>
        <p:nvPicPr>
          <p:cNvPr id="10" name="Camera 9">
            <a:extLst>
              <a:ext uri="{FF2B5EF4-FFF2-40B4-BE49-F238E27FC236}">
                <a16:creationId xmlns:a16="http://schemas.microsoft.com/office/drawing/2014/main" id="{8CB902E6-CFE4-6C9C-5E86-FE133F54DBC1}"/>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4"/>
              </a:ext>
            </a:extLst>
          </a:blip>
          <a:stretch>
            <a:fillRect/>
          </a:stretch>
        </p:blipFill>
        <p:spPr>
          <a:xfrm>
            <a:off x="21131408" y="26271"/>
            <a:ext cx="3227539" cy="3227539"/>
          </a:xfrm>
          <a:prstGeom prst="ellipse">
            <a:avLst/>
          </a:prstGeom>
          <a:ln>
            <a:noFill/>
          </a:ln>
          <a:effectLst>
            <a:outerShdw blurRad="190500" algn="tl" rotWithShape="0">
              <a:srgbClr val="000000">
                <a:alpha val="30000"/>
              </a:srgbClr>
            </a:outerShdw>
          </a:effectLst>
        </p:spPr>
      </p:pic>
    </p:spTree>
    <p:extLst>
      <p:ext uri="{BB962C8B-B14F-4D97-AF65-F5344CB8AC3E}">
        <p14:creationId xmlns:p14="http://schemas.microsoft.com/office/powerpoint/2010/main" val="911311925"/>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27A62-2D21-135C-0D04-4C491A500DD9}"/>
            </a:ext>
          </a:extLst>
        </p:cNvPr>
        <p:cNvGrpSpPr/>
        <p:nvPr/>
      </p:nvGrpSpPr>
      <p:grpSpPr>
        <a:xfrm>
          <a:off x="0" y="0"/>
          <a:ext cx="0" cy="0"/>
          <a:chOff x="0" y="0"/>
          <a:chExt cx="0" cy="0"/>
        </a:xfrm>
      </p:grpSpPr>
      <p:sp>
        <p:nvSpPr>
          <p:cNvPr id="272" name="LightGBM:  Most Consistent">
            <a:extLst>
              <a:ext uri="{FF2B5EF4-FFF2-40B4-BE49-F238E27FC236}">
                <a16:creationId xmlns:a16="http://schemas.microsoft.com/office/drawing/2014/main" id="{D6453339-9765-0415-F5EB-CF00754C904B}"/>
              </a:ext>
            </a:extLst>
          </p:cNvPr>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t>LightGBM:  Most Consistent</a:t>
            </a:r>
          </a:p>
        </p:txBody>
      </p:sp>
      <p:sp>
        <p:nvSpPr>
          <p:cNvPr id="273" name="Operational Conditions">
            <a:extLst>
              <a:ext uri="{FF2B5EF4-FFF2-40B4-BE49-F238E27FC236}">
                <a16:creationId xmlns:a16="http://schemas.microsoft.com/office/drawing/2014/main" id="{8A30434B-BAFA-5FFC-912F-ADA325EDE584}"/>
              </a:ext>
            </a:extLst>
          </p:cNvPr>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t>Operational Conditions</a:t>
            </a:r>
          </a:p>
        </p:txBody>
      </p:sp>
      <p:sp>
        <p:nvSpPr>
          <p:cNvPr id="274" name="The most consistent across operational conditions">
            <a:extLst>
              <a:ext uri="{FF2B5EF4-FFF2-40B4-BE49-F238E27FC236}">
                <a16:creationId xmlns:a16="http://schemas.microsoft.com/office/drawing/2014/main" id="{1E769A0B-5E0F-C95E-354A-E73E443C31B7}"/>
              </a:ext>
            </a:extLst>
          </p:cNvPr>
          <p:cNvSpPr txBox="1">
            <a:spLocks noGrp="1"/>
          </p:cNvSpPr>
          <p:nvPr>
            <p:ph type="body" sz="quarter" idx="4294967295"/>
          </p:nvPr>
        </p:nvSpPr>
        <p:spPr>
          <a:xfrm>
            <a:off x="1510580" y="11107614"/>
            <a:ext cx="11592368" cy="1513840"/>
          </a:xfrm>
          <a:prstGeom prst="rect">
            <a:avLst/>
          </a:prstGeom>
        </p:spPr>
        <p:txBody>
          <a:bodyPr>
            <a:normAutofit/>
          </a:bodyPr>
          <a:lstStyle>
            <a:lvl1pPr marL="640291" indent="-640291" defTabSz="825500">
              <a:defRPr sz="5500" spc="-55">
                <a:latin typeface="Myriad Set Pro Text"/>
                <a:ea typeface="Myriad Set Pro Text"/>
                <a:cs typeface="Myriad Set Pro Text"/>
                <a:sym typeface="Myriad Set Pro Text"/>
              </a:defRPr>
            </a:lvl1pPr>
          </a:lstStyle>
          <a:p>
            <a:pPr marL="360000" indent="-360000">
              <a:spcBef>
                <a:spcPts val="0"/>
              </a:spcBef>
            </a:pPr>
            <a:r>
              <a:rPr lang="en-US" altLang="zh-CN" sz="3600"/>
              <a:t>Ranked</a:t>
            </a:r>
            <a:r>
              <a:rPr lang="zh-CN" altLang="en-US" sz="3600"/>
              <a:t> </a:t>
            </a:r>
            <a:r>
              <a:rPr lang="en-US" altLang="zh-CN" sz="3600"/>
              <a:t>1</a:t>
            </a:r>
            <a:r>
              <a:rPr lang="en-US" altLang="zh-CN" sz="3600" baseline="30000"/>
              <a:t>st</a:t>
            </a:r>
            <a:r>
              <a:rPr lang="zh-CN" altLang="en-US" sz="3600"/>
              <a:t> </a:t>
            </a:r>
            <a:r>
              <a:rPr lang="en-US" altLang="zh-CN" sz="3600"/>
              <a:t>:</a:t>
            </a:r>
            <a:r>
              <a:rPr lang="zh-CN" altLang="en-US" sz="3600"/>
              <a:t>  </a:t>
            </a:r>
            <a:r>
              <a:rPr lang="en-US" altLang="zh-CN" sz="3600"/>
              <a:t>Gained</a:t>
            </a:r>
            <a:r>
              <a:rPr lang="zh-CN" altLang="en-US" sz="3600"/>
              <a:t> </a:t>
            </a:r>
            <a:r>
              <a:rPr lang="en-US" altLang="zh-CN" sz="3600"/>
              <a:t>5</a:t>
            </a:r>
            <a:r>
              <a:rPr lang="zh-CN" altLang="en-US" sz="3600"/>
              <a:t> </a:t>
            </a:r>
            <a:r>
              <a:rPr lang="en-US" altLang="zh-CN" sz="3600"/>
              <a:t>out</a:t>
            </a:r>
            <a:r>
              <a:rPr lang="zh-CN" altLang="en-US" sz="3600"/>
              <a:t> </a:t>
            </a:r>
            <a:r>
              <a:rPr lang="en-US" altLang="zh-CN" sz="3600"/>
              <a:t>of</a:t>
            </a:r>
            <a:r>
              <a:rPr lang="zh-CN" altLang="en-US" sz="3600"/>
              <a:t> </a:t>
            </a:r>
            <a:r>
              <a:rPr lang="en-US" altLang="zh-CN" sz="3600"/>
              <a:t>8</a:t>
            </a:r>
            <a:r>
              <a:rPr lang="zh-CN" altLang="en-US" sz="3600"/>
              <a:t> </a:t>
            </a:r>
            <a:r>
              <a:rPr lang="en-US" altLang="zh-CN" sz="3600"/>
              <a:t>operational</a:t>
            </a:r>
            <a:r>
              <a:rPr lang="zh-CN" altLang="en-US" sz="3600"/>
              <a:t> </a:t>
            </a:r>
            <a:r>
              <a:rPr lang="en-US" altLang="zh-CN" sz="3600"/>
              <a:t>conditions</a:t>
            </a:r>
          </a:p>
          <a:p>
            <a:pPr marL="360000" indent="-360000">
              <a:spcBef>
                <a:spcPts val="0"/>
              </a:spcBef>
            </a:pPr>
            <a:r>
              <a:rPr lang="en-US" altLang="zh-CN" sz="3600"/>
              <a:t>Worse</a:t>
            </a:r>
            <a:r>
              <a:rPr lang="zh-CN" altLang="en-US" sz="3600"/>
              <a:t> </a:t>
            </a:r>
            <a:r>
              <a:rPr lang="en-US" altLang="zh-CN" sz="3600"/>
              <a:t>Rank:</a:t>
            </a:r>
            <a:r>
              <a:rPr lang="zh-CN" altLang="en-US" sz="3600"/>
              <a:t>  </a:t>
            </a:r>
            <a:r>
              <a:rPr lang="en-US" altLang="zh-CN" sz="3600"/>
              <a:t>Never</a:t>
            </a:r>
            <a:r>
              <a:rPr lang="zh-CN" altLang="en-US" sz="3600"/>
              <a:t> </a:t>
            </a:r>
            <a:r>
              <a:rPr lang="en-US" altLang="zh-CN" sz="3600"/>
              <a:t>worse</a:t>
            </a:r>
            <a:r>
              <a:rPr lang="zh-CN" altLang="en-US" sz="3600"/>
              <a:t> </a:t>
            </a:r>
            <a:r>
              <a:rPr lang="en-US" altLang="zh-CN" sz="3600"/>
              <a:t>than</a:t>
            </a:r>
            <a:r>
              <a:rPr lang="zh-CN" altLang="en-US" sz="3600"/>
              <a:t> </a:t>
            </a:r>
            <a:r>
              <a:rPr lang="en-US" altLang="zh-CN" sz="3600"/>
              <a:t>2</a:t>
            </a:r>
            <a:r>
              <a:rPr lang="en-US" altLang="zh-CN" sz="3600" baseline="30000"/>
              <a:t>nd</a:t>
            </a:r>
            <a:r>
              <a:rPr lang="zh-CN" altLang="en-US" sz="3600"/>
              <a:t> </a:t>
            </a:r>
            <a:r>
              <a:rPr lang="en-US" altLang="zh-CN" sz="3600"/>
              <a:t>place</a:t>
            </a:r>
            <a:endParaRPr lang="en-AU" sz="3600"/>
          </a:p>
        </p:txBody>
      </p:sp>
      <p:graphicFrame>
        <p:nvGraphicFramePr>
          <p:cNvPr id="275" name="Table 1">
            <a:extLst>
              <a:ext uri="{FF2B5EF4-FFF2-40B4-BE49-F238E27FC236}">
                <a16:creationId xmlns:a16="http://schemas.microsoft.com/office/drawing/2014/main" id="{042831A4-AA4B-0F93-E462-7A5E7AACD31A}"/>
              </a:ext>
            </a:extLst>
          </p:cNvPr>
          <p:cNvGraphicFramePr/>
          <p:nvPr/>
        </p:nvGraphicFramePr>
        <p:xfrm>
          <a:off x="1513840" y="3093923"/>
          <a:ext cx="21356319" cy="7831907"/>
        </p:xfrm>
        <a:graphic>
          <a:graphicData uri="http://schemas.openxmlformats.org/drawingml/2006/table">
            <a:tbl>
              <a:tblPr>
                <a:tableStyleId>{4C3C2611-4C71-4FC5-86AE-919BDF0F9419}</a:tableStyleId>
              </a:tblPr>
              <a:tblGrid>
                <a:gridCol w="3637279">
                  <a:extLst>
                    <a:ext uri="{9D8B030D-6E8A-4147-A177-3AD203B41FA5}">
                      <a16:colId xmlns:a16="http://schemas.microsoft.com/office/drawing/2014/main" val="20000"/>
                    </a:ext>
                  </a:extLst>
                </a:gridCol>
                <a:gridCol w="1869440">
                  <a:extLst>
                    <a:ext uri="{9D8B030D-6E8A-4147-A177-3AD203B41FA5}">
                      <a16:colId xmlns:a16="http://schemas.microsoft.com/office/drawing/2014/main" val="20001"/>
                    </a:ext>
                  </a:extLst>
                </a:gridCol>
                <a:gridCol w="1950720">
                  <a:extLst>
                    <a:ext uri="{9D8B030D-6E8A-4147-A177-3AD203B41FA5}">
                      <a16:colId xmlns:a16="http://schemas.microsoft.com/office/drawing/2014/main" val="20002"/>
                    </a:ext>
                  </a:extLst>
                </a:gridCol>
                <a:gridCol w="1620277">
                  <a:extLst>
                    <a:ext uri="{9D8B030D-6E8A-4147-A177-3AD203B41FA5}">
                      <a16:colId xmlns:a16="http://schemas.microsoft.com/office/drawing/2014/main" val="20003"/>
                    </a:ext>
                  </a:extLst>
                </a:gridCol>
                <a:gridCol w="1620106">
                  <a:extLst>
                    <a:ext uri="{9D8B030D-6E8A-4147-A177-3AD203B41FA5}">
                      <a16:colId xmlns:a16="http://schemas.microsoft.com/office/drawing/2014/main" val="20004"/>
                    </a:ext>
                  </a:extLst>
                </a:gridCol>
                <a:gridCol w="1342118">
                  <a:extLst>
                    <a:ext uri="{9D8B030D-6E8A-4147-A177-3AD203B41FA5}">
                      <a16:colId xmlns:a16="http://schemas.microsoft.com/office/drawing/2014/main" val="20005"/>
                    </a:ext>
                  </a:extLst>
                </a:gridCol>
                <a:gridCol w="1554139">
                  <a:extLst>
                    <a:ext uri="{9D8B030D-6E8A-4147-A177-3AD203B41FA5}">
                      <a16:colId xmlns:a16="http://schemas.microsoft.com/office/drawing/2014/main" val="20006"/>
                    </a:ext>
                  </a:extLst>
                </a:gridCol>
                <a:gridCol w="2032000">
                  <a:extLst>
                    <a:ext uri="{9D8B030D-6E8A-4147-A177-3AD203B41FA5}">
                      <a16:colId xmlns:a16="http://schemas.microsoft.com/office/drawing/2014/main" val="20007"/>
                    </a:ext>
                  </a:extLst>
                </a:gridCol>
                <a:gridCol w="2055506">
                  <a:extLst>
                    <a:ext uri="{9D8B030D-6E8A-4147-A177-3AD203B41FA5}">
                      <a16:colId xmlns:a16="http://schemas.microsoft.com/office/drawing/2014/main" val="20008"/>
                    </a:ext>
                  </a:extLst>
                </a:gridCol>
                <a:gridCol w="1848180">
                  <a:extLst>
                    <a:ext uri="{9D8B030D-6E8A-4147-A177-3AD203B41FA5}">
                      <a16:colId xmlns:a16="http://schemas.microsoft.com/office/drawing/2014/main" val="20009"/>
                    </a:ext>
                  </a:extLst>
                </a:gridCol>
                <a:gridCol w="1826554">
                  <a:extLst>
                    <a:ext uri="{9D8B030D-6E8A-4147-A177-3AD203B41FA5}">
                      <a16:colId xmlns:a16="http://schemas.microsoft.com/office/drawing/2014/main" val="20010"/>
                    </a:ext>
                  </a:extLst>
                </a:gridCol>
              </a:tblGrid>
              <a:tr h="1114697">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Model Name</a:t>
                      </a:r>
                    </a:p>
                  </a:txBody>
                  <a:tcPr marL="0" marR="0" marT="0" marB="0" anchor="ctr" horzOverflow="overflow">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Summer</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Autumn</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Winter</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Spring</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18 ºC +</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Below 18 ºC</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School Term</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School Holiday</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Times </a:t>
                      </a:r>
                      <a:endParaRPr lang="en-AU" sz="3200">
                        <a:solidFill>
                          <a:srgbClr val="FFFFFF"/>
                        </a:solidFill>
                        <a:latin typeface="Myriad Set Pro Bold"/>
                        <a:ea typeface="Myriad Set Pro Bold"/>
                        <a:cs typeface="Myriad Set Pro Bold"/>
                        <a:sym typeface="Myriad Set Pro Bold"/>
                      </a:endParaRPr>
                    </a:p>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first</a:t>
                      </a:r>
                    </a:p>
                  </a:txBody>
                  <a:tcPr marL="0" marR="0" marT="0" marB="0" anchor="ctr" horzOverflow="overflow">
                    <a:lnT w="38100" cap="flat" cmpd="sng" algn="ctr">
                      <a:solidFill>
                        <a:schemeClr val="tx1"/>
                      </a:solidFill>
                      <a:prstDash val="solid"/>
                      <a:round/>
                      <a:headEnd type="none" w="med" len="med"/>
                      <a:tailEnd type="none" w="med" len="med"/>
                    </a:lnT>
                    <a:solidFill>
                      <a:schemeClr val="accent1">
                        <a:lumMod val="75000"/>
                      </a:schemeClr>
                    </a:solidFill>
                  </a:tcPr>
                </a:tc>
                <a:tc>
                  <a:txBody>
                    <a:bodyPr/>
                    <a:lstStyle/>
                    <a:p>
                      <a:pPr defTabSz="457200">
                        <a:defRPr sz="1800">
                          <a:solidFill>
                            <a:srgbClr val="000000"/>
                          </a:solidFill>
                        </a:defRPr>
                      </a:pPr>
                      <a:r>
                        <a:rPr sz="3200">
                          <a:solidFill>
                            <a:srgbClr val="FFFFFF"/>
                          </a:solidFill>
                          <a:latin typeface="Myriad Set Pro Bold"/>
                          <a:ea typeface="Myriad Set Pro Bold"/>
                          <a:cs typeface="Myriad Set Pro Bold"/>
                          <a:sym typeface="Myriad Set Pro Bold"/>
                        </a:rPr>
                        <a:t>Worst rank</a:t>
                      </a:r>
                    </a:p>
                  </a:txBody>
                  <a:tcPr marL="0" marR="0" marT="0" marB="0" anchor="ctr" horzOverflow="overflow">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1">
                        <a:lumMod val="75000"/>
                      </a:schemeClr>
                    </a:solidFill>
                  </a:tcPr>
                </a:tc>
                <a:extLst>
                  <a:ext uri="{0D108BD9-81ED-4DB2-BD59-A6C34878D82A}">
                    <a16:rowId xmlns:a16="http://schemas.microsoft.com/office/drawing/2014/main" val="10000"/>
                  </a:ext>
                </a:extLst>
              </a:tr>
              <a:tr h="1114697">
                <a:tc>
                  <a:txBody>
                    <a:bodyPr/>
                    <a:lstStyle/>
                    <a:p>
                      <a:pPr algn="ct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LightGBM</a:t>
                      </a:r>
                    </a:p>
                  </a:txBody>
                  <a:tcPr marL="0" marR="0" marT="0" marB="0" anchor="ctr" horzOverflow="overflow">
                    <a:lnL w="38100" cap="flat" cmpd="sng" algn="ctr">
                      <a:solidFill>
                        <a:schemeClr val="tx1"/>
                      </a:solidFill>
                      <a:prstDash val="solid"/>
                      <a:round/>
                      <a:headEnd type="none" w="med" len="med"/>
                      <a:tailEnd type="none" w="med" len="med"/>
                    </a:lnL>
                    <a:solidFill>
                      <a:schemeClr val="accent1">
                        <a:lumMod val="75000"/>
                      </a:schemeClr>
                    </a:solidFill>
                  </a:tcPr>
                </a:tc>
                <a:tc>
                  <a:txBody>
                    <a:bodyPr/>
                    <a:lstStyle/>
                    <a:p>
                      <a:pPr defTabSz="457200">
                        <a:defRPr sz="1800">
                          <a:solidFill>
                            <a:srgbClr val="000000"/>
                          </a:solidFill>
                        </a:defRPr>
                      </a:pPr>
                      <a:r>
                        <a:rPr lang="en-US" sz="3200">
                          <a:solidFill>
                            <a:srgbClr val="FF0000"/>
                          </a:solidFill>
                          <a:latin typeface="Myriad Set Pro Bold"/>
                          <a:ea typeface="Myriad Set Pro Bold"/>
                          <a:cs typeface="Myriad Set Pro Bold"/>
                          <a:sym typeface="Myriad Set Pro Bold"/>
                        </a:rPr>
                        <a:t>1</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0000"/>
                          </a:solidFill>
                          <a:latin typeface="Myriad Set Pro Bold"/>
                          <a:ea typeface="Myriad Set Pro Bold"/>
                          <a:cs typeface="Myriad Set Pro Bold"/>
                          <a:sym typeface="Myriad Set Pro Bold"/>
                        </a:rPr>
                        <a:t>1</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0000"/>
                          </a:solidFill>
                          <a:latin typeface="Myriad Set Pro Bold"/>
                          <a:ea typeface="Myriad Set Pro Bold"/>
                          <a:cs typeface="Myriad Set Pro Bold"/>
                          <a:sym typeface="Myriad Set Pro Bold"/>
                        </a:rPr>
                        <a:t>1</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2</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0000"/>
                          </a:solidFill>
                          <a:latin typeface="Myriad Set Pro Bold"/>
                          <a:ea typeface="Myriad Set Pro Bold"/>
                          <a:cs typeface="Myriad Set Pro Bold"/>
                          <a:sym typeface="Myriad Set Pro Bold"/>
                        </a:rPr>
                        <a:t>1</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2</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2</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0000"/>
                          </a:solidFill>
                          <a:latin typeface="Myriad Set Pro Bold"/>
                          <a:ea typeface="Myriad Set Pro Bold"/>
                          <a:cs typeface="Myriad Set Pro Bold"/>
                          <a:sym typeface="Myriad Set Pro Bold"/>
                        </a:rPr>
                        <a:t>1</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5</a:t>
                      </a:r>
                    </a:p>
                  </a:txBody>
                  <a:tcPr marL="0" marR="0" marT="0" marB="0" anchor="ctr" horzOverflow="overflow">
                    <a:solidFill>
                      <a:schemeClr val="accent1">
                        <a:lumMod val="75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2</a:t>
                      </a:r>
                    </a:p>
                  </a:txBody>
                  <a:tcPr marL="0" marR="0" marT="0" marB="0" anchor="ctr" horzOverflow="overflow">
                    <a:lnR w="38100" cap="flat" cmpd="sng" algn="ctr">
                      <a:solidFill>
                        <a:schemeClr val="tx1"/>
                      </a:solidFill>
                      <a:prstDash val="solid"/>
                      <a:round/>
                      <a:headEnd type="none" w="med" len="med"/>
                      <a:tailEnd type="none" w="med" len="med"/>
                    </a:lnR>
                    <a:solidFill>
                      <a:schemeClr val="accent1">
                        <a:lumMod val="75000"/>
                      </a:schemeClr>
                    </a:solidFill>
                  </a:tcPr>
                </a:tc>
                <a:extLst>
                  <a:ext uri="{0D108BD9-81ED-4DB2-BD59-A6C34878D82A}">
                    <a16:rowId xmlns:a16="http://schemas.microsoft.com/office/drawing/2014/main" val="10001"/>
                  </a:ext>
                </a:extLst>
              </a:tr>
              <a:tr h="1143725">
                <a:tc>
                  <a:txBody>
                    <a:bodyPr/>
                    <a:lstStyle/>
                    <a:p>
                      <a:pPr algn="ct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LSTM</a:t>
                      </a:r>
                    </a:p>
                  </a:txBody>
                  <a:tcPr marL="0" marR="0" marT="0" marB="0" anchor="ctr" horzOverflow="overflow">
                    <a:lnL w="38100" cap="flat" cmpd="sng" algn="ctr">
                      <a:solidFill>
                        <a:schemeClr val="tx1"/>
                      </a:solidFill>
                      <a:prstDash val="solid"/>
                      <a:round/>
                      <a:headEnd type="none" w="med" len="med"/>
                      <a:tailEnd type="none" w="med" len="med"/>
                    </a:lnL>
                    <a:solidFill>
                      <a:schemeClr val="accent1">
                        <a:lumMod val="75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2</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4</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4</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1</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2</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3</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1</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4</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2</a:t>
                      </a:r>
                    </a:p>
                  </a:txBody>
                  <a:tcPr marL="0" marR="0" marT="0" marB="0" anchor="ctr" horzOverflow="overflow">
                    <a:solidFill>
                      <a:schemeClr val="accent1">
                        <a:lumMod val="75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4</a:t>
                      </a:r>
                    </a:p>
                  </a:txBody>
                  <a:tcPr marL="0" marR="0" marT="0" marB="0" anchor="ctr" horzOverflow="overflow">
                    <a:lnR w="38100" cap="flat" cmpd="sng" algn="ctr">
                      <a:solidFill>
                        <a:schemeClr val="tx1"/>
                      </a:solidFill>
                      <a:prstDash val="solid"/>
                      <a:round/>
                      <a:headEnd type="none" w="med" len="med"/>
                      <a:tailEnd type="none" w="med" len="med"/>
                    </a:lnR>
                    <a:solidFill>
                      <a:schemeClr val="accent1">
                        <a:lumMod val="75000"/>
                      </a:schemeClr>
                    </a:solidFill>
                  </a:tcPr>
                </a:tc>
                <a:extLst>
                  <a:ext uri="{0D108BD9-81ED-4DB2-BD59-A6C34878D82A}">
                    <a16:rowId xmlns:a16="http://schemas.microsoft.com/office/drawing/2014/main" val="10002"/>
                  </a:ext>
                </a:extLst>
              </a:tr>
              <a:tr h="1114697">
                <a:tc>
                  <a:txBody>
                    <a:bodyPr/>
                    <a:lstStyle/>
                    <a:p>
                      <a:pPr algn="ctr" defTabSz="457200">
                        <a:defRPr sz="1800">
                          <a:solidFill>
                            <a:srgbClr val="000000"/>
                          </a:solidFill>
                        </a:defRPr>
                      </a:pPr>
                      <a:r>
                        <a:rPr lang="en-US" sz="3200" err="1">
                          <a:solidFill>
                            <a:srgbClr val="FFFFFF"/>
                          </a:solidFill>
                          <a:latin typeface="Myriad Set Pro Bold"/>
                          <a:ea typeface="Myriad Set Pro Bold"/>
                          <a:cs typeface="Myriad Set Pro Bold"/>
                          <a:sym typeface="Myriad Set Pro Bold"/>
                        </a:rPr>
                        <a:t>XGBoost</a:t>
                      </a:r>
                      <a:endParaRPr lang="en-US" sz="3200">
                        <a:solidFill>
                          <a:srgbClr val="FFFFFF"/>
                        </a:solidFill>
                        <a:latin typeface="Myriad Set Pro Bold"/>
                        <a:ea typeface="Myriad Set Pro Bold"/>
                        <a:cs typeface="Myriad Set Pro Bold"/>
                        <a:sym typeface="Myriad Set Pro Bold"/>
                      </a:endParaRPr>
                    </a:p>
                  </a:txBody>
                  <a:tcPr marL="0" marR="0" marT="0" marB="0" anchor="ctr" horzOverflow="overflow">
                    <a:lnL w="38100" cap="flat" cmpd="sng" algn="ctr">
                      <a:solidFill>
                        <a:schemeClr val="tx1"/>
                      </a:solidFill>
                      <a:prstDash val="solid"/>
                      <a:round/>
                      <a:headEnd type="none" w="med" len="med"/>
                      <a:tailEnd type="none" w="med" len="med"/>
                    </a:lnL>
                    <a:solidFill>
                      <a:schemeClr val="accent1">
                        <a:lumMod val="75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3</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2</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2</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3</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3</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1</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3</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2</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1</a:t>
                      </a:r>
                    </a:p>
                  </a:txBody>
                  <a:tcPr marL="0" marR="0" marT="0" marB="0" anchor="ctr" horzOverflow="overflow">
                    <a:solidFill>
                      <a:schemeClr val="accent1">
                        <a:lumMod val="75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3</a:t>
                      </a:r>
                    </a:p>
                  </a:txBody>
                  <a:tcPr marL="0" marR="0" marT="0" marB="0" anchor="ctr" horzOverflow="overflow">
                    <a:lnR w="38100" cap="flat" cmpd="sng" algn="ctr">
                      <a:solidFill>
                        <a:schemeClr val="tx1"/>
                      </a:solidFill>
                      <a:prstDash val="solid"/>
                      <a:round/>
                      <a:headEnd type="none" w="med" len="med"/>
                      <a:tailEnd type="none" w="med" len="med"/>
                    </a:lnR>
                    <a:solidFill>
                      <a:schemeClr val="accent1">
                        <a:lumMod val="75000"/>
                      </a:schemeClr>
                    </a:solidFill>
                  </a:tcPr>
                </a:tc>
                <a:extLst>
                  <a:ext uri="{0D108BD9-81ED-4DB2-BD59-A6C34878D82A}">
                    <a16:rowId xmlns:a16="http://schemas.microsoft.com/office/drawing/2014/main" val="10003"/>
                  </a:ext>
                </a:extLst>
              </a:tr>
              <a:tr h="1114697">
                <a:tc>
                  <a:txBody>
                    <a:bodyPr/>
                    <a:lstStyle/>
                    <a:p>
                      <a:pPr algn="ct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Random Forest</a:t>
                      </a:r>
                    </a:p>
                  </a:txBody>
                  <a:tcPr marL="0" marR="0" marT="0" marB="0" anchor="ctr" horzOverflow="overflow">
                    <a:lnL w="38100" cap="flat" cmpd="sng" algn="ctr">
                      <a:solidFill>
                        <a:schemeClr val="tx1"/>
                      </a:solidFill>
                      <a:prstDash val="solid"/>
                      <a:round/>
                      <a:headEnd type="none" w="med" len="med"/>
                      <a:tailEnd type="none" w="med" len="med"/>
                    </a:lnL>
                    <a:solidFill>
                      <a:schemeClr val="accent1">
                        <a:lumMod val="75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4</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3</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3</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4</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4</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4</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4</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3</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0</a:t>
                      </a:r>
                    </a:p>
                  </a:txBody>
                  <a:tcPr marL="0" marR="0" marT="0" marB="0" anchor="ctr" horzOverflow="overflow">
                    <a:solidFill>
                      <a:schemeClr val="accent1">
                        <a:lumMod val="75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4</a:t>
                      </a:r>
                    </a:p>
                  </a:txBody>
                  <a:tcPr marL="0" marR="0" marT="0" marB="0" anchor="ctr" horzOverflow="overflow">
                    <a:lnR w="38100" cap="flat" cmpd="sng" algn="ctr">
                      <a:solidFill>
                        <a:schemeClr val="tx1"/>
                      </a:solidFill>
                      <a:prstDash val="solid"/>
                      <a:round/>
                      <a:headEnd type="none" w="med" len="med"/>
                      <a:tailEnd type="none" w="med" len="med"/>
                    </a:lnR>
                    <a:solidFill>
                      <a:schemeClr val="accent1">
                        <a:lumMod val="75000"/>
                      </a:schemeClr>
                    </a:solidFill>
                  </a:tcPr>
                </a:tc>
                <a:extLst>
                  <a:ext uri="{0D108BD9-81ED-4DB2-BD59-A6C34878D82A}">
                    <a16:rowId xmlns:a16="http://schemas.microsoft.com/office/drawing/2014/main" val="10004"/>
                  </a:ext>
                </a:extLst>
              </a:tr>
              <a:tr h="1114697">
                <a:tc>
                  <a:txBody>
                    <a:bodyPr/>
                    <a:lstStyle/>
                    <a:p>
                      <a:pPr algn="ct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Prophet</a:t>
                      </a:r>
                    </a:p>
                  </a:txBody>
                  <a:tcPr marL="0" marR="0" marT="0" marB="0" anchor="ctr" horzOverflow="overflow">
                    <a:lnL w="38100" cap="flat" cmpd="sng" algn="ctr">
                      <a:solidFill>
                        <a:schemeClr val="tx1"/>
                      </a:solidFill>
                      <a:prstDash val="solid"/>
                      <a:round/>
                      <a:headEnd type="none" w="med" len="med"/>
                      <a:tailEnd type="none" w="med" len="med"/>
                    </a:lnL>
                    <a:solidFill>
                      <a:schemeClr val="accent1">
                        <a:lumMod val="75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5</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5</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5</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5</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5</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5</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5</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6</a:t>
                      </a:r>
                    </a:p>
                  </a:txBody>
                  <a:tcPr marL="0" marR="0" marT="0" marB="0" anchor="ctr" horzOverflow="overflow">
                    <a:solidFill>
                      <a:schemeClr val="bg2">
                        <a:lumMod val="20000"/>
                        <a:lumOff val="80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0</a:t>
                      </a:r>
                    </a:p>
                  </a:txBody>
                  <a:tcPr marL="0" marR="0" marT="0" marB="0" anchor="ctr" horzOverflow="overflow">
                    <a:solidFill>
                      <a:schemeClr val="accent1">
                        <a:lumMod val="75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6</a:t>
                      </a:r>
                    </a:p>
                  </a:txBody>
                  <a:tcPr marL="0" marR="0" marT="0" marB="0" anchor="ctr" horzOverflow="overflow">
                    <a:lnR w="38100" cap="flat" cmpd="sng" algn="ctr">
                      <a:solidFill>
                        <a:schemeClr val="tx1"/>
                      </a:solidFill>
                      <a:prstDash val="solid"/>
                      <a:round/>
                      <a:headEnd type="none" w="med" len="med"/>
                      <a:tailEnd type="none" w="med" len="med"/>
                    </a:lnR>
                    <a:solidFill>
                      <a:schemeClr val="accent1">
                        <a:lumMod val="75000"/>
                      </a:schemeClr>
                    </a:solidFill>
                  </a:tcPr>
                </a:tc>
                <a:extLst>
                  <a:ext uri="{0D108BD9-81ED-4DB2-BD59-A6C34878D82A}">
                    <a16:rowId xmlns:a16="http://schemas.microsoft.com/office/drawing/2014/main" val="10005"/>
                  </a:ext>
                </a:extLst>
              </a:tr>
              <a:tr h="1114697">
                <a:tc>
                  <a:txBody>
                    <a:bodyPr/>
                    <a:lstStyle/>
                    <a:p>
                      <a:pPr algn="ct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Baseline Linear Regression</a:t>
                      </a:r>
                    </a:p>
                  </a:txBody>
                  <a:tcPr marL="0" marR="0" marT="0" marB="0" anchor="ctr" horzOverflow="overflow">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1">
                        <a:lumMod val="75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6</a:t>
                      </a:r>
                    </a:p>
                  </a:txBody>
                  <a:tcPr marL="0" marR="0" marT="0" marB="0" anchor="ctr" horzOverflow="overflow">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6</a:t>
                      </a:r>
                    </a:p>
                  </a:txBody>
                  <a:tcPr marL="0" marR="0" marT="0" marB="0" anchor="ctr" horzOverflow="overflow">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6</a:t>
                      </a:r>
                    </a:p>
                  </a:txBody>
                  <a:tcPr marL="0" marR="0" marT="0" marB="0" anchor="ctr" horzOverflow="overflow">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6</a:t>
                      </a:r>
                    </a:p>
                  </a:txBody>
                  <a:tcPr marL="0" marR="0" marT="0" marB="0" anchor="ctr" horzOverflow="overflow">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6</a:t>
                      </a:r>
                    </a:p>
                  </a:txBody>
                  <a:tcPr marL="0" marR="0" marT="0" marB="0" anchor="ctr" horzOverflow="overflow">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6</a:t>
                      </a:r>
                    </a:p>
                  </a:txBody>
                  <a:tcPr marL="0" marR="0" marT="0" marB="0" anchor="ctr" horzOverflow="overflow">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6</a:t>
                      </a:r>
                    </a:p>
                  </a:txBody>
                  <a:tcPr marL="0" marR="0" marT="0" marB="0" anchor="ctr" horzOverflow="overflow">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defTabSz="457200">
                        <a:defRPr sz="1800">
                          <a:solidFill>
                            <a:srgbClr val="000000"/>
                          </a:solidFill>
                        </a:defRPr>
                      </a:pPr>
                      <a:r>
                        <a:rPr lang="en-US" sz="3200">
                          <a:solidFill>
                            <a:schemeClr val="bg2"/>
                          </a:solidFill>
                          <a:latin typeface="Myriad Set Pro Bold"/>
                          <a:ea typeface="Myriad Set Pro Bold"/>
                          <a:cs typeface="Myriad Set Pro Bold"/>
                          <a:sym typeface="Myriad Set Pro Bold"/>
                        </a:rPr>
                        <a:t>5</a:t>
                      </a:r>
                    </a:p>
                  </a:txBody>
                  <a:tcPr marL="0" marR="0" marT="0" marB="0" anchor="ctr" horzOverflow="overflow">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0</a:t>
                      </a:r>
                    </a:p>
                  </a:txBody>
                  <a:tcPr marL="0" marR="0" marT="0" marB="0" anchor="ctr" horzOverflow="overflow">
                    <a:lnB w="38100" cap="flat" cmpd="sng" algn="ctr">
                      <a:solidFill>
                        <a:schemeClr val="tx1"/>
                      </a:solidFill>
                      <a:prstDash val="solid"/>
                      <a:round/>
                      <a:headEnd type="none" w="med" len="med"/>
                      <a:tailEnd type="none" w="med" len="med"/>
                    </a:lnB>
                    <a:solidFill>
                      <a:schemeClr val="accent1">
                        <a:lumMod val="75000"/>
                      </a:schemeClr>
                    </a:solidFill>
                  </a:tcPr>
                </a:tc>
                <a:tc>
                  <a:txBody>
                    <a:bodyPr/>
                    <a:lstStyle/>
                    <a:p>
                      <a:pPr defTabSz="457200">
                        <a:defRPr sz="1800">
                          <a:solidFill>
                            <a:srgbClr val="000000"/>
                          </a:solidFill>
                        </a:defRPr>
                      </a:pPr>
                      <a:r>
                        <a:rPr lang="en-US" sz="3200">
                          <a:solidFill>
                            <a:srgbClr val="FFFFFF"/>
                          </a:solidFill>
                          <a:latin typeface="Myriad Set Pro Bold"/>
                          <a:ea typeface="Myriad Set Pro Bold"/>
                          <a:cs typeface="Myriad Set Pro Bold"/>
                          <a:sym typeface="Myriad Set Pro Bold"/>
                        </a:rPr>
                        <a:t>6</a:t>
                      </a:r>
                    </a:p>
                  </a:txBody>
                  <a:tcPr marL="0" marR="0" marT="0" marB="0" anchor="ctr" horzOverflow="overflow">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6"/>
                  </a:ext>
                </a:extLst>
              </a:tr>
            </a:tbl>
          </a:graphicData>
        </a:graphic>
      </p:graphicFrame>
      <p:sp>
        <p:nvSpPr>
          <p:cNvPr id="2" name="Arrow">
            <a:extLst>
              <a:ext uri="{FF2B5EF4-FFF2-40B4-BE49-F238E27FC236}">
                <a16:creationId xmlns:a16="http://schemas.microsoft.com/office/drawing/2014/main" id="{7C7D2C52-6A62-CD29-F901-251CC6DFA56A}"/>
              </a:ext>
            </a:extLst>
          </p:cNvPr>
          <p:cNvSpPr/>
          <p:nvPr/>
        </p:nvSpPr>
        <p:spPr>
          <a:xfrm>
            <a:off x="12191999" y="11379367"/>
            <a:ext cx="1578065" cy="679091"/>
          </a:xfrm>
          <a:prstGeom prst="rightArrow">
            <a:avLst>
              <a:gd name="adj1" fmla="val 43969"/>
              <a:gd name="adj2" fmla="val 75951"/>
            </a:avLst>
          </a:prstGeom>
          <a:solidFill>
            <a:srgbClr val="FFFFFF"/>
          </a:solidFill>
          <a:ln w="12700">
            <a:miter lim="400000"/>
          </a:ln>
        </p:spPr>
        <p:txBody>
          <a:bodyPr lIns="50800" tIns="50800" rIns="50800" bIns="50800" anchor="ctr"/>
          <a:lstStyle/>
          <a:p>
            <a:pPr algn="ctr" defTabSz="457200">
              <a:spcBef>
                <a:spcPts val="0"/>
              </a:spcBef>
              <a:defRPr sz="3200">
                <a:solidFill>
                  <a:srgbClr val="000000"/>
                </a:solidFill>
                <a:latin typeface="Graphik-Medium"/>
                <a:ea typeface="Graphik-Medium"/>
                <a:cs typeface="Graphik-Medium"/>
                <a:sym typeface="Graphik Medium"/>
              </a:defRPr>
            </a:pPr>
            <a:endParaRPr lang="en-AU"/>
          </a:p>
        </p:txBody>
      </p:sp>
      <p:sp>
        <p:nvSpPr>
          <p:cNvPr id="6" name="5. Results">
            <a:extLst>
              <a:ext uri="{FF2B5EF4-FFF2-40B4-BE49-F238E27FC236}">
                <a16:creationId xmlns:a16="http://schemas.microsoft.com/office/drawing/2014/main" id="{C02DA178-58D5-5324-4C7C-47D62656AA8D}"/>
              </a:ext>
            </a:extLst>
          </p:cNvPr>
          <p:cNvSpPr txBox="1">
            <a:spLocks/>
          </p:cNvSpPr>
          <p:nvPr/>
        </p:nvSpPr>
        <p:spPr>
          <a:xfrm>
            <a:off x="13770064" y="10825480"/>
            <a:ext cx="6461758" cy="1513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fontScale="85000" lnSpcReduction="10000"/>
          </a:bodyPr>
          <a:lstStyle>
            <a:lvl1pPr marL="0" marR="0" indent="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yriad Set Pro Bold"/>
                <a:ea typeface="Myriad Set Pro Bold"/>
                <a:cs typeface="Myriad Set Pro Bold"/>
                <a:sym typeface="Myriad Set Pro Bold"/>
              </a:defRPr>
            </a:lvl1pPr>
            <a:lvl2pPr marL="0" marR="0" indent="4572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2pPr>
            <a:lvl3pPr marL="0" marR="0" indent="9144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3pPr>
            <a:lvl4pPr marL="0" marR="0" indent="13716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4pPr>
            <a:lvl5pPr marL="0" marR="0" indent="18288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5pPr>
            <a:lvl6pPr marL="0" marR="0" indent="22860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6pPr>
            <a:lvl7pPr marL="0" marR="0" indent="27432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7pPr>
            <a:lvl8pPr marL="0" marR="0" indent="32004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8pPr>
            <a:lvl9pPr marL="0" marR="0" indent="3657600" algn="ctr" defTabSz="825500" rtl="0" latinLnBrk="0">
              <a:lnSpc>
                <a:spcPct val="80000"/>
              </a:lnSpc>
              <a:spcBef>
                <a:spcPts val="0"/>
              </a:spcBef>
              <a:spcAft>
                <a:spcPts val="0"/>
              </a:spcAft>
              <a:buClrTx/>
              <a:buSzTx/>
              <a:buFontTx/>
              <a:buNone/>
              <a:tabLst/>
              <a:defRPr sz="8400" b="0" i="0" u="none" strike="noStrike" cap="none" spc="-252" baseline="0">
                <a:gradFill flip="none" rotWithShape="1">
                  <a:gsLst>
                    <a:gs pos="0">
                      <a:srgbClr val="FFFFFF"/>
                    </a:gs>
                    <a:gs pos="100000">
                      <a:srgbClr val="929292"/>
                    </a:gs>
                  </a:gsLst>
                  <a:lin ang="5400000" scaled="0"/>
                </a:gradFill>
                <a:uFillTx/>
                <a:latin typeface="+mn-lt"/>
                <a:ea typeface="+mn-ea"/>
                <a:cs typeface="+mn-cs"/>
                <a:sym typeface="Graphik Semibold"/>
              </a:defRPr>
            </a:lvl9pPr>
          </a:lstStyle>
          <a:p>
            <a:pPr hangingPunct="1"/>
            <a:r>
              <a:rPr lang="en-US" altLang="zh-CN"/>
              <a:t>Most</a:t>
            </a:r>
            <a:r>
              <a:rPr lang="zh-CN" altLang="en-US"/>
              <a:t> </a:t>
            </a:r>
            <a:r>
              <a:rPr lang="en-US" altLang="zh-CN"/>
              <a:t>Consistent</a:t>
            </a:r>
            <a:endParaRPr lang="en-AU"/>
          </a:p>
        </p:txBody>
      </p:sp>
      <p:sp>
        <p:nvSpPr>
          <p:cNvPr id="5" name="TextBox 4">
            <a:extLst>
              <a:ext uri="{FF2B5EF4-FFF2-40B4-BE49-F238E27FC236}">
                <a16:creationId xmlns:a16="http://schemas.microsoft.com/office/drawing/2014/main" id="{60DB90D6-976B-5D2F-2ABE-1F0BE37BA57F}"/>
              </a:ext>
            </a:extLst>
          </p:cNvPr>
          <p:cNvSpPr txBox="1"/>
          <p:nvPr/>
        </p:nvSpPr>
        <p:spPr>
          <a:xfrm rot="10800000" flipV="1">
            <a:off x="1634566" y="12611073"/>
            <a:ext cx="12764971"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Source: Chapter 5, Table A.7, Model Rank Within Each Segment.</a:t>
            </a:r>
            <a:endParaRPr lang="en-GB" sz="2800" b="0" i="0" u="none" strike="noStrike" cap="none" spc="0" normalizeH="0" baseline="0">
              <a:ln>
                <a:noFill/>
              </a:ln>
              <a:solidFill>
                <a:srgbClr val="FFFFFF"/>
              </a:solidFill>
              <a:effectLst/>
              <a:uFillTx/>
              <a:latin typeface="Graphik"/>
              <a:ea typeface="Graphik"/>
              <a:cs typeface="Graphik"/>
            </a:endParaRPr>
          </a:p>
        </p:txBody>
      </p:sp>
      <p:sp>
        <p:nvSpPr>
          <p:cNvPr id="4" name="Rectangle 3">
            <a:extLst>
              <a:ext uri="{FF2B5EF4-FFF2-40B4-BE49-F238E27FC236}">
                <a16:creationId xmlns:a16="http://schemas.microsoft.com/office/drawing/2014/main" id="{502AF730-8E0C-B4AD-B368-4E8A91E7C91D}"/>
              </a:ext>
            </a:extLst>
          </p:cNvPr>
          <p:cNvSpPr/>
          <p:nvPr/>
        </p:nvSpPr>
        <p:spPr>
          <a:xfrm>
            <a:off x="843464" y="11064985"/>
            <a:ext cx="19682410" cy="1556469"/>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grpSp>
        <p:nvGrpSpPr>
          <p:cNvPr id="7" name="Group 6">
            <a:extLst>
              <a:ext uri="{FF2B5EF4-FFF2-40B4-BE49-F238E27FC236}">
                <a16:creationId xmlns:a16="http://schemas.microsoft.com/office/drawing/2014/main" id="{27D4B264-CF94-B220-1F20-92159AE0F19B}"/>
              </a:ext>
            </a:extLst>
          </p:cNvPr>
          <p:cNvGrpSpPr/>
          <p:nvPr/>
        </p:nvGrpSpPr>
        <p:grpSpPr>
          <a:xfrm>
            <a:off x="450216" y="10705221"/>
            <a:ext cx="984528" cy="862170"/>
            <a:chOff x="1302693" y="2464017"/>
            <a:chExt cx="756000" cy="756000"/>
          </a:xfrm>
        </p:grpSpPr>
        <p:sp>
          <p:nvSpPr>
            <p:cNvPr id="8" name="Oval 7">
              <a:extLst>
                <a:ext uri="{FF2B5EF4-FFF2-40B4-BE49-F238E27FC236}">
                  <a16:creationId xmlns:a16="http://schemas.microsoft.com/office/drawing/2014/main" id="{F385547D-5F1C-8C04-B82B-5E2B440BC290}"/>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9" name="Graphic 8" descr="Radio microphone with solid fill">
              <a:extLst>
                <a:ext uri="{FF2B5EF4-FFF2-40B4-BE49-F238E27FC236}">
                  <a16:creationId xmlns:a16="http://schemas.microsoft.com/office/drawing/2014/main" id="{EF85F854-4237-176B-32A5-2EB36A293B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2693" y="2554017"/>
              <a:ext cx="576000" cy="576000"/>
            </a:xfrm>
            <a:prstGeom prst="rect">
              <a:avLst/>
            </a:prstGeom>
          </p:spPr>
        </p:pic>
      </p:grpSp>
      <p:pic>
        <p:nvPicPr>
          <p:cNvPr id="10" name="Camera 9">
            <a:extLst>
              <a:ext uri="{FF2B5EF4-FFF2-40B4-BE49-F238E27FC236}">
                <a16:creationId xmlns:a16="http://schemas.microsoft.com/office/drawing/2014/main" id="{C3AAEB5D-D892-208C-3187-9A79B2FFF74B}"/>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4"/>
              </a:ext>
            </a:extLst>
          </a:blip>
          <a:stretch>
            <a:fillRect/>
          </a:stretch>
        </p:blipFill>
        <p:spPr>
          <a:xfrm>
            <a:off x="21131408" y="26271"/>
            <a:ext cx="3227539" cy="3227539"/>
          </a:xfrm>
          <a:prstGeom prst="ellipse">
            <a:avLst/>
          </a:prstGeom>
          <a:ln>
            <a:noFill/>
          </a:ln>
          <a:effectLst>
            <a:outerShdw blurRad="190500" algn="tl" rotWithShape="0">
              <a:srgbClr val="000000">
                <a:alpha val="30000"/>
              </a:srgbClr>
            </a:outerShdw>
          </a:effectLst>
        </p:spPr>
      </p:pic>
    </p:spTree>
    <p:extLst>
      <p:ext uri="{BB962C8B-B14F-4D97-AF65-F5344CB8AC3E}">
        <p14:creationId xmlns:p14="http://schemas.microsoft.com/office/powerpoint/2010/main" val="2134537859"/>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0B11C-CC42-4D64-02D7-F7371E102769}"/>
            </a:ext>
          </a:extLst>
        </p:cNvPr>
        <p:cNvGrpSpPr/>
        <p:nvPr/>
      </p:nvGrpSpPr>
      <p:grpSpPr>
        <a:xfrm>
          <a:off x="0" y="0"/>
          <a:ext cx="0" cy="0"/>
          <a:chOff x="0" y="0"/>
          <a:chExt cx="0" cy="0"/>
        </a:xfrm>
      </p:grpSpPr>
      <p:sp>
        <p:nvSpPr>
          <p:cNvPr id="277" name="Every Model Struggles in Summer">
            <a:extLst>
              <a:ext uri="{FF2B5EF4-FFF2-40B4-BE49-F238E27FC236}">
                <a16:creationId xmlns:a16="http://schemas.microsoft.com/office/drawing/2014/main" id="{92C5A08F-522F-08F2-A4F6-108959C6630C}"/>
              </a:ext>
            </a:extLst>
          </p:cNvPr>
          <p:cNvSpPr txBox="1">
            <a:spLocks noGrp="1"/>
          </p:cNvSpPr>
          <p:nvPr>
            <p:ph type="title"/>
          </p:nvPr>
        </p:nvSpPr>
        <p:spPr>
          <a:xfrm>
            <a:off x="1270000" y="767420"/>
            <a:ext cx="21844000" cy="1557437"/>
          </a:xfrm>
          <a:prstGeom prst="rect">
            <a:avLst/>
          </a:prstGeom>
        </p:spPr>
        <p:txBody>
          <a:bodyPr/>
          <a:lstStyle>
            <a:lvl1pPr>
              <a:defRPr>
                <a:latin typeface="Myriad Set Pro Bold"/>
                <a:ea typeface="Myriad Set Pro Bold"/>
                <a:cs typeface="Myriad Set Pro Bold"/>
                <a:sym typeface="Myriad Set Pro Bold"/>
              </a:defRPr>
            </a:lvl1pPr>
          </a:lstStyle>
          <a:p>
            <a:r>
              <a:t>Every Model Struggles in Summer</a:t>
            </a:r>
          </a:p>
        </p:txBody>
      </p:sp>
      <p:sp>
        <p:nvSpPr>
          <p:cNvPr id="278" name="The Highest MAE Across All Models">
            <a:extLst>
              <a:ext uri="{FF2B5EF4-FFF2-40B4-BE49-F238E27FC236}">
                <a16:creationId xmlns:a16="http://schemas.microsoft.com/office/drawing/2014/main" id="{90755D90-DA2B-82F1-600F-9D6ECF1CA4C1}"/>
              </a:ext>
            </a:extLst>
          </p:cNvPr>
          <p:cNvSpPr txBox="1">
            <a:spLocks noGrp="1"/>
          </p:cNvSpPr>
          <p:nvPr>
            <p:ph type="body" idx="21"/>
          </p:nvPr>
        </p:nvSpPr>
        <p:spPr>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r>
              <a:t>The Highest </a:t>
            </a:r>
            <a:r>
              <a:rPr lang="en-US" altLang="zh-CN"/>
              <a:t>Average</a:t>
            </a:r>
            <a:r>
              <a:rPr lang="zh-CN" altLang="en-US"/>
              <a:t> </a:t>
            </a:r>
            <a:r>
              <a:rPr lang="en-US" altLang="zh-CN"/>
              <a:t>Error</a:t>
            </a:r>
            <a:r>
              <a:t> Across All Models</a:t>
            </a:r>
          </a:p>
        </p:txBody>
      </p:sp>
      <p:sp>
        <p:nvSpPr>
          <p:cNvPr id="279" name="The most consistent across operational conditions">
            <a:extLst>
              <a:ext uri="{FF2B5EF4-FFF2-40B4-BE49-F238E27FC236}">
                <a16:creationId xmlns:a16="http://schemas.microsoft.com/office/drawing/2014/main" id="{B3462913-E5DF-87D9-9DEC-71ACBD2EC931}"/>
              </a:ext>
            </a:extLst>
          </p:cNvPr>
          <p:cNvSpPr txBox="1">
            <a:spLocks noGrp="1"/>
          </p:cNvSpPr>
          <p:nvPr>
            <p:ph type="body" sz="quarter" idx="4294967295"/>
          </p:nvPr>
        </p:nvSpPr>
        <p:spPr>
          <a:xfrm>
            <a:off x="851156" y="11086744"/>
            <a:ext cx="21844000" cy="1508866"/>
          </a:xfrm>
          <a:prstGeom prst="rect">
            <a:avLst/>
          </a:prstGeom>
        </p:spPr>
        <p:txBody>
          <a:bodyPr>
            <a:normAutofit fontScale="85000" lnSpcReduction="20000"/>
          </a:bodyPr>
          <a:lstStyle>
            <a:lvl1pPr marL="640291" indent="-640291" defTabSz="825500">
              <a:defRPr sz="5500" spc="-55">
                <a:latin typeface="Myriad Set Pro Text"/>
                <a:ea typeface="Myriad Set Pro Text"/>
                <a:cs typeface="Myriad Set Pro Text"/>
                <a:sym typeface="Myriad Set Pro Text"/>
              </a:defRPr>
            </a:lvl1pPr>
          </a:lstStyle>
          <a:p>
            <a:pPr>
              <a:spcBef>
                <a:spcPts val="600"/>
              </a:spcBef>
            </a:pPr>
            <a:r>
              <a:rPr lang="en-US" altLang="zh-CN" sz="3600"/>
              <a:t>Average</a:t>
            </a:r>
            <a:r>
              <a:rPr lang="zh-CN" altLang="en-US" sz="3600"/>
              <a:t> </a:t>
            </a:r>
            <a:r>
              <a:rPr lang="en-US" altLang="zh-CN" sz="3600"/>
              <a:t>error</a:t>
            </a:r>
            <a:r>
              <a:rPr lang="zh-CN" altLang="en-US" sz="3600"/>
              <a:t> </a:t>
            </a:r>
            <a:r>
              <a:rPr lang="en-US" altLang="zh-CN" sz="3600"/>
              <a:t>(MAE)</a:t>
            </a:r>
            <a:r>
              <a:rPr lang="zh-CN" altLang="en-US" sz="3600"/>
              <a:t> </a:t>
            </a:r>
            <a:r>
              <a:rPr lang="en-US" altLang="zh-CN" sz="3600"/>
              <a:t>in</a:t>
            </a:r>
            <a:r>
              <a:rPr lang="zh-CN" altLang="en-US" sz="3600"/>
              <a:t> </a:t>
            </a:r>
            <a:r>
              <a:rPr lang="en-US" altLang="zh-CN" sz="3600"/>
              <a:t>Summer</a:t>
            </a:r>
            <a:r>
              <a:rPr lang="zh-CN" altLang="en-US" sz="3600"/>
              <a:t> </a:t>
            </a:r>
            <a:r>
              <a:rPr lang="en-US" altLang="zh-CN" sz="3600"/>
              <a:t>is</a:t>
            </a:r>
            <a:r>
              <a:rPr lang="zh-CN" altLang="en-US" sz="3600"/>
              <a:t> </a:t>
            </a:r>
            <a:r>
              <a:rPr lang="en-US" altLang="zh-CN" sz="3600"/>
              <a:t>doubled</a:t>
            </a:r>
            <a:r>
              <a:rPr lang="zh-CN" altLang="en-US" sz="3600"/>
              <a:t> </a:t>
            </a:r>
            <a:r>
              <a:rPr lang="en-US" altLang="zh-CN" sz="3600"/>
              <a:t>vs.</a:t>
            </a:r>
            <a:r>
              <a:rPr lang="zh-CN" altLang="en-US" sz="3600"/>
              <a:t> </a:t>
            </a:r>
            <a:r>
              <a:rPr lang="en-US" altLang="zh-CN" sz="3600"/>
              <a:t>Automn,</a:t>
            </a:r>
            <a:r>
              <a:rPr lang="zh-CN" altLang="en-US" sz="3600"/>
              <a:t> </a:t>
            </a:r>
            <a:r>
              <a:rPr lang="en-US" altLang="zh-CN" sz="3600"/>
              <a:t>and</a:t>
            </a:r>
            <a:r>
              <a:rPr lang="zh-CN" altLang="en-US" sz="3600"/>
              <a:t> </a:t>
            </a:r>
            <a:r>
              <a:rPr lang="en-US" altLang="zh-CN" sz="3600"/>
              <a:t>over</a:t>
            </a:r>
            <a:r>
              <a:rPr lang="zh-CN" altLang="en-US" sz="3600"/>
              <a:t> </a:t>
            </a:r>
            <a:r>
              <a:rPr lang="en-US" altLang="zh-CN" sz="3600"/>
              <a:t>60%</a:t>
            </a:r>
            <a:r>
              <a:rPr lang="zh-CN" altLang="en-US" sz="3600"/>
              <a:t> </a:t>
            </a:r>
            <a:r>
              <a:rPr lang="en-US" altLang="zh-CN" sz="3600"/>
              <a:t>jump</a:t>
            </a:r>
            <a:r>
              <a:rPr lang="zh-CN" altLang="en-US" sz="3600"/>
              <a:t> </a:t>
            </a:r>
            <a:r>
              <a:rPr lang="en-US" altLang="zh-CN" sz="3600"/>
              <a:t>vs.</a:t>
            </a:r>
            <a:r>
              <a:rPr lang="zh-CN" altLang="en-US" sz="3600"/>
              <a:t> </a:t>
            </a:r>
            <a:r>
              <a:rPr lang="en-US" altLang="zh-CN" sz="3600"/>
              <a:t>Winter</a:t>
            </a:r>
            <a:r>
              <a:rPr lang="zh-CN" altLang="en-US" sz="3600"/>
              <a:t> </a:t>
            </a:r>
            <a:r>
              <a:rPr lang="en-US" altLang="zh-CN" sz="3600"/>
              <a:t>&amp;</a:t>
            </a:r>
            <a:r>
              <a:rPr lang="zh-CN" altLang="en-US" sz="3600"/>
              <a:t> </a:t>
            </a:r>
            <a:r>
              <a:rPr lang="en-US" altLang="zh-CN" sz="3600"/>
              <a:t>Spring.</a:t>
            </a:r>
          </a:p>
          <a:p>
            <a:pPr>
              <a:spcBef>
                <a:spcPts val="600"/>
              </a:spcBef>
            </a:pPr>
            <a:r>
              <a:rPr lang="en-US" altLang="zh-CN" sz="3600"/>
              <a:t>Summer</a:t>
            </a:r>
            <a:r>
              <a:rPr lang="zh-CN" altLang="en-US" sz="3600"/>
              <a:t> </a:t>
            </a:r>
            <a:r>
              <a:rPr lang="en-US" altLang="zh-CN" sz="3600"/>
              <a:t>becomes</a:t>
            </a:r>
            <a:r>
              <a:rPr lang="zh-CN" altLang="en-US" sz="3600"/>
              <a:t> </a:t>
            </a:r>
            <a:r>
              <a:rPr lang="en-US" altLang="zh-CN" sz="3600"/>
              <a:t>the</a:t>
            </a:r>
            <a:r>
              <a:rPr lang="zh-CN" altLang="en-US" sz="3600"/>
              <a:t> </a:t>
            </a:r>
            <a:r>
              <a:rPr lang="en-US" altLang="zh-CN" sz="3600"/>
              <a:t>most</a:t>
            </a:r>
            <a:r>
              <a:rPr lang="zh-CN" altLang="en-US" sz="3600"/>
              <a:t> </a:t>
            </a:r>
            <a:r>
              <a:rPr lang="en-US" altLang="zh-CN" sz="3600"/>
              <a:t>challenging</a:t>
            </a:r>
            <a:r>
              <a:rPr lang="zh-CN" altLang="en-US" sz="3600"/>
              <a:t> </a:t>
            </a:r>
            <a:r>
              <a:rPr lang="en-US" altLang="zh-CN" sz="3600"/>
              <a:t>season</a:t>
            </a:r>
            <a:r>
              <a:rPr lang="zh-CN" altLang="en-US" sz="3600"/>
              <a:t> </a:t>
            </a:r>
            <a:r>
              <a:rPr lang="en-US" altLang="zh-CN" sz="3600"/>
              <a:t>to</a:t>
            </a:r>
            <a:r>
              <a:rPr lang="zh-CN" altLang="en-US" sz="3600"/>
              <a:t> </a:t>
            </a:r>
            <a:r>
              <a:rPr lang="en-US" altLang="zh-CN" sz="3600"/>
              <a:t>predict</a:t>
            </a:r>
            <a:r>
              <a:rPr lang="zh-CN" altLang="en-US" sz="3600"/>
              <a:t> </a:t>
            </a:r>
            <a:r>
              <a:rPr lang="en-US" altLang="zh-CN" sz="3600"/>
              <a:t>an</a:t>
            </a:r>
            <a:r>
              <a:rPr lang="zh-CN" altLang="en-US" sz="3600"/>
              <a:t> </a:t>
            </a:r>
            <a:r>
              <a:rPr lang="en-US" altLang="zh-CN" sz="3600"/>
              <a:t>accurate</a:t>
            </a:r>
            <a:r>
              <a:rPr lang="zh-CN" altLang="en-US" sz="3600"/>
              <a:t> </a:t>
            </a:r>
            <a:r>
              <a:rPr lang="en-US" altLang="zh-CN" sz="3600"/>
              <a:t>power</a:t>
            </a:r>
            <a:r>
              <a:rPr lang="zh-CN" altLang="en-US" sz="3600"/>
              <a:t> </a:t>
            </a:r>
            <a:r>
              <a:rPr lang="en-US" altLang="zh-CN" sz="3600"/>
              <a:t>demand.</a:t>
            </a:r>
          </a:p>
          <a:p>
            <a:pPr>
              <a:spcBef>
                <a:spcPts val="600"/>
              </a:spcBef>
            </a:pPr>
            <a:r>
              <a:rPr lang="en-US" altLang="zh-CN" sz="3600"/>
              <a:t>Automn</a:t>
            </a:r>
            <a:r>
              <a:rPr lang="zh-CN" altLang="en-US" sz="3600"/>
              <a:t> </a:t>
            </a:r>
            <a:r>
              <a:rPr lang="en-US" altLang="zh-CN" sz="3600"/>
              <a:t>in</a:t>
            </a:r>
            <a:r>
              <a:rPr lang="zh-CN" altLang="en-US" sz="3600"/>
              <a:t> </a:t>
            </a:r>
            <a:r>
              <a:rPr lang="en-US" altLang="zh-CN" sz="3600"/>
              <a:t>becomes</a:t>
            </a:r>
            <a:r>
              <a:rPr lang="zh-CN" altLang="en-US" sz="3600"/>
              <a:t> </a:t>
            </a:r>
            <a:r>
              <a:rPr lang="en-US" altLang="zh-CN" sz="3600"/>
              <a:t>the</a:t>
            </a:r>
            <a:r>
              <a:rPr lang="zh-CN" altLang="en-US" sz="3600"/>
              <a:t> </a:t>
            </a:r>
            <a:r>
              <a:rPr lang="en-US" altLang="zh-CN" sz="3600"/>
              <a:t>most</a:t>
            </a:r>
            <a:r>
              <a:rPr lang="zh-CN" altLang="en-US" sz="3600"/>
              <a:t> </a:t>
            </a:r>
            <a:r>
              <a:rPr lang="en-US" altLang="zh-CN" sz="3600"/>
              <a:t>stable</a:t>
            </a:r>
            <a:r>
              <a:rPr lang="zh-CN" altLang="en-US" sz="3600"/>
              <a:t> </a:t>
            </a:r>
            <a:r>
              <a:rPr lang="en-US" altLang="zh-CN" sz="3600"/>
              <a:t>season</a:t>
            </a:r>
            <a:r>
              <a:rPr lang="zh-CN" altLang="en-US" sz="3600"/>
              <a:t> </a:t>
            </a:r>
            <a:r>
              <a:rPr lang="en-US" altLang="zh-CN" sz="3600"/>
              <a:t>to</a:t>
            </a:r>
            <a:r>
              <a:rPr lang="zh-CN" altLang="en-US" sz="3600"/>
              <a:t> </a:t>
            </a:r>
            <a:r>
              <a:rPr lang="en-US" altLang="zh-CN" sz="3600"/>
              <a:t>predict</a:t>
            </a:r>
            <a:r>
              <a:rPr lang="zh-CN" altLang="en-US" sz="3600"/>
              <a:t> </a:t>
            </a:r>
            <a:r>
              <a:rPr lang="en-US" altLang="zh-CN" sz="3600"/>
              <a:t>a</a:t>
            </a:r>
            <a:r>
              <a:rPr lang="zh-CN" altLang="en-US" sz="3600"/>
              <a:t> </a:t>
            </a:r>
            <a:r>
              <a:rPr lang="en-US" altLang="zh-CN" sz="3600"/>
              <a:t>more</a:t>
            </a:r>
            <a:r>
              <a:rPr lang="zh-CN" altLang="en-US" sz="3600"/>
              <a:t> </a:t>
            </a:r>
            <a:r>
              <a:rPr lang="en-US" altLang="zh-CN" sz="3600"/>
              <a:t>accurate</a:t>
            </a:r>
            <a:r>
              <a:rPr lang="zh-CN" altLang="en-US" sz="3600"/>
              <a:t> </a:t>
            </a:r>
            <a:r>
              <a:rPr lang="en-US" altLang="zh-CN" sz="3600"/>
              <a:t>power</a:t>
            </a:r>
            <a:r>
              <a:rPr lang="zh-CN" altLang="en-US" sz="3600"/>
              <a:t> </a:t>
            </a:r>
            <a:r>
              <a:rPr lang="en-US" altLang="zh-CN" sz="3600"/>
              <a:t>demand</a:t>
            </a:r>
            <a:r>
              <a:rPr lang="zh-CN" altLang="en-US" sz="3600"/>
              <a:t> </a:t>
            </a:r>
            <a:r>
              <a:rPr lang="en-US" altLang="zh-CN" sz="3600"/>
              <a:t>across</a:t>
            </a:r>
            <a:r>
              <a:rPr lang="zh-CN" altLang="en-US" sz="3600"/>
              <a:t> </a:t>
            </a:r>
            <a:r>
              <a:rPr lang="en-US" altLang="zh-CN" sz="3600"/>
              <a:t>all</a:t>
            </a:r>
            <a:r>
              <a:rPr lang="zh-CN" altLang="en-US" sz="3600"/>
              <a:t> </a:t>
            </a:r>
            <a:r>
              <a:rPr lang="en-US" altLang="zh-CN" sz="3600"/>
              <a:t>models</a:t>
            </a:r>
            <a:r>
              <a:rPr lang="zh-CN" altLang="en-US" sz="3600"/>
              <a:t> </a:t>
            </a:r>
            <a:r>
              <a:rPr lang="en-US" altLang="zh-CN" sz="3600"/>
              <a:t>+</a:t>
            </a:r>
            <a:r>
              <a:rPr lang="zh-CN" altLang="en-US" sz="3600"/>
              <a:t> </a:t>
            </a:r>
            <a:r>
              <a:rPr lang="en-US" altLang="zh-CN" sz="3600"/>
              <a:t>operational</a:t>
            </a:r>
            <a:r>
              <a:rPr lang="zh-CN" altLang="en-US" sz="3600"/>
              <a:t> </a:t>
            </a:r>
            <a:r>
              <a:rPr lang="en-US" altLang="zh-CN" sz="3600"/>
              <a:t>conditions.</a:t>
            </a:r>
            <a:endParaRPr lang="en-AU" sz="3600"/>
          </a:p>
        </p:txBody>
      </p:sp>
      <p:pic>
        <p:nvPicPr>
          <p:cNvPr id="280" name="pasted-movie.png" descr="pasted-movie.png">
            <a:extLst>
              <a:ext uri="{FF2B5EF4-FFF2-40B4-BE49-F238E27FC236}">
                <a16:creationId xmlns:a16="http://schemas.microsoft.com/office/drawing/2014/main" id="{671243D3-73F3-FDE9-99A0-96F985333A84}"/>
              </a:ext>
            </a:extLst>
          </p:cNvPr>
          <p:cNvPicPr>
            <a:picLocks noChangeAspect="1"/>
          </p:cNvPicPr>
          <p:nvPr/>
        </p:nvPicPr>
        <p:blipFill>
          <a:blip r:embed="rId3"/>
          <a:stretch>
            <a:fillRect/>
          </a:stretch>
        </p:blipFill>
        <p:spPr>
          <a:xfrm>
            <a:off x="851156" y="3284573"/>
            <a:ext cx="17030443" cy="7657284"/>
          </a:xfrm>
          <a:prstGeom prst="rect">
            <a:avLst/>
          </a:prstGeom>
          <a:ln w="12700">
            <a:miter lim="400000"/>
          </a:ln>
        </p:spPr>
      </p:pic>
      <p:sp>
        <p:nvSpPr>
          <p:cNvPr id="2" name="Rectangle 1">
            <a:extLst>
              <a:ext uri="{FF2B5EF4-FFF2-40B4-BE49-F238E27FC236}">
                <a16:creationId xmlns:a16="http://schemas.microsoft.com/office/drawing/2014/main" id="{D947BE95-B554-6592-4874-26482017A840}"/>
              </a:ext>
            </a:extLst>
          </p:cNvPr>
          <p:cNvSpPr/>
          <p:nvPr/>
        </p:nvSpPr>
        <p:spPr>
          <a:xfrm>
            <a:off x="851156" y="3362523"/>
            <a:ext cx="10914123" cy="595035"/>
          </a:xfrm>
          <a:prstGeom prst="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Average</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Error</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by</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Operational</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Conditions</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lang="en-US" altLang="zh-CN" sz="3200">
                <a:solidFill>
                  <a:srgbClr val="000000"/>
                </a:solidFill>
                <a:latin typeface="Graphik-Medium"/>
                <a:ea typeface="Graphik-Medium"/>
                <a:cs typeface="Graphik-Medium"/>
                <a:sym typeface="Graphik Medium"/>
              </a:rPr>
              <a:t>in</a:t>
            </a:r>
            <a:r>
              <a:rPr lang="zh-CN" altLang="en-US" sz="3200">
                <a:solidFill>
                  <a:srgbClr val="000000"/>
                </a:solidFill>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2019</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(MW)</a:t>
            </a:r>
            <a:endParaRPr kumimoji="0" lang="en-US"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sp>
        <p:nvSpPr>
          <p:cNvPr id="3" name="Rounded Rectangle 2">
            <a:extLst>
              <a:ext uri="{FF2B5EF4-FFF2-40B4-BE49-F238E27FC236}">
                <a16:creationId xmlns:a16="http://schemas.microsoft.com/office/drawing/2014/main" id="{994A4E93-CB7C-28D6-C0B2-AC7EEDC958FE}"/>
              </a:ext>
            </a:extLst>
          </p:cNvPr>
          <p:cNvSpPr/>
          <p:nvPr/>
        </p:nvSpPr>
        <p:spPr>
          <a:xfrm>
            <a:off x="18389600" y="3331527"/>
            <a:ext cx="4998720"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MAE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Summer</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Doubled</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vs.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Autumn</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4" name="Rounded Rectangle 3">
            <a:extLst>
              <a:ext uri="{FF2B5EF4-FFF2-40B4-BE49-F238E27FC236}">
                <a16:creationId xmlns:a16="http://schemas.microsoft.com/office/drawing/2014/main" id="{60696319-4184-9243-424B-C1E05865FEC7}"/>
              </a:ext>
            </a:extLst>
          </p:cNvPr>
          <p:cNvSpPr/>
          <p:nvPr/>
        </p:nvSpPr>
        <p:spPr>
          <a:xfrm>
            <a:off x="18389600" y="5888123"/>
            <a:ext cx="4998720" cy="2565241"/>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MAE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Summer</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&gt;</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60%</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vs.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Winter</a:t>
            </a:r>
            <a:r>
              <a:rPr lang="zh-CN" altLang="en-US" sz="2400">
                <a:solidFill>
                  <a:schemeClr val="tx2">
                    <a:lumMod val="50000"/>
                  </a:schemeClr>
                </a:solidFill>
                <a:latin typeface="Graphik-Medium"/>
                <a:ea typeface="Graphik-Medium"/>
                <a:cs typeface="Graphik-Medium"/>
                <a:sym typeface="Graphik Medium"/>
              </a:rPr>
              <a:t> </a:t>
            </a:r>
            <a:endParaRPr lang="en-AU" altLang="zh-CN" sz="2400">
              <a:solidFill>
                <a:schemeClr val="tx2">
                  <a:lumMod val="50000"/>
                </a:schemeClr>
              </a:solidFill>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&amp;</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vs.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Spring</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5" name="Rounded Rectangle 4">
            <a:extLst>
              <a:ext uri="{FF2B5EF4-FFF2-40B4-BE49-F238E27FC236}">
                <a16:creationId xmlns:a16="http://schemas.microsoft.com/office/drawing/2014/main" id="{5B634DB6-58EF-6E21-53AD-51AEBFFF508F}"/>
              </a:ext>
            </a:extLst>
          </p:cNvPr>
          <p:cNvSpPr/>
          <p:nvPr/>
        </p:nvSpPr>
        <p:spPr>
          <a:xfrm>
            <a:off x="18389600" y="8853342"/>
            <a:ext cx="4998720" cy="2088515"/>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Most</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Stable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Autumn</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Lowest</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in</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all</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models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and</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operational</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conditions</a:t>
            </a:r>
          </a:p>
          <a:p>
            <a:pPr marL="0" marR="0" indent="0" algn="ctr" defTabSz="457200" rtl="0" fontAlgn="auto" latinLnBrk="0" hangingPunct="0">
              <a:lnSpc>
                <a:spcPct val="100000"/>
              </a:lnSpc>
              <a:spcBef>
                <a:spcPts val="0"/>
              </a:spcBef>
              <a:spcAft>
                <a:spcPts val="0"/>
              </a:spcAft>
              <a:buClrTx/>
              <a:buSzTx/>
              <a:buFontTx/>
              <a:buNone/>
              <a:tabLst/>
            </a:pPr>
            <a:endParaRPr lang="en-US" altLang="zh-CN" sz="1000">
              <a:solidFill>
                <a:srgbClr val="000000"/>
              </a:solidFill>
              <a:latin typeface="Graphik-Medium"/>
              <a:ea typeface="Graphik-Medium"/>
              <a:cs typeface="Graphik-Medium"/>
              <a:sym typeface="Graphik Medium"/>
            </a:endParaRPr>
          </a:p>
        </p:txBody>
      </p:sp>
      <p:sp>
        <p:nvSpPr>
          <p:cNvPr id="7" name="TextBox 6">
            <a:extLst>
              <a:ext uri="{FF2B5EF4-FFF2-40B4-BE49-F238E27FC236}">
                <a16:creationId xmlns:a16="http://schemas.microsoft.com/office/drawing/2014/main" id="{F25F92EA-DFFA-3D7B-1709-E5D33A4C23A4}"/>
              </a:ext>
            </a:extLst>
          </p:cNvPr>
          <p:cNvSpPr txBox="1"/>
          <p:nvPr/>
        </p:nvSpPr>
        <p:spPr>
          <a:xfrm rot="10800000" flipV="1">
            <a:off x="851156" y="12605524"/>
            <a:ext cx="12764971"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Source: Chapter 5, Figure 5.2, MAE (MW) by Model within Each Segment.</a:t>
            </a:r>
            <a:endParaRPr lang="en-GB" sz="2800" b="0" i="0" u="none" strike="noStrike" cap="none" spc="0" normalizeH="0" baseline="0">
              <a:ln>
                <a:noFill/>
              </a:ln>
              <a:solidFill>
                <a:srgbClr val="FFFFFF"/>
              </a:solidFill>
              <a:effectLst/>
              <a:uFillTx/>
              <a:latin typeface="Graphik"/>
              <a:ea typeface="Graphik"/>
              <a:cs typeface="Graphik"/>
            </a:endParaRPr>
          </a:p>
        </p:txBody>
      </p:sp>
      <p:sp>
        <p:nvSpPr>
          <p:cNvPr id="8" name="Rectangle 7">
            <a:extLst>
              <a:ext uri="{FF2B5EF4-FFF2-40B4-BE49-F238E27FC236}">
                <a16:creationId xmlns:a16="http://schemas.microsoft.com/office/drawing/2014/main" id="{930F94C6-5801-101B-BE31-4C7F95C5AAC3}"/>
              </a:ext>
            </a:extLst>
          </p:cNvPr>
          <p:cNvSpPr/>
          <p:nvPr/>
        </p:nvSpPr>
        <p:spPr>
          <a:xfrm>
            <a:off x="18202658" y="3221789"/>
            <a:ext cx="5475224" cy="2387345"/>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grpSp>
        <p:nvGrpSpPr>
          <p:cNvPr id="9" name="Group 8">
            <a:extLst>
              <a:ext uri="{FF2B5EF4-FFF2-40B4-BE49-F238E27FC236}">
                <a16:creationId xmlns:a16="http://schemas.microsoft.com/office/drawing/2014/main" id="{10C0A054-0680-5BBA-1B8B-FA821B409153}"/>
              </a:ext>
            </a:extLst>
          </p:cNvPr>
          <p:cNvGrpSpPr/>
          <p:nvPr/>
        </p:nvGrpSpPr>
        <p:grpSpPr>
          <a:xfrm>
            <a:off x="17809410" y="2862025"/>
            <a:ext cx="984528" cy="862170"/>
            <a:chOff x="1302693" y="2464017"/>
            <a:chExt cx="756000" cy="756000"/>
          </a:xfrm>
        </p:grpSpPr>
        <p:sp>
          <p:nvSpPr>
            <p:cNvPr id="10" name="Oval 9">
              <a:extLst>
                <a:ext uri="{FF2B5EF4-FFF2-40B4-BE49-F238E27FC236}">
                  <a16:creationId xmlns:a16="http://schemas.microsoft.com/office/drawing/2014/main" id="{B80890C9-7089-4E35-7722-3BC87FBF26E3}"/>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6F70F245-3635-9D70-38F0-B82E97DDD9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pic>
        <p:nvPicPr>
          <p:cNvPr id="12" name="Camera 11">
            <a:extLst>
              <a:ext uri="{FF2B5EF4-FFF2-40B4-BE49-F238E27FC236}">
                <a16:creationId xmlns:a16="http://schemas.microsoft.com/office/drawing/2014/main" id="{C146EB01-61FE-1F93-D074-7DB61FB71352}"/>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5"/>
              </a:ext>
            </a:extLst>
          </a:blip>
          <a:stretch>
            <a:fillRect/>
          </a:stretch>
        </p:blipFill>
        <p:spPr>
          <a:xfrm>
            <a:off x="20617840" y="26271"/>
            <a:ext cx="3741107" cy="3741107"/>
          </a:xfrm>
          <a:prstGeom prst="ellipse">
            <a:avLst/>
          </a:prstGeom>
          <a:ln>
            <a:noFill/>
          </a:ln>
          <a:effectLst>
            <a:outerShdw blurRad="190500" algn="tl" rotWithShape="0">
              <a:srgbClr val="000000">
                <a:alpha val="30000"/>
              </a:srgbClr>
            </a:outerShdw>
          </a:effectLst>
        </p:spPr>
      </p:pic>
    </p:spTree>
    <p:extLst>
      <p:ext uri="{BB962C8B-B14F-4D97-AF65-F5344CB8AC3E}">
        <p14:creationId xmlns:p14="http://schemas.microsoft.com/office/powerpoint/2010/main" val="1783272989"/>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Every Model Struggles in Summer"/>
          <p:cNvSpPr txBox="1">
            <a:spLocks noGrp="1"/>
          </p:cNvSpPr>
          <p:nvPr>
            <p:ph type="title"/>
          </p:nvPr>
        </p:nvSpPr>
        <p:spPr>
          <a:xfrm>
            <a:off x="1270000" y="767420"/>
            <a:ext cx="21844000" cy="1557437"/>
          </a:xfrm>
          <a:prstGeom prst="rect">
            <a:avLst/>
          </a:prstGeom>
        </p:spPr>
        <p:txBody>
          <a:bodyPr/>
          <a:lstStyle>
            <a:lvl1pPr>
              <a:defRPr>
                <a:latin typeface="Myriad Set Pro Bold"/>
                <a:ea typeface="Myriad Set Pro Bold"/>
                <a:cs typeface="Myriad Set Pro Bold"/>
                <a:sym typeface="Myriad Set Pro Bold"/>
              </a:defRPr>
            </a:lvl1pPr>
          </a:lstStyle>
          <a:p>
            <a:r>
              <a:t>Every Model Struggles in Summer</a:t>
            </a:r>
          </a:p>
        </p:txBody>
      </p:sp>
      <p:sp>
        <p:nvSpPr>
          <p:cNvPr id="278" name="The Highest MAE Across All Models"/>
          <p:cNvSpPr txBox="1">
            <a:spLocks noGrp="1"/>
          </p:cNvSpPr>
          <p:nvPr>
            <p:ph type="body" idx="21"/>
          </p:nvPr>
        </p:nvSpPr>
        <p:spPr>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r>
              <a:t>The Highest </a:t>
            </a:r>
            <a:r>
              <a:rPr lang="en-US" altLang="zh-CN"/>
              <a:t>Average</a:t>
            </a:r>
            <a:r>
              <a:rPr lang="zh-CN" altLang="en-US"/>
              <a:t> </a:t>
            </a:r>
            <a:r>
              <a:rPr lang="en-US" altLang="zh-CN"/>
              <a:t>Error</a:t>
            </a:r>
            <a:r>
              <a:t> Across All Models</a:t>
            </a:r>
          </a:p>
        </p:txBody>
      </p:sp>
      <p:sp>
        <p:nvSpPr>
          <p:cNvPr id="279" name="The most consistent across operational conditions"/>
          <p:cNvSpPr txBox="1">
            <a:spLocks noGrp="1"/>
          </p:cNvSpPr>
          <p:nvPr>
            <p:ph type="body" sz="quarter" idx="4294967295"/>
          </p:nvPr>
        </p:nvSpPr>
        <p:spPr>
          <a:xfrm>
            <a:off x="851156" y="11086744"/>
            <a:ext cx="21844000" cy="1508866"/>
          </a:xfrm>
          <a:prstGeom prst="rect">
            <a:avLst/>
          </a:prstGeom>
        </p:spPr>
        <p:txBody>
          <a:bodyPr>
            <a:normAutofit fontScale="85000" lnSpcReduction="20000"/>
          </a:bodyPr>
          <a:lstStyle>
            <a:lvl1pPr marL="640291" indent="-640291" defTabSz="825500">
              <a:defRPr sz="5500" spc="-55">
                <a:latin typeface="Myriad Set Pro Text"/>
                <a:ea typeface="Myriad Set Pro Text"/>
                <a:cs typeface="Myriad Set Pro Text"/>
                <a:sym typeface="Myriad Set Pro Text"/>
              </a:defRPr>
            </a:lvl1pPr>
          </a:lstStyle>
          <a:p>
            <a:pPr>
              <a:spcBef>
                <a:spcPts val="600"/>
              </a:spcBef>
            </a:pPr>
            <a:r>
              <a:rPr lang="en-US" altLang="zh-CN" sz="3600"/>
              <a:t>Average</a:t>
            </a:r>
            <a:r>
              <a:rPr lang="zh-CN" altLang="en-US" sz="3600"/>
              <a:t> </a:t>
            </a:r>
            <a:r>
              <a:rPr lang="en-US" altLang="zh-CN" sz="3600"/>
              <a:t>error</a:t>
            </a:r>
            <a:r>
              <a:rPr lang="zh-CN" altLang="en-US" sz="3600"/>
              <a:t> </a:t>
            </a:r>
            <a:r>
              <a:rPr lang="en-US" altLang="zh-CN" sz="3600"/>
              <a:t>(MAE)</a:t>
            </a:r>
            <a:r>
              <a:rPr lang="zh-CN" altLang="en-US" sz="3600"/>
              <a:t> </a:t>
            </a:r>
            <a:r>
              <a:rPr lang="en-US" altLang="zh-CN" sz="3600"/>
              <a:t>in</a:t>
            </a:r>
            <a:r>
              <a:rPr lang="zh-CN" altLang="en-US" sz="3600"/>
              <a:t> </a:t>
            </a:r>
            <a:r>
              <a:rPr lang="en-US" altLang="zh-CN" sz="3600"/>
              <a:t>Summer</a:t>
            </a:r>
            <a:r>
              <a:rPr lang="zh-CN" altLang="en-US" sz="3600"/>
              <a:t> </a:t>
            </a:r>
            <a:r>
              <a:rPr lang="en-US" altLang="zh-CN" sz="3600"/>
              <a:t>is</a:t>
            </a:r>
            <a:r>
              <a:rPr lang="zh-CN" altLang="en-US" sz="3600"/>
              <a:t> </a:t>
            </a:r>
            <a:r>
              <a:rPr lang="en-US" altLang="zh-CN" sz="3600"/>
              <a:t>doubled</a:t>
            </a:r>
            <a:r>
              <a:rPr lang="zh-CN" altLang="en-US" sz="3600"/>
              <a:t> </a:t>
            </a:r>
            <a:r>
              <a:rPr lang="en-US" altLang="zh-CN" sz="3600"/>
              <a:t>vs.</a:t>
            </a:r>
            <a:r>
              <a:rPr lang="zh-CN" altLang="en-US" sz="3600"/>
              <a:t> </a:t>
            </a:r>
            <a:r>
              <a:rPr lang="en-US" altLang="zh-CN" sz="3600"/>
              <a:t>Automn,</a:t>
            </a:r>
            <a:r>
              <a:rPr lang="zh-CN" altLang="en-US" sz="3600"/>
              <a:t> </a:t>
            </a:r>
            <a:r>
              <a:rPr lang="en-US" altLang="zh-CN" sz="3600"/>
              <a:t>and</a:t>
            </a:r>
            <a:r>
              <a:rPr lang="zh-CN" altLang="en-US" sz="3600"/>
              <a:t> </a:t>
            </a:r>
            <a:r>
              <a:rPr lang="en-US" altLang="zh-CN" sz="3600"/>
              <a:t>over</a:t>
            </a:r>
            <a:r>
              <a:rPr lang="zh-CN" altLang="en-US" sz="3600"/>
              <a:t> </a:t>
            </a:r>
            <a:r>
              <a:rPr lang="en-US" altLang="zh-CN" sz="3600"/>
              <a:t>60%</a:t>
            </a:r>
            <a:r>
              <a:rPr lang="zh-CN" altLang="en-US" sz="3600"/>
              <a:t> </a:t>
            </a:r>
            <a:r>
              <a:rPr lang="en-US" altLang="zh-CN" sz="3600"/>
              <a:t>jump</a:t>
            </a:r>
            <a:r>
              <a:rPr lang="zh-CN" altLang="en-US" sz="3600"/>
              <a:t> </a:t>
            </a:r>
            <a:r>
              <a:rPr lang="en-US" altLang="zh-CN" sz="3600"/>
              <a:t>vs.</a:t>
            </a:r>
            <a:r>
              <a:rPr lang="zh-CN" altLang="en-US" sz="3600"/>
              <a:t> </a:t>
            </a:r>
            <a:r>
              <a:rPr lang="en-US" altLang="zh-CN" sz="3600"/>
              <a:t>Winter</a:t>
            </a:r>
            <a:r>
              <a:rPr lang="zh-CN" altLang="en-US" sz="3600"/>
              <a:t> </a:t>
            </a:r>
            <a:r>
              <a:rPr lang="en-US" altLang="zh-CN" sz="3600"/>
              <a:t>&amp;</a:t>
            </a:r>
            <a:r>
              <a:rPr lang="zh-CN" altLang="en-US" sz="3600"/>
              <a:t> </a:t>
            </a:r>
            <a:r>
              <a:rPr lang="en-US" altLang="zh-CN" sz="3600"/>
              <a:t>Spring.</a:t>
            </a:r>
          </a:p>
          <a:p>
            <a:pPr>
              <a:spcBef>
                <a:spcPts val="600"/>
              </a:spcBef>
            </a:pPr>
            <a:r>
              <a:rPr lang="en-US" altLang="zh-CN" sz="3600"/>
              <a:t>Summer</a:t>
            </a:r>
            <a:r>
              <a:rPr lang="zh-CN" altLang="en-US" sz="3600"/>
              <a:t> </a:t>
            </a:r>
            <a:r>
              <a:rPr lang="en-US" altLang="zh-CN" sz="3600"/>
              <a:t>becomes</a:t>
            </a:r>
            <a:r>
              <a:rPr lang="zh-CN" altLang="en-US" sz="3600"/>
              <a:t> </a:t>
            </a:r>
            <a:r>
              <a:rPr lang="en-US" altLang="zh-CN" sz="3600"/>
              <a:t>the</a:t>
            </a:r>
            <a:r>
              <a:rPr lang="zh-CN" altLang="en-US" sz="3600"/>
              <a:t> </a:t>
            </a:r>
            <a:r>
              <a:rPr lang="en-US" altLang="zh-CN" sz="3600"/>
              <a:t>most</a:t>
            </a:r>
            <a:r>
              <a:rPr lang="zh-CN" altLang="en-US" sz="3600"/>
              <a:t> </a:t>
            </a:r>
            <a:r>
              <a:rPr lang="en-US" altLang="zh-CN" sz="3600"/>
              <a:t>challenging</a:t>
            </a:r>
            <a:r>
              <a:rPr lang="zh-CN" altLang="en-US" sz="3600"/>
              <a:t> </a:t>
            </a:r>
            <a:r>
              <a:rPr lang="en-US" altLang="zh-CN" sz="3600"/>
              <a:t>season</a:t>
            </a:r>
            <a:r>
              <a:rPr lang="zh-CN" altLang="en-US" sz="3600"/>
              <a:t> </a:t>
            </a:r>
            <a:r>
              <a:rPr lang="en-US" altLang="zh-CN" sz="3600"/>
              <a:t>to</a:t>
            </a:r>
            <a:r>
              <a:rPr lang="zh-CN" altLang="en-US" sz="3600"/>
              <a:t> </a:t>
            </a:r>
            <a:r>
              <a:rPr lang="en-US" altLang="zh-CN" sz="3600"/>
              <a:t>predict</a:t>
            </a:r>
            <a:r>
              <a:rPr lang="zh-CN" altLang="en-US" sz="3600"/>
              <a:t> </a:t>
            </a:r>
            <a:r>
              <a:rPr lang="en-US" altLang="zh-CN" sz="3600"/>
              <a:t>an</a:t>
            </a:r>
            <a:r>
              <a:rPr lang="zh-CN" altLang="en-US" sz="3600"/>
              <a:t> </a:t>
            </a:r>
            <a:r>
              <a:rPr lang="en-US" altLang="zh-CN" sz="3600"/>
              <a:t>accurate</a:t>
            </a:r>
            <a:r>
              <a:rPr lang="zh-CN" altLang="en-US" sz="3600"/>
              <a:t> </a:t>
            </a:r>
            <a:r>
              <a:rPr lang="en-US" altLang="zh-CN" sz="3600"/>
              <a:t>power</a:t>
            </a:r>
            <a:r>
              <a:rPr lang="zh-CN" altLang="en-US" sz="3600"/>
              <a:t> </a:t>
            </a:r>
            <a:r>
              <a:rPr lang="en-US" altLang="zh-CN" sz="3600"/>
              <a:t>demand.</a:t>
            </a:r>
          </a:p>
          <a:p>
            <a:pPr>
              <a:spcBef>
                <a:spcPts val="600"/>
              </a:spcBef>
            </a:pPr>
            <a:r>
              <a:rPr lang="en-US" altLang="zh-CN" sz="3600"/>
              <a:t>Automn</a:t>
            </a:r>
            <a:r>
              <a:rPr lang="zh-CN" altLang="en-US" sz="3600"/>
              <a:t> </a:t>
            </a:r>
            <a:r>
              <a:rPr lang="en-US" altLang="zh-CN" sz="3600"/>
              <a:t>in</a:t>
            </a:r>
            <a:r>
              <a:rPr lang="zh-CN" altLang="en-US" sz="3600"/>
              <a:t> </a:t>
            </a:r>
            <a:r>
              <a:rPr lang="en-US" altLang="zh-CN" sz="3600"/>
              <a:t>becomes</a:t>
            </a:r>
            <a:r>
              <a:rPr lang="zh-CN" altLang="en-US" sz="3600"/>
              <a:t> </a:t>
            </a:r>
            <a:r>
              <a:rPr lang="en-US" altLang="zh-CN" sz="3600"/>
              <a:t>the</a:t>
            </a:r>
            <a:r>
              <a:rPr lang="zh-CN" altLang="en-US" sz="3600"/>
              <a:t> </a:t>
            </a:r>
            <a:r>
              <a:rPr lang="en-US" altLang="zh-CN" sz="3600"/>
              <a:t>most</a:t>
            </a:r>
            <a:r>
              <a:rPr lang="zh-CN" altLang="en-US" sz="3600"/>
              <a:t> </a:t>
            </a:r>
            <a:r>
              <a:rPr lang="en-US" altLang="zh-CN" sz="3600"/>
              <a:t>stable</a:t>
            </a:r>
            <a:r>
              <a:rPr lang="zh-CN" altLang="en-US" sz="3600"/>
              <a:t> </a:t>
            </a:r>
            <a:r>
              <a:rPr lang="en-US" altLang="zh-CN" sz="3600"/>
              <a:t>season</a:t>
            </a:r>
            <a:r>
              <a:rPr lang="zh-CN" altLang="en-US" sz="3600"/>
              <a:t> </a:t>
            </a:r>
            <a:r>
              <a:rPr lang="en-US" altLang="zh-CN" sz="3600"/>
              <a:t>to</a:t>
            </a:r>
            <a:r>
              <a:rPr lang="zh-CN" altLang="en-US" sz="3600"/>
              <a:t> </a:t>
            </a:r>
            <a:r>
              <a:rPr lang="en-US" altLang="zh-CN" sz="3600"/>
              <a:t>predict</a:t>
            </a:r>
            <a:r>
              <a:rPr lang="zh-CN" altLang="en-US" sz="3600"/>
              <a:t> </a:t>
            </a:r>
            <a:r>
              <a:rPr lang="en-US" altLang="zh-CN" sz="3600"/>
              <a:t>a</a:t>
            </a:r>
            <a:r>
              <a:rPr lang="zh-CN" altLang="en-US" sz="3600"/>
              <a:t> </a:t>
            </a:r>
            <a:r>
              <a:rPr lang="en-US" altLang="zh-CN" sz="3600"/>
              <a:t>more</a:t>
            </a:r>
            <a:r>
              <a:rPr lang="zh-CN" altLang="en-US" sz="3600"/>
              <a:t> </a:t>
            </a:r>
            <a:r>
              <a:rPr lang="en-US" altLang="zh-CN" sz="3600"/>
              <a:t>accurate</a:t>
            </a:r>
            <a:r>
              <a:rPr lang="zh-CN" altLang="en-US" sz="3600"/>
              <a:t> </a:t>
            </a:r>
            <a:r>
              <a:rPr lang="en-US" altLang="zh-CN" sz="3600"/>
              <a:t>power</a:t>
            </a:r>
            <a:r>
              <a:rPr lang="zh-CN" altLang="en-US" sz="3600"/>
              <a:t> </a:t>
            </a:r>
            <a:r>
              <a:rPr lang="en-US" altLang="zh-CN" sz="3600"/>
              <a:t>demand</a:t>
            </a:r>
            <a:r>
              <a:rPr lang="zh-CN" altLang="en-US" sz="3600"/>
              <a:t> </a:t>
            </a:r>
            <a:r>
              <a:rPr lang="en-US" altLang="zh-CN" sz="3600"/>
              <a:t>across</a:t>
            </a:r>
            <a:r>
              <a:rPr lang="zh-CN" altLang="en-US" sz="3600"/>
              <a:t> </a:t>
            </a:r>
            <a:r>
              <a:rPr lang="en-US" altLang="zh-CN" sz="3600"/>
              <a:t>all</a:t>
            </a:r>
            <a:r>
              <a:rPr lang="zh-CN" altLang="en-US" sz="3600"/>
              <a:t> </a:t>
            </a:r>
            <a:r>
              <a:rPr lang="en-US" altLang="zh-CN" sz="3600"/>
              <a:t>models</a:t>
            </a:r>
            <a:r>
              <a:rPr lang="zh-CN" altLang="en-US" sz="3600"/>
              <a:t> </a:t>
            </a:r>
            <a:r>
              <a:rPr lang="en-US" altLang="zh-CN" sz="3600"/>
              <a:t>+</a:t>
            </a:r>
            <a:r>
              <a:rPr lang="zh-CN" altLang="en-US" sz="3600"/>
              <a:t> </a:t>
            </a:r>
            <a:r>
              <a:rPr lang="en-US" altLang="zh-CN" sz="3600"/>
              <a:t>operational</a:t>
            </a:r>
            <a:r>
              <a:rPr lang="zh-CN" altLang="en-US" sz="3600"/>
              <a:t> </a:t>
            </a:r>
            <a:r>
              <a:rPr lang="en-US" altLang="zh-CN" sz="3600"/>
              <a:t>conditions.</a:t>
            </a:r>
            <a:endParaRPr lang="en-AU" sz="3600"/>
          </a:p>
        </p:txBody>
      </p:sp>
      <p:pic>
        <p:nvPicPr>
          <p:cNvPr id="280" name="pasted-movie.png" descr="pasted-movie.png"/>
          <p:cNvPicPr>
            <a:picLocks noChangeAspect="1"/>
          </p:cNvPicPr>
          <p:nvPr/>
        </p:nvPicPr>
        <p:blipFill>
          <a:blip r:embed="rId3"/>
          <a:stretch>
            <a:fillRect/>
          </a:stretch>
        </p:blipFill>
        <p:spPr>
          <a:xfrm>
            <a:off x="851156" y="3284573"/>
            <a:ext cx="17030443" cy="7657284"/>
          </a:xfrm>
          <a:prstGeom prst="rect">
            <a:avLst/>
          </a:prstGeom>
          <a:ln w="12700">
            <a:miter lim="400000"/>
          </a:ln>
        </p:spPr>
      </p:pic>
      <p:sp>
        <p:nvSpPr>
          <p:cNvPr id="2" name="Rectangle 1">
            <a:extLst>
              <a:ext uri="{FF2B5EF4-FFF2-40B4-BE49-F238E27FC236}">
                <a16:creationId xmlns:a16="http://schemas.microsoft.com/office/drawing/2014/main" id="{272DECB1-CC03-BF2A-11C1-B0D80707C2EA}"/>
              </a:ext>
            </a:extLst>
          </p:cNvPr>
          <p:cNvSpPr/>
          <p:nvPr/>
        </p:nvSpPr>
        <p:spPr>
          <a:xfrm>
            <a:off x="851156" y="3362523"/>
            <a:ext cx="10914123" cy="595035"/>
          </a:xfrm>
          <a:prstGeom prst="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Average</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Error</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by</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Operational</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Conditions</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lang="en-US" altLang="zh-CN" sz="3200">
                <a:solidFill>
                  <a:srgbClr val="000000"/>
                </a:solidFill>
                <a:latin typeface="Graphik-Medium"/>
                <a:ea typeface="Graphik-Medium"/>
                <a:cs typeface="Graphik-Medium"/>
                <a:sym typeface="Graphik Medium"/>
              </a:rPr>
              <a:t>in</a:t>
            </a:r>
            <a:r>
              <a:rPr lang="zh-CN" altLang="en-US" sz="3200">
                <a:solidFill>
                  <a:srgbClr val="000000"/>
                </a:solidFill>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2019</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(MW)</a:t>
            </a:r>
            <a:endParaRPr kumimoji="0" lang="en-US"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sp>
        <p:nvSpPr>
          <p:cNvPr id="3" name="Rounded Rectangle 2">
            <a:extLst>
              <a:ext uri="{FF2B5EF4-FFF2-40B4-BE49-F238E27FC236}">
                <a16:creationId xmlns:a16="http://schemas.microsoft.com/office/drawing/2014/main" id="{2EED4FFC-6501-BE06-262E-F1574DF7CE06}"/>
              </a:ext>
            </a:extLst>
          </p:cNvPr>
          <p:cNvSpPr/>
          <p:nvPr/>
        </p:nvSpPr>
        <p:spPr>
          <a:xfrm>
            <a:off x="18389600" y="3331527"/>
            <a:ext cx="4998720"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MAE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Summer</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Doubled</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vs.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Autumn</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4" name="Rounded Rectangle 3">
            <a:extLst>
              <a:ext uri="{FF2B5EF4-FFF2-40B4-BE49-F238E27FC236}">
                <a16:creationId xmlns:a16="http://schemas.microsoft.com/office/drawing/2014/main" id="{A9BC2DF1-E0A6-DA7C-1925-4AA632EDD5CD}"/>
              </a:ext>
            </a:extLst>
          </p:cNvPr>
          <p:cNvSpPr/>
          <p:nvPr/>
        </p:nvSpPr>
        <p:spPr>
          <a:xfrm>
            <a:off x="18389600" y="5888123"/>
            <a:ext cx="4998720" cy="2565241"/>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MAE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Summer</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&gt;</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60%</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vs.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Winter</a:t>
            </a:r>
            <a:r>
              <a:rPr lang="zh-CN" altLang="en-US" sz="2400">
                <a:solidFill>
                  <a:schemeClr val="tx2">
                    <a:lumMod val="50000"/>
                  </a:schemeClr>
                </a:solidFill>
                <a:latin typeface="Graphik-Medium"/>
                <a:ea typeface="Graphik-Medium"/>
                <a:cs typeface="Graphik-Medium"/>
                <a:sym typeface="Graphik Medium"/>
              </a:rPr>
              <a:t> </a:t>
            </a:r>
            <a:endParaRPr lang="en-AU" altLang="zh-CN" sz="2400">
              <a:solidFill>
                <a:schemeClr val="tx2">
                  <a:lumMod val="50000"/>
                </a:schemeClr>
              </a:solidFill>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&amp;</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vs.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Spring</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5" name="Rounded Rectangle 4">
            <a:extLst>
              <a:ext uri="{FF2B5EF4-FFF2-40B4-BE49-F238E27FC236}">
                <a16:creationId xmlns:a16="http://schemas.microsoft.com/office/drawing/2014/main" id="{C0D16C90-AB81-21CB-ADB1-B25D4E420804}"/>
              </a:ext>
            </a:extLst>
          </p:cNvPr>
          <p:cNvSpPr/>
          <p:nvPr/>
        </p:nvSpPr>
        <p:spPr>
          <a:xfrm>
            <a:off x="18389600" y="8853342"/>
            <a:ext cx="4998720" cy="2088515"/>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Most</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Stable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Autumn</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Lowest</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in</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all</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models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and</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operational</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conditions</a:t>
            </a:r>
          </a:p>
          <a:p>
            <a:pPr marL="0" marR="0" indent="0" algn="ctr" defTabSz="457200" rtl="0" fontAlgn="auto" latinLnBrk="0" hangingPunct="0">
              <a:lnSpc>
                <a:spcPct val="100000"/>
              </a:lnSpc>
              <a:spcBef>
                <a:spcPts val="0"/>
              </a:spcBef>
              <a:spcAft>
                <a:spcPts val="0"/>
              </a:spcAft>
              <a:buClrTx/>
              <a:buSzTx/>
              <a:buFontTx/>
              <a:buNone/>
              <a:tabLst/>
            </a:pPr>
            <a:endParaRPr lang="en-US" altLang="zh-CN" sz="1000">
              <a:solidFill>
                <a:srgbClr val="000000"/>
              </a:solidFill>
              <a:latin typeface="Graphik-Medium"/>
              <a:ea typeface="Graphik-Medium"/>
              <a:cs typeface="Graphik-Medium"/>
              <a:sym typeface="Graphik Medium"/>
            </a:endParaRPr>
          </a:p>
        </p:txBody>
      </p:sp>
      <p:sp>
        <p:nvSpPr>
          <p:cNvPr id="7" name="TextBox 6">
            <a:extLst>
              <a:ext uri="{FF2B5EF4-FFF2-40B4-BE49-F238E27FC236}">
                <a16:creationId xmlns:a16="http://schemas.microsoft.com/office/drawing/2014/main" id="{A4EE6263-1A86-A08E-DCC2-2145801317D0}"/>
              </a:ext>
            </a:extLst>
          </p:cNvPr>
          <p:cNvSpPr txBox="1"/>
          <p:nvPr/>
        </p:nvSpPr>
        <p:spPr>
          <a:xfrm rot="10800000" flipV="1">
            <a:off x="851156" y="12605524"/>
            <a:ext cx="12764971"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Source: Chapter 5, Figure 5.2, MAE (MW) by Model within Each Segment.</a:t>
            </a:r>
            <a:endParaRPr lang="en-GB" sz="2800" b="0" i="0" u="none" strike="noStrike" cap="none" spc="0" normalizeH="0" baseline="0">
              <a:ln>
                <a:noFill/>
              </a:ln>
              <a:solidFill>
                <a:srgbClr val="FFFFFF"/>
              </a:solidFill>
              <a:effectLst/>
              <a:uFillTx/>
              <a:latin typeface="Graphik"/>
              <a:ea typeface="Graphik"/>
              <a:cs typeface="Graphik"/>
            </a:endParaRPr>
          </a:p>
        </p:txBody>
      </p:sp>
      <p:sp>
        <p:nvSpPr>
          <p:cNvPr id="8" name="Rectangle 7">
            <a:extLst>
              <a:ext uri="{FF2B5EF4-FFF2-40B4-BE49-F238E27FC236}">
                <a16:creationId xmlns:a16="http://schemas.microsoft.com/office/drawing/2014/main" id="{C299B605-FDD1-EC71-788E-8F694C2DCB29}"/>
              </a:ext>
            </a:extLst>
          </p:cNvPr>
          <p:cNvSpPr/>
          <p:nvPr/>
        </p:nvSpPr>
        <p:spPr>
          <a:xfrm>
            <a:off x="18267225" y="5705891"/>
            <a:ext cx="5265619" cy="2954438"/>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grpSp>
        <p:nvGrpSpPr>
          <p:cNvPr id="9" name="Group 8">
            <a:extLst>
              <a:ext uri="{FF2B5EF4-FFF2-40B4-BE49-F238E27FC236}">
                <a16:creationId xmlns:a16="http://schemas.microsoft.com/office/drawing/2014/main" id="{01E0FC94-00EE-E914-8CB3-40FC44B10592}"/>
              </a:ext>
            </a:extLst>
          </p:cNvPr>
          <p:cNvGrpSpPr/>
          <p:nvPr/>
        </p:nvGrpSpPr>
        <p:grpSpPr>
          <a:xfrm>
            <a:off x="17873977" y="5394253"/>
            <a:ext cx="984528" cy="862170"/>
            <a:chOff x="1302693" y="2464017"/>
            <a:chExt cx="756000" cy="756000"/>
          </a:xfrm>
        </p:grpSpPr>
        <p:sp>
          <p:nvSpPr>
            <p:cNvPr id="10" name="Oval 9">
              <a:extLst>
                <a:ext uri="{FF2B5EF4-FFF2-40B4-BE49-F238E27FC236}">
                  <a16:creationId xmlns:a16="http://schemas.microsoft.com/office/drawing/2014/main" id="{5DF79CF0-108C-9619-E795-E59064B504FC}"/>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B239F619-CD3C-2FF7-59ED-2D0EAB3BAF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pic>
        <p:nvPicPr>
          <p:cNvPr id="12" name="Camera 11">
            <a:extLst>
              <a:ext uri="{FF2B5EF4-FFF2-40B4-BE49-F238E27FC236}">
                <a16:creationId xmlns:a16="http://schemas.microsoft.com/office/drawing/2014/main" id="{7D5C51BE-E4B5-76BC-2BD5-92BF6E6CCEF1}"/>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5"/>
              </a:ext>
            </a:extLst>
          </a:blip>
          <a:stretch>
            <a:fillRect/>
          </a:stretch>
        </p:blipFill>
        <p:spPr>
          <a:xfrm>
            <a:off x="20617840" y="26271"/>
            <a:ext cx="3741107" cy="3741107"/>
          </a:xfrm>
          <a:prstGeom prst="ellipse">
            <a:avLst/>
          </a:prstGeom>
          <a:ln>
            <a:noFill/>
          </a:ln>
          <a:effectLst>
            <a:outerShdw blurRad="190500" algn="tl" rotWithShape="0">
              <a:srgbClr val="000000">
                <a:alpha val="30000"/>
              </a:srgbClr>
            </a:outerShdw>
          </a:effectLst>
        </p:spPr>
      </p:pic>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31CD4-1F30-69E6-BD38-9A248A6E21DD}"/>
            </a:ext>
          </a:extLst>
        </p:cNvPr>
        <p:cNvGrpSpPr/>
        <p:nvPr/>
      </p:nvGrpSpPr>
      <p:grpSpPr>
        <a:xfrm>
          <a:off x="0" y="0"/>
          <a:ext cx="0" cy="0"/>
          <a:chOff x="0" y="0"/>
          <a:chExt cx="0" cy="0"/>
        </a:xfrm>
      </p:grpSpPr>
      <p:sp>
        <p:nvSpPr>
          <p:cNvPr id="277" name="Every Model Struggles in Summer">
            <a:extLst>
              <a:ext uri="{FF2B5EF4-FFF2-40B4-BE49-F238E27FC236}">
                <a16:creationId xmlns:a16="http://schemas.microsoft.com/office/drawing/2014/main" id="{0DAE37E7-BAEE-1C09-6E2A-1434C3CA27A1}"/>
              </a:ext>
            </a:extLst>
          </p:cNvPr>
          <p:cNvSpPr txBox="1">
            <a:spLocks noGrp="1"/>
          </p:cNvSpPr>
          <p:nvPr>
            <p:ph type="title"/>
          </p:nvPr>
        </p:nvSpPr>
        <p:spPr>
          <a:xfrm>
            <a:off x="1270000" y="767420"/>
            <a:ext cx="21844000" cy="1557437"/>
          </a:xfrm>
          <a:prstGeom prst="rect">
            <a:avLst/>
          </a:prstGeom>
        </p:spPr>
        <p:txBody>
          <a:bodyPr/>
          <a:lstStyle>
            <a:lvl1pPr>
              <a:defRPr>
                <a:latin typeface="Myriad Set Pro Bold"/>
                <a:ea typeface="Myriad Set Pro Bold"/>
                <a:cs typeface="Myriad Set Pro Bold"/>
                <a:sym typeface="Myriad Set Pro Bold"/>
              </a:defRPr>
            </a:lvl1pPr>
          </a:lstStyle>
          <a:p>
            <a:r>
              <a:t>Every Model Struggles in Summer</a:t>
            </a:r>
          </a:p>
        </p:txBody>
      </p:sp>
      <p:sp>
        <p:nvSpPr>
          <p:cNvPr id="278" name="The Highest MAE Across All Models">
            <a:extLst>
              <a:ext uri="{FF2B5EF4-FFF2-40B4-BE49-F238E27FC236}">
                <a16:creationId xmlns:a16="http://schemas.microsoft.com/office/drawing/2014/main" id="{27023AB9-7EBA-C7C3-B206-9E2C2ED62A6A}"/>
              </a:ext>
            </a:extLst>
          </p:cNvPr>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t>The Highest </a:t>
            </a:r>
            <a:r>
              <a:rPr lang="en-US" altLang="zh-CN"/>
              <a:t>Average</a:t>
            </a:r>
            <a:r>
              <a:rPr lang="zh-CN" altLang="en-US"/>
              <a:t> </a:t>
            </a:r>
            <a:r>
              <a:rPr lang="en-US" altLang="zh-CN"/>
              <a:t>Error</a:t>
            </a:r>
            <a:r>
              <a:t> Across All Models</a:t>
            </a:r>
          </a:p>
        </p:txBody>
      </p:sp>
      <p:sp>
        <p:nvSpPr>
          <p:cNvPr id="279" name="The most consistent across operational conditions">
            <a:extLst>
              <a:ext uri="{FF2B5EF4-FFF2-40B4-BE49-F238E27FC236}">
                <a16:creationId xmlns:a16="http://schemas.microsoft.com/office/drawing/2014/main" id="{C9135283-A8FD-1BCB-63DD-2B1A7D6442DC}"/>
              </a:ext>
            </a:extLst>
          </p:cNvPr>
          <p:cNvSpPr txBox="1">
            <a:spLocks noGrp="1"/>
          </p:cNvSpPr>
          <p:nvPr>
            <p:ph type="body" sz="quarter" idx="4294967295"/>
          </p:nvPr>
        </p:nvSpPr>
        <p:spPr>
          <a:xfrm>
            <a:off x="851156" y="11086744"/>
            <a:ext cx="21844000" cy="1508866"/>
          </a:xfrm>
          <a:prstGeom prst="rect">
            <a:avLst/>
          </a:prstGeom>
        </p:spPr>
        <p:txBody>
          <a:bodyPr>
            <a:normAutofit fontScale="85000" lnSpcReduction="20000"/>
          </a:bodyPr>
          <a:lstStyle>
            <a:lvl1pPr marL="640291" indent="-640291" defTabSz="825500">
              <a:defRPr sz="5500" spc="-55">
                <a:latin typeface="Myriad Set Pro Text"/>
                <a:ea typeface="Myriad Set Pro Text"/>
                <a:cs typeface="Myriad Set Pro Text"/>
                <a:sym typeface="Myriad Set Pro Text"/>
              </a:defRPr>
            </a:lvl1pPr>
          </a:lstStyle>
          <a:p>
            <a:pPr>
              <a:spcBef>
                <a:spcPts val="600"/>
              </a:spcBef>
            </a:pPr>
            <a:r>
              <a:rPr lang="en-US" altLang="zh-CN" sz="3600"/>
              <a:t>Average</a:t>
            </a:r>
            <a:r>
              <a:rPr lang="zh-CN" altLang="en-US" sz="3600"/>
              <a:t> </a:t>
            </a:r>
            <a:r>
              <a:rPr lang="en-US" altLang="zh-CN" sz="3600"/>
              <a:t>error</a:t>
            </a:r>
            <a:r>
              <a:rPr lang="zh-CN" altLang="en-US" sz="3600"/>
              <a:t> </a:t>
            </a:r>
            <a:r>
              <a:rPr lang="en-US" altLang="zh-CN" sz="3600"/>
              <a:t>(MAE)</a:t>
            </a:r>
            <a:r>
              <a:rPr lang="zh-CN" altLang="en-US" sz="3600"/>
              <a:t> </a:t>
            </a:r>
            <a:r>
              <a:rPr lang="en-US" altLang="zh-CN" sz="3600"/>
              <a:t>in</a:t>
            </a:r>
            <a:r>
              <a:rPr lang="zh-CN" altLang="en-US" sz="3600"/>
              <a:t> </a:t>
            </a:r>
            <a:r>
              <a:rPr lang="en-US" altLang="zh-CN" sz="3600"/>
              <a:t>Summer</a:t>
            </a:r>
            <a:r>
              <a:rPr lang="zh-CN" altLang="en-US" sz="3600"/>
              <a:t> </a:t>
            </a:r>
            <a:r>
              <a:rPr lang="en-US" altLang="zh-CN" sz="3600"/>
              <a:t>is</a:t>
            </a:r>
            <a:r>
              <a:rPr lang="zh-CN" altLang="en-US" sz="3600"/>
              <a:t> </a:t>
            </a:r>
            <a:r>
              <a:rPr lang="en-US" altLang="zh-CN" sz="3600"/>
              <a:t>doubled</a:t>
            </a:r>
            <a:r>
              <a:rPr lang="zh-CN" altLang="en-US" sz="3600"/>
              <a:t> </a:t>
            </a:r>
            <a:r>
              <a:rPr lang="en-US" altLang="zh-CN" sz="3600"/>
              <a:t>vs.</a:t>
            </a:r>
            <a:r>
              <a:rPr lang="zh-CN" altLang="en-US" sz="3600"/>
              <a:t> </a:t>
            </a:r>
            <a:r>
              <a:rPr lang="en-US" altLang="zh-CN" sz="3600"/>
              <a:t>Automn,</a:t>
            </a:r>
            <a:r>
              <a:rPr lang="zh-CN" altLang="en-US" sz="3600"/>
              <a:t> </a:t>
            </a:r>
            <a:r>
              <a:rPr lang="en-US" altLang="zh-CN" sz="3600"/>
              <a:t>and</a:t>
            </a:r>
            <a:r>
              <a:rPr lang="zh-CN" altLang="en-US" sz="3600"/>
              <a:t> </a:t>
            </a:r>
            <a:r>
              <a:rPr lang="en-US" altLang="zh-CN" sz="3600"/>
              <a:t>over</a:t>
            </a:r>
            <a:r>
              <a:rPr lang="zh-CN" altLang="en-US" sz="3600"/>
              <a:t> </a:t>
            </a:r>
            <a:r>
              <a:rPr lang="en-US" altLang="zh-CN" sz="3600"/>
              <a:t>60%</a:t>
            </a:r>
            <a:r>
              <a:rPr lang="zh-CN" altLang="en-US" sz="3600"/>
              <a:t> </a:t>
            </a:r>
            <a:r>
              <a:rPr lang="en-US" altLang="zh-CN" sz="3600"/>
              <a:t>jump</a:t>
            </a:r>
            <a:r>
              <a:rPr lang="zh-CN" altLang="en-US" sz="3600"/>
              <a:t> </a:t>
            </a:r>
            <a:r>
              <a:rPr lang="en-US" altLang="zh-CN" sz="3600"/>
              <a:t>vs.</a:t>
            </a:r>
            <a:r>
              <a:rPr lang="zh-CN" altLang="en-US" sz="3600"/>
              <a:t> </a:t>
            </a:r>
            <a:r>
              <a:rPr lang="en-US" altLang="zh-CN" sz="3600"/>
              <a:t>Winter</a:t>
            </a:r>
            <a:r>
              <a:rPr lang="zh-CN" altLang="en-US" sz="3600"/>
              <a:t> </a:t>
            </a:r>
            <a:r>
              <a:rPr lang="en-US" altLang="zh-CN" sz="3600"/>
              <a:t>&amp;</a:t>
            </a:r>
            <a:r>
              <a:rPr lang="zh-CN" altLang="en-US" sz="3600"/>
              <a:t> </a:t>
            </a:r>
            <a:r>
              <a:rPr lang="en-US" altLang="zh-CN" sz="3600"/>
              <a:t>Spring.</a:t>
            </a:r>
          </a:p>
          <a:p>
            <a:pPr>
              <a:spcBef>
                <a:spcPts val="600"/>
              </a:spcBef>
            </a:pPr>
            <a:r>
              <a:rPr lang="en-US" altLang="zh-CN" sz="3600"/>
              <a:t>Summer</a:t>
            </a:r>
            <a:r>
              <a:rPr lang="zh-CN" altLang="en-US" sz="3600"/>
              <a:t> </a:t>
            </a:r>
            <a:r>
              <a:rPr lang="en-US" altLang="zh-CN" sz="3600"/>
              <a:t>becomes</a:t>
            </a:r>
            <a:r>
              <a:rPr lang="zh-CN" altLang="en-US" sz="3600"/>
              <a:t> </a:t>
            </a:r>
            <a:r>
              <a:rPr lang="en-US" altLang="zh-CN" sz="3600"/>
              <a:t>the</a:t>
            </a:r>
            <a:r>
              <a:rPr lang="zh-CN" altLang="en-US" sz="3600"/>
              <a:t> </a:t>
            </a:r>
            <a:r>
              <a:rPr lang="en-US" altLang="zh-CN" sz="3600"/>
              <a:t>most</a:t>
            </a:r>
            <a:r>
              <a:rPr lang="zh-CN" altLang="en-US" sz="3600"/>
              <a:t> </a:t>
            </a:r>
            <a:r>
              <a:rPr lang="en-US" altLang="zh-CN" sz="3600"/>
              <a:t>challenging</a:t>
            </a:r>
            <a:r>
              <a:rPr lang="zh-CN" altLang="en-US" sz="3600"/>
              <a:t> </a:t>
            </a:r>
            <a:r>
              <a:rPr lang="en-US" altLang="zh-CN" sz="3600"/>
              <a:t>season</a:t>
            </a:r>
            <a:r>
              <a:rPr lang="zh-CN" altLang="en-US" sz="3600"/>
              <a:t> </a:t>
            </a:r>
            <a:r>
              <a:rPr lang="en-US" altLang="zh-CN" sz="3600"/>
              <a:t>to</a:t>
            </a:r>
            <a:r>
              <a:rPr lang="zh-CN" altLang="en-US" sz="3600"/>
              <a:t> </a:t>
            </a:r>
            <a:r>
              <a:rPr lang="en-US" altLang="zh-CN" sz="3600"/>
              <a:t>predict</a:t>
            </a:r>
            <a:r>
              <a:rPr lang="zh-CN" altLang="en-US" sz="3600"/>
              <a:t> </a:t>
            </a:r>
            <a:r>
              <a:rPr lang="en-US" altLang="zh-CN" sz="3600"/>
              <a:t>an</a:t>
            </a:r>
            <a:r>
              <a:rPr lang="zh-CN" altLang="en-US" sz="3600"/>
              <a:t> </a:t>
            </a:r>
            <a:r>
              <a:rPr lang="en-US" altLang="zh-CN" sz="3600"/>
              <a:t>accurate</a:t>
            </a:r>
            <a:r>
              <a:rPr lang="zh-CN" altLang="en-US" sz="3600"/>
              <a:t> </a:t>
            </a:r>
            <a:r>
              <a:rPr lang="en-US" altLang="zh-CN" sz="3600"/>
              <a:t>power</a:t>
            </a:r>
            <a:r>
              <a:rPr lang="zh-CN" altLang="en-US" sz="3600"/>
              <a:t> </a:t>
            </a:r>
            <a:r>
              <a:rPr lang="en-US" altLang="zh-CN" sz="3600"/>
              <a:t>demand.</a:t>
            </a:r>
          </a:p>
          <a:p>
            <a:pPr>
              <a:spcBef>
                <a:spcPts val="600"/>
              </a:spcBef>
            </a:pPr>
            <a:r>
              <a:rPr lang="en-US" altLang="zh-CN" sz="3600"/>
              <a:t>Automn</a:t>
            </a:r>
            <a:r>
              <a:rPr lang="zh-CN" altLang="en-US" sz="3600"/>
              <a:t> </a:t>
            </a:r>
            <a:r>
              <a:rPr lang="en-US" altLang="zh-CN" sz="3600"/>
              <a:t>in</a:t>
            </a:r>
            <a:r>
              <a:rPr lang="zh-CN" altLang="en-US" sz="3600"/>
              <a:t> </a:t>
            </a:r>
            <a:r>
              <a:rPr lang="en-US" altLang="zh-CN" sz="3600"/>
              <a:t>becomes</a:t>
            </a:r>
            <a:r>
              <a:rPr lang="zh-CN" altLang="en-US" sz="3600"/>
              <a:t> </a:t>
            </a:r>
            <a:r>
              <a:rPr lang="en-US" altLang="zh-CN" sz="3600"/>
              <a:t>the</a:t>
            </a:r>
            <a:r>
              <a:rPr lang="zh-CN" altLang="en-US" sz="3600"/>
              <a:t> </a:t>
            </a:r>
            <a:r>
              <a:rPr lang="en-US" altLang="zh-CN" sz="3600"/>
              <a:t>most</a:t>
            </a:r>
            <a:r>
              <a:rPr lang="zh-CN" altLang="en-US" sz="3600"/>
              <a:t> </a:t>
            </a:r>
            <a:r>
              <a:rPr lang="en-US" altLang="zh-CN" sz="3600"/>
              <a:t>stable</a:t>
            </a:r>
            <a:r>
              <a:rPr lang="zh-CN" altLang="en-US" sz="3600"/>
              <a:t> </a:t>
            </a:r>
            <a:r>
              <a:rPr lang="en-US" altLang="zh-CN" sz="3600"/>
              <a:t>season</a:t>
            </a:r>
            <a:r>
              <a:rPr lang="zh-CN" altLang="en-US" sz="3600"/>
              <a:t> </a:t>
            </a:r>
            <a:r>
              <a:rPr lang="en-US" altLang="zh-CN" sz="3600"/>
              <a:t>to</a:t>
            </a:r>
            <a:r>
              <a:rPr lang="zh-CN" altLang="en-US" sz="3600"/>
              <a:t> </a:t>
            </a:r>
            <a:r>
              <a:rPr lang="en-US" altLang="zh-CN" sz="3600"/>
              <a:t>predict</a:t>
            </a:r>
            <a:r>
              <a:rPr lang="zh-CN" altLang="en-US" sz="3600"/>
              <a:t> </a:t>
            </a:r>
            <a:r>
              <a:rPr lang="en-US" altLang="zh-CN" sz="3600"/>
              <a:t>a</a:t>
            </a:r>
            <a:r>
              <a:rPr lang="zh-CN" altLang="en-US" sz="3600"/>
              <a:t> </a:t>
            </a:r>
            <a:r>
              <a:rPr lang="en-US" altLang="zh-CN" sz="3600"/>
              <a:t>more</a:t>
            </a:r>
            <a:r>
              <a:rPr lang="zh-CN" altLang="en-US" sz="3600"/>
              <a:t> </a:t>
            </a:r>
            <a:r>
              <a:rPr lang="en-US" altLang="zh-CN" sz="3600"/>
              <a:t>accurate</a:t>
            </a:r>
            <a:r>
              <a:rPr lang="zh-CN" altLang="en-US" sz="3600"/>
              <a:t> </a:t>
            </a:r>
            <a:r>
              <a:rPr lang="en-US" altLang="zh-CN" sz="3600"/>
              <a:t>power</a:t>
            </a:r>
            <a:r>
              <a:rPr lang="zh-CN" altLang="en-US" sz="3600"/>
              <a:t> </a:t>
            </a:r>
            <a:r>
              <a:rPr lang="en-US" altLang="zh-CN" sz="3600"/>
              <a:t>demand</a:t>
            </a:r>
            <a:r>
              <a:rPr lang="zh-CN" altLang="en-US" sz="3600"/>
              <a:t> </a:t>
            </a:r>
            <a:r>
              <a:rPr lang="en-US" altLang="zh-CN" sz="3600"/>
              <a:t>across</a:t>
            </a:r>
            <a:r>
              <a:rPr lang="zh-CN" altLang="en-US" sz="3600"/>
              <a:t> </a:t>
            </a:r>
            <a:r>
              <a:rPr lang="en-US" altLang="zh-CN" sz="3600"/>
              <a:t>all</a:t>
            </a:r>
            <a:r>
              <a:rPr lang="zh-CN" altLang="en-US" sz="3600"/>
              <a:t> </a:t>
            </a:r>
            <a:r>
              <a:rPr lang="en-US" altLang="zh-CN" sz="3600"/>
              <a:t>models</a:t>
            </a:r>
            <a:r>
              <a:rPr lang="zh-CN" altLang="en-US" sz="3600"/>
              <a:t> </a:t>
            </a:r>
            <a:r>
              <a:rPr lang="en-US" altLang="zh-CN" sz="3600"/>
              <a:t>+</a:t>
            </a:r>
            <a:r>
              <a:rPr lang="zh-CN" altLang="en-US" sz="3600"/>
              <a:t> </a:t>
            </a:r>
            <a:r>
              <a:rPr lang="en-US" altLang="zh-CN" sz="3600"/>
              <a:t>operational</a:t>
            </a:r>
            <a:r>
              <a:rPr lang="zh-CN" altLang="en-US" sz="3600"/>
              <a:t> </a:t>
            </a:r>
            <a:r>
              <a:rPr lang="en-US" altLang="zh-CN" sz="3600"/>
              <a:t>conditions.</a:t>
            </a:r>
            <a:endParaRPr lang="en-AU" sz="3600"/>
          </a:p>
        </p:txBody>
      </p:sp>
      <p:pic>
        <p:nvPicPr>
          <p:cNvPr id="280" name="pasted-movie.png" descr="pasted-movie.png">
            <a:extLst>
              <a:ext uri="{FF2B5EF4-FFF2-40B4-BE49-F238E27FC236}">
                <a16:creationId xmlns:a16="http://schemas.microsoft.com/office/drawing/2014/main" id="{F31F30BA-B4DC-84C6-7FFE-B98D9C578887}"/>
              </a:ext>
            </a:extLst>
          </p:cNvPr>
          <p:cNvPicPr>
            <a:picLocks noChangeAspect="1"/>
          </p:cNvPicPr>
          <p:nvPr/>
        </p:nvPicPr>
        <p:blipFill>
          <a:blip r:embed="rId3"/>
          <a:stretch>
            <a:fillRect/>
          </a:stretch>
        </p:blipFill>
        <p:spPr>
          <a:xfrm>
            <a:off x="851156" y="3284573"/>
            <a:ext cx="17030443" cy="7657284"/>
          </a:xfrm>
          <a:prstGeom prst="rect">
            <a:avLst/>
          </a:prstGeom>
          <a:ln w="12700">
            <a:miter lim="400000"/>
          </a:ln>
        </p:spPr>
      </p:pic>
      <p:sp>
        <p:nvSpPr>
          <p:cNvPr id="2" name="Rectangle 1">
            <a:extLst>
              <a:ext uri="{FF2B5EF4-FFF2-40B4-BE49-F238E27FC236}">
                <a16:creationId xmlns:a16="http://schemas.microsoft.com/office/drawing/2014/main" id="{CA6E37B2-469F-431A-AB64-F76771BFD946}"/>
              </a:ext>
            </a:extLst>
          </p:cNvPr>
          <p:cNvSpPr/>
          <p:nvPr/>
        </p:nvSpPr>
        <p:spPr>
          <a:xfrm>
            <a:off x="851156" y="3362523"/>
            <a:ext cx="10914123" cy="595035"/>
          </a:xfrm>
          <a:prstGeom prst="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Average</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Error</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by</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Operational</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Conditions</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lang="en-US" altLang="zh-CN" sz="3200">
                <a:solidFill>
                  <a:srgbClr val="000000"/>
                </a:solidFill>
                <a:latin typeface="Graphik-Medium"/>
                <a:ea typeface="Graphik-Medium"/>
                <a:cs typeface="Graphik-Medium"/>
                <a:sym typeface="Graphik Medium"/>
              </a:rPr>
              <a:t>in</a:t>
            </a:r>
            <a:r>
              <a:rPr lang="zh-CN" altLang="en-US" sz="3200">
                <a:solidFill>
                  <a:srgbClr val="000000"/>
                </a:solidFill>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2019</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(MW)</a:t>
            </a:r>
            <a:endParaRPr kumimoji="0" lang="en-US"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sp>
        <p:nvSpPr>
          <p:cNvPr id="3" name="Rounded Rectangle 2">
            <a:extLst>
              <a:ext uri="{FF2B5EF4-FFF2-40B4-BE49-F238E27FC236}">
                <a16:creationId xmlns:a16="http://schemas.microsoft.com/office/drawing/2014/main" id="{E3B54016-E354-5D1A-B0E3-2C3CCCDF8D3E}"/>
              </a:ext>
            </a:extLst>
          </p:cNvPr>
          <p:cNvSpPr/>
          <p:nvPr/>
        </p:nvSpPr>
        <p:spPr>
          <a:xfrm>
            <a:off x="18389600" y="3331527"/>
            <a:ext cx="4998720"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MAE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Summer</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Doubled</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vs.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Autumn</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4" name="Rounded Rectangle 3">
            <a:extLst>
              <a:ext uri="{FF2B5EF4-FFF2-40B4-BE49-F238E27FC236}">
                <a16:creationId xmlns:a16="http://schemas.microsoft.com/office/drawing/2014/main" id="{7D5B0D1A-DAFB-394D-5B5E-1F39A67F94D0}"/>
              </a:ext>
            </a:extLst>
          </p:cNvPr>
          <p:cNvSpPr/>
          <p:nvPr/>
        </p:nvSpPr>
        <p:spPr>
          <a:xfrm>
            <a:off x="18389600" y="5888123"/>
            <a:ext cx="4998720" cy="2565241"/>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MAE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Summer</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&gt;</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60%</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vs.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Winter</a:t>
            </a:r>
            <a:r>
              <a:rPr lang="zh-CN" altLang="en-US" sz="2400">
                <a:solidFill>
                  <a:schemeClr val="tx2">
                    <a:lumMod val="50000"/>
                  </a:schemeClr>
                </a:solidFill>
                <a:latin typeface="Graphik-Medium"/>
                <a:ea typeface="Graphik-Medium"/>
                <a:cs typeface="Graphik-Medium"/>
                <a:sym typeface="Graphik Medium"/>
              </a:rPr>
              <a:t> </a:t>
            </a:r>
            <a:endParaRPr lang="en-AU" altLang="zh-CN" sz="2400">
              <a:solidFill>
                <a:schemeClr val="tx2">
                  <a:lumMod val="50000"/>
                </a:schemeClr>
              </a:solidFill>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&amp;</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vs.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Spring</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5" name="Rounded Rectangle 4">
            <a:extLst>
              <a:ext uri="{FF2B5EF4-FFF2-40B4-BE49-F238E27FC236}">
                <a16:creationId xmlns:a16="http://schemas.microsoft.com/office/drawing/2014/main" id="{136BA153-5980-267D-6FDB-A667DE8E10A2}"/>
              </a:ext>
            </a:extLst>
          </p:cNvPr>
          <p:cNvSpPr/>
          <p:nvPr/>
        </p:nvSpPr>
        <p:spPr>
          <a:xfrm>
            <a:off x="18389600" y="8853342"/>
            <a:ext cx="4998720" cy="2088515"/>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Most</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Stable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Autumn</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Lowest</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in</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all</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models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and</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operational</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conditions</a:t>
            </a:r>
          </a:p>
          <a:p>
            <a:pPr marL="0" marR="0" indent="0" algn="ctr" defTabSz="457200" rtl="0" fontAlgn="auto" latinLnBrk="0" hangingPunct="0">
              <a:lnSpc>
                <a:spcPct val="100000"/>
              </a:lnSpc>
              <a:spcBef>
                <a:spcPts val="0"/>
              </a:spcBef>
              <a:spcAft>
                <a:spcPts val="0"/>
              </a:spcAft>
              <a:buClrTx/>
              <a:buSzTx/>
              <a:buFontTx/>
              <a:buNone/>
              <a:tabLst/>
            </a:pPr>
            <a:endParaRPr lang="en-US" altLang="zh-CN" sz="1000">
              <a:solidFill>
                <a:srgbClr val="000000"/>
              </a:solidFill>
              <a:latin typeface="Graphik-Medium"/>
              <a:ea typeface="Graphik-Medium"/>
              <a:cs typeface="Graphik-Medium"/>
              <a:sym typeface="Graphik Medium"/>
            </a:endParaRPr>
          </a:p>
        </p:txBody>
      </p:sp>
      <p:sp>
        <p:nvSpPr>
          <p:cNvPr id="7" name="TextBox 6">
            <a:extLst>
              <a:ext uri="{FF2B5EF4-FFF2-40B4-BE49-F238E27FC236}">
                <a16:creationId xmlns:a16="http://schemas.microsoft.com/office/drawing/2014/main" id="{FF95FB1E-BF66-3A24-F86F-993B8DAAC3B5}"/>
              </a:ext>
            </a:extLst>
          </p:cNvPr>
          <p:cNvSpPr txBox="1"/>
          <p:nvPr/>
        </p:nvSpPr>
        <p:spPr>
          <a:xfrm rot="10800000" flipV="1">
            <a:off x="851156" y="12605524"/>
            <a:ext cx="12764971"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GB" sz="2800"/>
              <a:t>Source: Chapter 5, Figure 5.2, MAE (MW) by Model within Each Segment.</a:t>
            </a:r>
            <a:endParaRPr lang="en-GB" sz="2800" b="0" i="0" u="none" strike="noStrike" cap="none" spc="0" normalizeH="0" baseline="0">
              <a:ln>
                <a:noFill/>
              </a:ln>
              <a:solidFill>
                <a:srgbClr val="FFFFFF"/>
              </a:solidFill>
              <a:effectLst/>
              <a:uFillTx/>
              <a:latin typeface="Graphik"/>
              <a:ea typeface="Graphik"/>
              <a:cs typeface="Graphik"/>
            </a:endParaRPr>
          </a:p>
        </p:txBody>
      </p:sp>
      <p:sp>
        <p:nvSpPr>
          <p:cNvPr id="8" name="Rectangle 7">
            <a:extLst>
              <a:ext uri="{FF2B5EF4-FFF2-40B4-BE49-F238E27FC236}">
                <a16:creationId xmlns:a16="http://schemas.microsoft.com/office/drawing/2014/main" id="{DD7560B5-CABB-F71D-F496-223C048E6532}"/>
              </a:ext>
            </a:extLst>
          </p:cNvPr>
          <p:cNvSpPr/>
          <p:nvPr/>
        </p:nvSpPr>
        <p:spPr>
          <a:xfrm>
            <a:off x="18046271" y="8689485"/>
            <a:ext cx="5728129" cy="2397259"/>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grpSp>
        <p:nvGrpSpPr>
          <p:cNvPr id="9" name="Group 8">
            <a:extLst>
              <a:ext uri="{FF2B5EF4-FFF2-40B4-BE49-F238E27FC236}">
                <a16:creationId xmlns:a16="http://schemas.microsoft.com/office/drawing/2014/main" id="{3E41CDE3-E587-C319-23BB-C2AFF748C409}"/>
              </a:ext>
            </a:extLst>
          </p:cNvPr>
          <p:cNvGrpSpPr/>
          <p:nvPr/>
        </p:nvGrpSpPr>
        <p:grpSpPr>
          <a:xfrm>
            <a:off x="17929065" y="8329721"/>
            <a:ext cx="984528" cy="862170"/>
            <a:chOff x="1302693" y="2464017"/>
            <a:chExt cx="756000" cy="756000"/>
          </a:xfrm>
        </p:grpSpPr>
        <p:sp>
          <p:nvSpPr>
            <p:cNvPr id="10" name="Oval 9">
              <a:extLst>
                <a:ext uri="{FF2B5EF4-FFF2-40B4-BE49-F238E27FC236}">
                  <a16:creationId xmlns:a16="http://schemas.microsoft.com/office/drawing/2014/main" id="{F704285C-707D-5500-B1C2-C5A413BDDC08}"/>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C842425B-C1C5-15F6-23D5-74EC8E7201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pic>
        <p:nvPicPr>
          <p:cNvPr id="12" name="Camera 11">
            <a:extLst>
              <a:ext uri="{FF2B5EF4-FFF2-40B4-BE49-F238E27FC236}">
                <a16:creationId xmlns:a16="http://schemas.microsoft.com/office/drawing/2014/main" id="{BC528C07-96CA-8501-4D88-F2826BF0BBE5}"/>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5"/>
              </a:ext>
            </a:extLst>
          </a:blip>
          <a:stretch>
            <a:fillRect/>
          </a:stretch>
        </p:blipFill>
        <p:spPr>
          <a:xfrm>
            <a:off x="20617840" y="26271"/>
            <a:ext cx="3741107" cy="3741107"/>
          </a:xfrm>
          <a:prstGeom prst="ellipse">
            <a:avLst/>
          </a:prstGeom>
          <a:ln>
            <a:noFill/>
          </a:ln>
          <a:effectLst>
            <a:outerShdw blurRad="190500" algn="tl" rotWithShape="0">
              <a:srgbClr val="000000">
                <a:alpha val="30000"/>
              </a:srgbClr>
            </a:outerShdw>
          </a:effectLst>
        </p:spPr>
      </p:pic>
    </p:spTree>
    <p:extLst>
      <p:ext uri="{BB962C8B-B14F-4D97-AF65-F5344CB8AC3E}">
        <p14:creationId xmlns:p14="http://schemas.microsoft.com/office/powerpoint/2010/main" val="1364093124"/>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C86BF-8CC8-E8F2-3C41-018DD93555A9}"/>
            </a:ext>
          </a:extLst>
        </p:cNvPr>
        <p:cNvGrpSpPr/>
        <p:nvPr/>
      </p:nvGrpSpPr>
      <p:grpSpPr>
        <a:xfrm>
          <a:off x="0" y="0"/>
          <a:ext cx="0" cy="0"/>
          <a:chOff x="0" y="0"/>
          <a:chExt cx="0" cy="0"/>
        </a:xfrm>
      </p:grpSpPr>
      <p:sp>
        <p:nvSpPr>
          <p:cNvPr id="277" name="Every Model Struggles in Summer">
            <a:extLst>
              <a:ext uri="{FF2B5EF4-FFF2-40B4-BE49-F238E27FC236}">
                <a16:creationId xmlns:a16="http://schemas.microsoft.com/office/drawing/2014/main" id="{AC817850-D912-9357-BB97-DD1735CAD233}"/>
              </a:ext>
            </a:extLst>
          </p:cNvPr>
          <p:cNvSpPr txBox="1">
            <a:spLocks noGrp="1"/>
          </p:cNvSpPr>
          <p:nvPr>
            <p:ph type="title"/>
          </p:nvPr>
        </p:nvSpPr>
        <p:spPr>
          <a:xfrm>
            <a:off x="1270000" y="767420"/>
            <a:ext cx="21844000" cy="1557437"/>
          </a:xfrm>
          <a:prstGeom prst="rect">
            <a:avLst/>
          </a:prstGeom>
        </p:spPr>
        <p:txBody>
          <a:bodyPr/>
          <a:lstStyle>
            <a:lvl1pPr>
              <a:defRPr>
                <a:latin typeface="Myriad Set Pro Bold"/>
                <a:ea typeface="Myriad Set Pro Bold"/>
                <a:cs typeface="Myriad Set Pro Bold"/>
                <a:sym typeface="Myriad Set Pro Bold"/>
              </a:defRPr>
            </a:lvl1pPr>
          </a:lstStyle>
          <a:p>
            <a:r>
              <a:t>Every Model Struggles in Summer</a:t>
            </a:r>
          </a:p>
        </p:txBody>
      </p:sp>
      <p:sp>
        <p:nvSpPr>
          <p:cNvPr id="278" name="The Highest MAE Across All Models">
            <a:extLst>
              <a:ext uri="{FF2B5EF4-FFF2-40B4-BE49-F238E27FC236}">
                <a16:creationId xmlns:a16="http://schemas.microsoft.com/office/drawing/2014/main" id="{1CC36A4F-46C0-FE74-6CC7-35E214C7F8F2}"/>
              </a:ext>
            </a:extLst>
          </p:cNvPr>
          <p:cNvSpPr txBox="1">
            <a:spLocks noGrp="1"/>
          </p:cNvSpPr>
          <p:nvPr>
            <p:ph type="body" idx="21"/>
          </p:nvPr>
        </p:nvSpPr>
        <p:spPr>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r>
              <a:t>The Highest </a:t>
            </a:r>
            <a:r>
              <a:rPr lang="en-US" altLang="zh-CN"/>
              <a:t>Average</a:t>
            </a:r>
            <a:r>
              <a:rPr lang="zh-CN" altLang="en-US"/>
              <a:t> </a:t>
            </a:r>
            <a:r>
              <a:rPr lang="en-US" altLang="zh-CN"/>
              <a:t>Error</a:t>
            </a:r>
            <a:r>
              <a:t> Across All Models</a:t>
            </a:r>
          </a:p>
        </p:txBody>
      </p:sp>
      <p:sp>
        <p:nvSpPr>
          <p:cNvPr id="279" name="The most consistent across operational conditions">
            <a:extLst>
              <a:ext uri="{FF2B5EF4-FFF2-40B4-BE49-F238E27FC236}">
                <a16:creationId xmlns:a16="http://schemas.microsoft.com/office/drawing/2014/main" id="{2298F3B4-7CA7-6462-274D-7189DA1E7764}"/>
              </a:ext>
            </a:extLst>
          </p:cNvPr>
          <p:cNvSpPr txBox="1">
            <a:spLocks noGrp="1"/>
          </p:cNvSpPr>
          <p:nvPr>
            <p:ph type="body" sz="quarter" idx="4294967295"/>
          </p:nvPr>
        </p:nvSpPr>
        <p:spPr>
          <a:xfrm>
            <a:off x="851156" y="11086744"/>
            <a:ext cx="21844000" cy="1508866"/>
          </a:xfrm>
          <a:prstGeom prst="rect">
            <a:avLst/>
          </a:prstGeom>
        </p:spPr>
        <p:txBody>
          <a:bodyPr>
            <a:normAutofit fontScale="85000" lnSpcReduction="20000"/>
          </a:bodyPr>
          <a:lstStyle>
            <a:lvl1pPr marL="640291" indent="-640291" defTabSz="825500">
              <a:defRPr sz="5500" spc="-55">
                <a:latin typeface="Myriad Set Pro Text"/>
                <a:ea typeface="Myriad Set Pro Text"/>
                <a:cs typeface="Myriad Set Pro Text"/>
                <a:sym typeface="Myriad Set Pro Text"/>
              </a:defRPr>
            </a:lvl1pPr>
          </a:lstStyle>
          <a:p>
            <a:pPr>
              <a:spcBef>
                <a:spcPts val="600"/>
              </a:spcBef>
            </a:pPr>
            <a:r>
              <a:rPr lang="en-US" altLang="zh-CN" sz="3600"/>
              <a:t>Average</a:t>
            </a:r>
            <a:r>
              <a:rPr lang="zh-CN" altLang="en-US" sz="3600"/>
              <a:t> </a:t>
            </a:r>
            <a:r>
              <a:rPr lang="en-US" altLang="zh-CN" sz="3600"/>
              <a:t>error</a:t>
            </a:r>
            <a:r>
              <a:rPr lang="zh-CN" altLang="en-US" sz="3600"/>
              <a:t> </a:t>
            </a:r>
            <a:r>
              <a:rPr lang="en-US" altLang="zh-CN" sz="3600"/>
              <a:t>(MAE)</a:t>
            </a:r>
            <a:r>
              <a:rPr lang="zh-CN" altLang="en-US" sz="3600"/>
              <a:t> </a:t>
            </a:r>
            <a:r>
              <a:rPr lang="en-US" altLang="zh-CN" sz="3600"/>
              <a:t>in</a:t>
            </a:r>
            <a:r>
              <a:rPr lang="zh-CN" altLang="en-US" sz="3600"/>
              <a:t> </a:t>
            </a:r>
            <a:r>
              <a:rPr lang="en-US" altLang="zh-CN" sz="3600"/>
              <a:t>Summer</a:t>
            </a:r>
            <a:r>
              <a:rPr lang="zh-CN" altLang="en-US" sz="3600"/>
              <a:t> </a:t>
            </a:r>
            <a:r>
              <a:rPr lang="en-US" altLang="zh-CN" sz="3600"/>
              <a:t>is</a:t>
            </a:r>
            <a:r>
              <a:rPr lang="zh-CN" altLang="en-US" sz="3600"/>
              <a:t> </a:t>
            </a:r>
            <a:r>
              <a:rPr lang="en-US" altLang="zh-CN" sz="3600"/>
              <a:t>doubled</a:t>
            </a:r>
            <a:r>
              <a:rPr lang="zh-CN" altLang="en-US" sz="3600"/>
              <a:t> </a:t>
            </a:r>
            <a:r>
              <a:rPr lang="en-US" altLang="zh-CN" sz="3600"/>
              <a:t>vs.</a:t>
            </a:r>
            <a:r>
              <a:rPr lang="zh-CN" altLang="en-US" sz="3600"/>
              <a:t> </a:t>
            </a:r>
            <a:r>
              <a:rPr lang="en-US" altLang="zh-CN" sz="3600"/>
              <a:t>Automn,</a:t>
            </a:r>
            <a:r>
              <a:rPr lang="zh-CN" altLang="en-US" sz="3600"/>
              <a:t> </a:t>
            </a:r>
            <a:r>
              <a:rPr lang="en-US" altLang="zh-CN" sz="3600"/>
              <a:t>and</a:t>
            </a:r>
            <a:r>
              <a:rPr lang="zh-CN" altLang="en-US" sz="3600"/>
              <a:t> </a:t>
            </a:r>
            <a:r>
              <a:rPr lang="en-US" altLang="zh-CN" sz="3600"/>
              <a:t>over</a:t>
            </a:r>
            <a:r>
              <a:rPr lang="zh-CN" altLang="en-US" sz="3600"/>
              <a:t> </a:t>
            </a:r>
            <a:r>
              <a:rPr lang="en-US" altLang="zh-CN" sz="3600"/>
              <a:t>60%</a:t>
            </a:r>
            <a:r>
              <a:rPr lang="zh-CN" altLang="en-US" sz="3600"/>
              <a:t> </a:t>
            </a:r>
            <a:r>
              <a:rPr lang="en-US" altLang="zh-CN" sz="3600"/>
              <a:t>jump</a:t>
            </a:r>
            <a:r>
              <a:rPr lang="zh-CN" altLang="en-US" sz="3600"/>
              <a:t> </a:t>
            </a:r>
            <a:r>
              <a:rPr lang="en-US" altLang="zh-CN" sz="3600"/>
              <a:t>vs.</a:t>
            </a:r>
            <a:r>
              <a:rPr lang="zh-CN" altLang="en-US" sz="3600"/>
              <a:t> </a:t>
            </a:r>
            <a:r>
              <a:rPr lang="en-US" altLang="zh-CN" sz="3600"/>
              <a:t>Winter</a:t>
            </a:r>
            <a:r>
              <a:rPr lang="zh-CN" altLang="en-US" sz="3600"/>
              <a:t> </a:t>
            </a:r>
            <a:r>
              <a:rPr lang="en-US" altLang="zh-CN" sz="3600"/>
              <a:t>&amp;</a:t>
            </a:r>
            <a:r>
              <a:rPr lang="zh-CN" altLang="en-US" sz="3600"/>
              <a:t> </a:t>
            </a:r>
            <a:r>
              <a:rPr lang="en-US" altLang="zh-CN" sz="3600"/>
              <a:t>Spring.</a:t>
            </a:r>
          </a:p>
          <a:p>
            <a:pPr>
              <a:spcBef>
                <a:spcPts val="600"/>
              </a:spcBef>
            </a:pPr>
            <a:r>
              <a:rPr lang="en-US" altLang="zh-CN" sz="3600"/>
              <a:t>Summer</a:t>
            </a:r>
            <a:r>
              <a:rPr lang="zh-CN" altLang="en-US" sz="3600"/>
              <a:t> </a:t>
            </a:r>
            <a:r>
              <a:rPr lang="en-US" altLang="zh-CN" sz="3600"/>
              <a:t>becomes</a:t>
            </a:r>
            <a:r>
              <a:rPr lang="zh-CN" altLang="en-US" sz="3600"/>
              <a:t> </a:t>
            </a:r>
            <a:r>
              <a:rPr lang="en-US" altLang="zh-CN" sz="3600"/>
              <a:t>the</a:t>
            </a:r>
            <a:r>
              <a:rPr lang="zh-CN" altLang="en-US" sz="3600"/>
              <a:t> </a:t>
            </a:r>
            <a:r>
              <a:rPr lang="en-US" altLang="zh-CN" sz="3600"/>
              <a:t>most</a:t>
            </a:r>
            <a:r>
              <a:rPr lang="zh-CN" altLang="en-US" sz="3600"/>
              <a:t> </a:t>
            </a:r>
            <a:r>
              <a:rPr lang="en-US" altLang="zh-CN" sz="3600"/>
              <a:t>challenging</a:t>
            </a:r>
            <a:r>
              <a:rPr lang="zh-CN" altLang="en-US" sz="3600"/>
              <a:t> </a:t>
            </a:r>
            <a:r>
              <a:rPr lang="en-US" altLang="zh-CN" sz="3600"/>
              <a:t>season</a:t>
            </a:r>
            <a:r>
              <a:rPr lang="zh-CN" altLang="en-US" sz="3600"/>
              <a:t> </a:t>
            </a:r>
            <a:r>
              <a:rPr lang="en-US" altLang="zh-CN" sz="3600"/>
              <a:t>to</a:t>
            </a:r>
            <a:r>
              <a:rPr lang="zh-CN" altLang="en-US" sz="3600"/>
              <a:t> </a:t>
            </a:r>
            <a:r>
              <a:rPr lang="en-US" altLang="zh-CN" sz="3600"/>
              <a:t>predict</a:t>
            </a:r>
            <a:r>
              <a:rPr lang="zh-CN" altLang="en-US" sz="3600"/>
              <a:t> </a:t>
            </a:r>
            <a:r>
              <a:rPr lang="en-US" altLang="zh-CN" sz="3600"/>
              <a:t>an</a:t>
            </a:r>
            <a:r>
              <a:rPr lang="zh-CN" altLang="en-US" sz="3600"/>
              <a:t> </a:t>
            </a:r>
            <a:r>
              <a:rPr lang="en-US" altLang="zh-CN" sz="3600"/>
              <a:t>accurate</a:t>
            </a:r>
            <a:r>
              <a:rPr lang="zh-CN" altLang="en-US" sz="3600"/>
              <a:t> </a:t>
            </a:r>
            <a:r>
              <a:rPr lang="en-US" altLang="zh-CN" sz="3600"/>
              <a:t>power</a:t>
            </a:r>
            <a:r>
              <a:rPr lang="zh-CN" altLang="en-US" sz="3600"/>
              <a:t> </a:t>
            </a:r>
            <a:r>
              <a:rPr lang="en-US" altLang="zh-CN" sz="3600"/>
              <a:t>demand.</a:t>
            </a:r>
          </a:p>
          <a:p>
            <a:pPr>
              <a:spcBef>
                <a:spcPts val="600"/>
              </a:spcBef>
            </a:pPr>
            <a:r>
              <a:rPr lang="en-US" altLang="zh-CN" sz="3600"/>
              <a:t>Automn</a:t>
            </a:r>
            <a:r>
              <a:rPr lang="zh-CN" altLang="en-US" sz="3600"/>
              <a:t> </a:t>
            </a:r>
            <a:r>
              <a:rPr lang="en-US" altLang="zh-CN" sz="3600"/>
              <a:t>in</a:t>
            </a:r>
            <a:r>
              <a:rPr lang="zh-CN" altLang="en-US" sz="3600"/>
              <a:t> </a:t>
            </a:r>
            <a:r>
              <a:rPr lang="en-US" altLang="zh-CN" sz="3600"/>
              <a:t>becomes</a:t>
            </a:r>
            <a:r>
              <a:rPr lang="zh-CN" altLang="en-US" sz="3600"/>
              <a:t> </a:t>
            </a:r>
            <a:r>
              <a:rPr lang="en-US" altLang="zh-CN" sz="3600"/>
              <a:t>the</a:t>
            </a:r>
            <a:r>
              <a:rPr lang="zh-CN" altLang="en-US" sz="3600"/>
              <a:t> </a:t>
            </a:r>
            <a:r>
              <a:rPr lang="en-US" altLang="zh-CN" sz="3600"/>
              <a:t>most</a:t>
            </a:r>
            <a:r>
              <a:rPr lang="zh-CN" altLang="en-US" sz="3600"/>
              <a:t> </a:t>
            </a:r>
            <a:r>
              <a:rPr lang="en-US" altLang="zh-CN" sz="3600"/>
              <a:t>stable</a:t>
            </a:r>
            <a:r>
              <a:rPr lang="zh-CN" altLang="en-US" sz="3600"/>
              <a:t> </a:t>
            </a:r>
            <a:r>
              <a:rPr lang="en-US" altLang="zh-CN" sz="3600"/>
              <a:t>season</a:t>
            </a:r>
            <a:r>
              <a:rPr lang="zh-CN" altLang="en-US" sz="3600"/>
              <a:t> </a:t>
            </a:r>
            <a:r>
              <a:rPr lang="en-US" altLang="zh-CN" sz="3600"/>
              <a:t>to</a:t>
            </a:r>
            <a:r>
              <a:rPr lang="zh-CN" altLang="en-US" sz="3600"/>
              <a:t> </a:t>
            </a:r>
            <a:r>
              <a:rPr lang="en-US" altLang="zh-CN" sz="3600"/>
              <a:t>predict</a:t>
            </a:r>
            <a:r>
              <a:rPr lang="zh-CN" altLang="en-US" sz="3600"/>
              <a:t> </a:t>
            </a:r>
            <a:r>
              <a:rPr lang="en-US" altLang="zh-CN" sz="3600"/>
              <a:t>a</a:t>
            </a:r>
            <a:r>
              <a:rPr lang="zh-CN" altLang="en-US" sz="3600"/>
              <a:t> </a:t>
            </a:r>
            <a:r>
              <a:rPr lang="en-US" altLang="zh-CN" sz="3600"/>
              <a:t>more</a:t>
            </a:r>
            <a:r>
              <a:rPr lang="zh-CN" altLang="en-US" sz="3600"/>
              <a:t> </a:t>
            </a:r>
            <a:r>
              <a:rPr lang="en-US" altLang="zh-CN" sz="3600"/>
              <a:t>accurate</a:t>
            </a:r>
            <a:r>
              <a:rPr lang="zh-CN" altLang="en-US" sz="3600"/>
              <a:t> </a:t>
            </a:r>
            <a:r>
              <a:rPr lang="en-US" altLang="zh-CN" sz="3600"/>
              <a:t>power</a:t>
            </a:r>
            <a:r>
              <a:rPr lang="zh-CN" altLang="en-US" sz="3600"/>
              <a:t> </a:t>
            </a:r>
            <a:r>
              <a:rPr lang="en-US" altLang="zh-CN" sz="3600"/>
              <a:t>demand</a:t>
            </a:r>
            <a:r>
              <a:rPr lang="zh-CN" altLang="en-US" sz="3600"/>
              <a:t> </a:t>
            </a:r>
            <a:r>
              <a:rPr lang="en-US" altLang="zh-CN" sz="3600"/>
              <a:t>across</a:t>
            </a:r>
            <a:r>
              <a:rPr lang="zh-CN" altLang="en-US" sz="3600"/>
              <a:t> </a:t>
            </a:r>
            <a:r>
              <a:rPr lang="en-US" altLang="zh-CN" sz="3600"/>
              <a:t>all</a:t>
            </a:r>
            <a:r>
              <a:rPr lang="zh-CN" altLang="en-US" sz="3600"/>
              <a:t> </a:t>
            </a:r>
            <a:r>
              <a:rPr lang="en-US" altLang="zh-CN" sz="3600"/>
              <a:t>models</a:t>
            </a:r>
            <a:r>
              <a:rPr lang="zh-CN" altLang="en-US" sz="3600"/>
              <a:t> </a:t>
            </a:r>
            <a:r>
              <a:rPr lang="en-US" altLang="zh-CN" sz="3600"/>
              <a:t>+</a:t>
            </a:r>
            <a:r>
              <a:rPr lang="zh-CN" altLang="en-US" sz="3600"/>
              <a:t> </a:t>
            </a:r>
            <a:r>
              <a:rPr lang="en-US" altLang="zh-CN" sz="3600"/>
              <a:t>operational</a:t>
            </a:r>
            <a:r>
              <a:rPr lang="zh-CN" altLang="en-US" sz="3600"/>
              <a:t> </a:t>
            </a:r>
            <a:r>
              <a:rPr lang="en-US" altLang="zh-CN" sz="3600"/>
              <a:t>conditions.</a:t>
            </a:r>
            <a:endParaRPr lang="en-AU" sz="3600"/>
          </a:p>
        </p:txBody>
      </p:sp>
      <p:pic>
        <p:nvPicPr>
          <p:cNvPr id="280" name="pasted-movie.png" descr="pasted-movie.png">
            <a:extLst>
              <a:ext uri="{FF2B5EF4-FFF2-40B4-BE49-F238E27FC236}">
                <a16:creationId xmlns:a16="http://schemas.microsoft.com/office/drawing/2014/main" id="{6E623178-A8D9-C8A5-282E-0808614D3284}"/>
              </a:ext>
            </a:extLst>
          </p:cNvPr>
          <p:cNvPicPr>
            <a:picLocks noChangeAspect="1"/>
          </p:cNvPicPr>
          <p:nvPr/>
        </p:nvPicPr>
        <p:blipFill>
          <a:blip r:embed="rId3"/>
          <a:stretch>
            <a:fillRect/>
          </a:stretch>
        </p:blipFill>
        <p:spPr>
          <a:xfrm>
            <a:off x="851156" y="3284573"/>
            <a:ext cx="17030443" cy="7657284"/>
          </a:xfrm>
          <a:prstGeom prst="rect">
            <a:avLst/>
          </a:prstGeom>
          <a:ln w="12700">
            <a:miter lim="400000"/>
          </a:ln>
        </p:spPr>
      </p:pic>
      <p:sp>
        <p:nvSpPr>
          <p:cNvPr id="2" name="Rectangle 1">
            <a:extLst>
              <a:ext uri="{FF2B5EF4-FFF2-40B4-BE49-F238E27FC236}">
                <a16:creationId xmlns:a16="http://schemas.microsoft.com/office/drawing/2014/main" id="{5A817064-391C-3226-A869-518A0B77D1D2}"/>
              </a:ext>
            </a:extLst>
          </p:cNvPr>
          <p:cNvSpPr/>
          <p:nvPr/>
        </p:nvSpPr>
        <p:spPr>
          <a:xfrm>
            <a:off x="851156" y="3362523"/>
            <a:ext cx="10914123" cy="595035"/>
          </a:xfrm>
          <a:prstGeom prst="rect">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Average</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Error</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by</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Operational</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Conditions</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lang="en-US" altLang="zh-CN" sz="3200">
                <a:solidFill>
                  <a:srgbClr val="000000"/>
                </a:solidFill>
                <a:latin typeface="Graphik-Medium"/>
                <a:ea typeface="Graphik-Medium"/>
                <a:cs typeface="Graphik-Medium"/>
                <a:sym typeface="Graphik Medium"/>
              </a:rPr>
              <a:t>in</a:t>
            </a:r>
            <a:r>
              <a:rPr lang="zh-CN" altLang="en-US" sz="3200">
                <a:solidFill>
                  <a:srgbClr val="000000"/>
                </a:solidFill>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2019</a:t>
            </a:r>
            <a:r>
              <a:rPr kumimoji="0" lang="zh-CN" altLang="en-US" sz="3200" b="0" i="0" u="none" strike="noStrike" cap="none" spc="0" normalizeH="0" baseline="0">
                <a:ln>
                  <a:noFill/>
                </a:ln>
                <a:solidFill>
                  <a:srgbClr val="000000"/>
                </a:solidFill>
                <a:effectLst/>
                <a:uFillTx/>
                <a:latin typeface="Graphik-Medium"/>
                <a:ea typeface="Graphik-Medium"/>
                <a:cs typeface="Graphik-Medium"/>
                <a:sym typeface="Graphik Medium"/>
              </a:rPr>
              <a:t> </a:t>
            </a:r>
            <a:r>
              <a:rPr kumimoji="0" lang="en-US" altLang="zh-CN" sz="3200" b="0" i="0" u="none" strike="noStrike" cap="none" spc="0" normalizeH="0" baseline="0">
                <a:ln>
                  <a:noFill/>
                </a:ln>
                <a:solidFill>
                  <a:srgbClr val="000000"/>
                </a:solidFill>
                <a:effectLst/>
                <a:uFillTx/>
                <a:latin typeface="Graphik-Medium"/>
                <a:ea typeface="Graphik-Medium"/>
                <a:cs typeface="Graphik-Medium"/>
                <a:sym typeface="Graphik Medium"/>
              </a:rPr>
              <a:t>(MW)</a:t>
            </a:r>
            <a:endParaRPr kumimoji="0" lang="en-US"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sp>
        <p:nvSpPr>
          <p:cNvPr id="3" name="Rounded Rectangle 2">
            <a:extLst>
              <a:ext uri="{FF2B5EF4-FFF2-40B4-BE49-F238E27FC236}">
                <a16:creationId xmlns:a16="http://schemas.microsoft.com/office/drawing/2014/main" id="{CD9193D1-48A2-71C7-8169-CCACB9392138}"/>
              </a:ext>
            </a:extLst>
          </p:cNvPr>
          <p:cNvSpPr/>
          <p:nvPr/>
        </p:nvSpPr>
        <p:spPr>
          <a:xfrm>
            <a:off x="18389600" y="3331527"/>
            <a:ext cx="4998720" cy="2156619"/>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MAE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Summer</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Doubled</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vs.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Autumn</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4" name="Rounded Rectangle 3">
            <a:extLst>
              <a:ext uri="{FF2B5EF4-FFF2-40B4-BE49-F238E27FC236}">
                <a16:creationId xmlns:a16="http://schemas.microsoft.com/office/drawing/2014/main" id="{4F668760-C93B-36F5-2581-704577A3EE56}"/>
              </a:ext>
            </a:extLst>
          </p:cNvPr>
          <p:cNvSpPr/>
          <p:nvPr/>
        </p:nvSpPr>
        <p:spPr>
          <a:xfrm>
            <a:off x="18389600" y="5888123"/>
            <a:ext cx="4998720" cy="2565241"/>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2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MAE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Summer</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&gt;</a:t>
            </a:r>
            <a:r>
              <a:rPr kumimoji="0" lang="zh-CN" altLang="en-US" b="0" i="0" u="none" strike="noStrike" cap="none" spc="0" normalizeH="0" baseline="0">
                <a:ln>
                  <a:noFill/>
                </a:ln>
                <a:solidFill>
                  <a:srgbClr val="0070C0"/>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60%</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Average</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vs.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Winter</a:t>
            </a:r>
            <a:r>
              <a:rPr lang="zh-CN" altLang="en-US" sz="2400">
                <a:solidFill>
                  <a:schemeClr val="tx2">
                    <a:lumMod val="50000"/>
                  </a:schemeClr>
                </a:solidFill>
                <a:latin typeface="Graphik-Medium"/>
                <a:ea typeface="Graphik-Medium"/>
                <a:cs typeface="Graphik-Medium"/>
                <a:sym typeface="Graphik Medium"/>
              </a:rPr>
              <a:t> </a:t>
            </a:r>
            <a:endParaRPr lang="en-AU" altLang="zh-CN" sz="2400">
              <a:solidFill>
                <a:schemeClr val="tx2">
                  <a:lumMod val="50000"/>
                </a:schemeClr>
              </a:solidFill>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&amp;</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vs.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Spring</a:t>
            </a:r>
          </a:p>
          <a:p>
            <a:pPr marL="0" marR="0" indent="0" algn="ctr" defTabSz="457200" rtl="0" fontAlgn="auto" latinLnBrk="0" hangingPunct="0">
              <a:lnSpc>
                <a:spcPct val="100000"/>
              </a:lnSpc>
              <a:spcBef>
                <a:spcPts val="0"/>
              </a:spcBef>
              <a:spcAft>
                <a:spcPts val="0"/>
              </a:spcAft>
              <a:buClrTx/>
              <a:buSzTx/>
              <a:buFontTx/>
              <a:buNone/>
              <a:tabLst/>
            </a:pPr>
            <a:endParaRPr lang="en-US" altLang="zh-CN" sz="2800">
              <a:solidFill>
                <a:srgbClr val="000000"/>
              </a:solidFill>
              <a:latin typeface="Graphik-Medium"/>
              <a:ea typeface="Graphik-Medium"/>
              <a:cs typeface="Graphik-Medium"/>
              <a:sym typeface="Graphik Medium"/>
            </a:endParaRPr>
          </a:p>
        </p:txBody>
      </p:sp>
      <p:sp>
        <p:nvSpPr>
          <p:cNvPr id="5" name="Rounded Rectangle 4">
            <a:extLst>
              <a:ext uri="{FF2B5EF4-FFF2-40B4-BE49-F238E27FC236}">
                <a16:creationId xmlns:a16="http://schemas.microsoft.com/office/drawing/2014/main" id="{FEEE5FC8-1B90-58EC-60CA-685DAC272795}"/>
              </a:ext>
            </a:extLst>
          </p:cNvPr>
          <p:cNvSpPr/>
          <p:nvPr/>
        </p:nvSpPr>
        <p:spPr>
          <a:xfrm>
            <a:off x="18389600" y="8853342"/>
            <a:ext cx="4998720" cy="2088515"/>
          </a:xfrm>
          <a:prstGeom prst="roundRect">
            <a:avLst/>
          </a:prstGeom>
          <a:solidFill>
            <a:schemeClr val="accent1">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US" altLang="zh-CN" sz="1000" b="0" i="0" u="none" strike="noStrike" cap="none" spc="0" normalizeH="0" baseline="0">
              <a:ln>
                <a:noFill/>
              </a:ln>
              <a:solidFill>
                <a:srgbClr val="000000"/>
              </a:solidFill>
              <a:effectLst/>
              <a:uFillTx/>
              <a:latin typeface="Graphik-Medium"/>
              <a:ea typeface="Graphik-Medium"/>
              <a:cs typeface="Graphik-Medium"/>
              <a:sym typeface="Graphik Medium"/>
            </a:endParaRP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Most</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Stable</a:t>
            </a:r>
            <a:r>
              <a:rPr kumimoji="0" lang="en-US" altLang="zh-CN"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a:t>
            </a:r>
            <a:r>
              <a:rPr kumimoji="0" lang="zh-CN" altLang="en-US" sz="3200" b="0" i="0" u="none" strike="noStrike" cap="none" spc="0" normalizeH="0" baseline="0">
                <a:ln>
                  <a:noFill/>
                </a:ln>
                <a:solidFill>
                  <a:schemeClr val="tx2">
                    <a:lumMod val="50000"/>
                  </a:schemeClr>
                </a:solidFill>
                <a:effectLst/>
                <a:uFillTx/>
                <a:latin typeface="Graphik-Medium"/>
                <a:ea typeface="Graphik-Medium"/>
                <a:cs typeface="Graphik-Medium"/>
                <a:sym typeface="Graphik Medium"/>
              </a:rPr>
              <a:t> </a:t>
            </a:r>
            <a:r>
              <a:rPr kumimoji="0" lang="en-US" altLang="zh-CN" b="0" i="0" u="none" strike="noStrike" cap="none" spc="0" normalizeH="0" baseline="0">
                <a:ln>
                  <a:noFill/>
                </a:ln>
                <a:solidFill>
                  <a:srgbClr val="0070C0"/>
                </a:solidFill>
                <a:effectLst/>
                <a:uFillTx/>
                <a:latin typeface="Graphik-Medium"/>
                <a:ea typeface="Graphik-Medium"/>
                <a:cs typeface="Graphik-Medium"/>
                <a:sym typeface="Graphik Medium"/>
              </a:rPr>
              <a:t>Autumn</a:t>
            </a:r>
          </a:p>
          <a:p>
            <a:pPr marL="0" marR="0" indent="0" algn="ctr" defTabSz="457200" rtl="0" fontAlgn="auto" latinLnBrk="0" hangingPunct="0">
              <a:lnSpc>
                <a:spcPct val="100000"/>
              </a:lnSpc>
              <a:spcBef>
                <a:spcPts val="0"/>
              </a:spcBef>
              <a:spcAft>
                <a:spcPts val="0"/>
              </a:spcAft>
              <a:buClrTx/>
              <a:buSzTx/>
              <a:buFontTx/>
              <a:buNone/>
              <a:tabLst/>
            </a:pPr>
            <a:r>
              <a:rPr lang="en-US" altLang="zh-CN" sz="2400">
                <a:solidFill>
                  <a:schemeClr val="tx2">
                    <a:lumMod val="50000"/>
                  </a:schemeClr>
                </a:solidFill>
                <a:latin typeface="Graphik-Medium"/>
                <a:ea typeface="Graphik-Medium"/>
                <a:cs typeface="Graphik-Medium"/>
                <a:sym typeface="Graphik Medium"/>
              </a:rPr>
              <a:t>Lowest</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error</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in</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all</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models</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and</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operational</a:t>
            </a:r>
            <a:r>
              <a:rPr lang="zh-CN" altLang="en-US" sz="2400">
                <a:solidFill>
                  <a:schemeClr val="tx2">
                    <a:lumMod val="50000"/>
                  </a:schemeClr>
                </a:solidFill>
                <a:latin typeface="Graphik-Medium"/>
                <a:ea typeface="Graphik-Medium"/>
                <a:cs typeface="Graphik-Medium"/>
                <a:sym typeface="Graphik Medium"/>
              </a:rPr>
              <a:t> </a:t>
            </a:r>
            <a:r>
              <a:rPr lang="en-US" altLang="zh-CN" sz="2400">
                <a:solidFill>
                  <a:schemeClr val="tx2">
                    <a:lumMod val="50000"/>
                  </a:schemeClr>
                </a:solidFill>
                <a:latin typeface="Graphik-Medium"/>
                <a:ea typeface="Graphik-Medium"/>
                <a:cs typeface="Graphik-Medium"/>
                <a:sym typeface="Graphik Medium"/>
              </a:rPr>
              <a:t>conditions</a:t>
            </a:r>
          </a:p>
          <a:p>
            <a:pPr marL="0" marR="0" indent="0" algn="ctr" defTabSz="457200" rtl="0" fontAlgn="auto" latinLnBrk="0" hangingPunct="0">
              <a:lnSpc>
                <a:spcPct val="100000"/>
              </a:lnSpc>
              <a:spcBef>
                <a:spcPts val="0"/>
              </a:spcBef>
              <a:spcAft>
                <a:spcPts val="0"/>
              </a:spcAft>
              <a:buClrTx/>
              <a:buSzTx/>
              <a:buFontTx/>
              <a:buNone/>
              <a:tabLst/>
            </a:pPr>
            <a:endParaRPr lang="en-US" altLang="zh-CN" sz="1000">
              <a:solidFill>
                <a:srgbClr val="000000"/>
              </a:solidFill>
              <a:latin typeface="Graphik-Medium"/>
              <a:ea typeface="Graphik-Medium"/>
              <a:cs typeface="Graphik-Medium"/>
              <a:sym typeface="Graphik Medium"/>
            </a:endParaRPr>
          </a:p>
        </p:txBody>
      </p:sp>
      <p:sp>
        <p:nvSpPr>
          <p:cNvPr id="7" name="TextBox 6">
            <a:extLst>
              <a:ext uri="{FF2B5EF4-FFF2-40B4-BE49-F238E27FC236}">
                <a16:creationId xmlns:a16="http://schemas.microsoft.com/office/drawing/2014/main" id="{90EDC836-7DD3-9ACD-FB5F-A96152DC13BF}"/>
              </a:ext>
            </a:extLst>
          </p:cNvPr>
          <p:cNvSpPr txBox="1"/>
          <p:nvPr/>
        </p:nvSpPr>
        <p:spPr>
          <a:xfrm rot="10800000" flipV="1">
            <a:off x="851154" y="12590134"/>
            <a:ext cx="23738791" cy="8720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spcBef>
                <a:spcPts val="600"/>
              </a:spcBef>
            </a:pPr>
            <a:r>
              <a:rPr lang="en-GB" sz="2000"/>
              <a:t>Source: Chapter 5, Figure 5.2, MAE (MW) by Model within Each Segment.</a:t>
            </a:r>
          </a:p>
          <a:p>
            <a:pPr>
              <a:spcBef>
                <a:spcPts val="600"/>
              </a:spcBef>
            </a:pPr>
            <a:r>
              <a:rPr lang="en-GB" sz="2000" b="0" i="0" u="none" strike="noStrike" cap="none" spc="0" normalizeH="0" baseline="0">
                <a:ln>
                  <a:noFill/>
                </a:ln>
                <a:solidFill>
                  <a:srgbClr val="FFFFFF"/>
                </a:solidFill>
                <a:effectLst/>
                <a:uFillTx/>
                <a:latin typeface="Graphik"/>
                <a:ea typeface="Graphik"/>
                <a:cs typeface="Graphik"/>
              </a:rPr>
              <a:t>Source: https://</a:t>
            </a:r>
            <a:r>
              <a:rPr lang="en-GB" sz="2000" b="0" i="0" u="none" strike="noStrike" cap="none" spc="0" normalizeH="0" baseline="0" err="1">
                <a:ln>
                  <a:noFill/>
                </a:ln>
                <a:solidFill>
                  <a:srgbClr val="FFFFFF"/>
                </a:solidFill>
                <a:effectLst/>
                <a:uFillTx/>
                <a:latin typeface="Graphik"/>
                <a:ea typeface="Graphik"/>
                <a:cs typeface="Graphik"/>
              </a:rPr>
              <a:t>www.aemo.com.au</a:t>
            </a:r>
            <a:r>
              <a:rPr lang="en-GB" sz="2000" b="0" i="0" u="none" strike="noStrike" cap="none" spc="0" normalizeH="0" baseline="0">
                <a:ln>
                  <a:noFill/>
                </a:ln>
                <a:solidFill>
                  <a:srgbClr val="FFFFFF"/>
                </a:solidFill>
                <a:effectLst/>
                <a:uFillTx/>
                <a:latin typeface="Graphik"/>
                <a:ea typeface="Graphik"/>
                <a:cs typeface="Graphik"/>
              </a:rPr>
              <a:t>/energy-systems/electricity/national-electricity-market-</a:t>
            </a:r>
            <a:r>
              <a:rPr lang="en-GB" sz="2000" b="0" i="0" u="none" strike="noStrike" cap="none" spc="0" normalizeH="0" baseline="0" err="1">
                <a:ln>
                  <a:noFill/>
                </a:ln>
                <a:solidFill>
                  <a:srgbClr val="FFFFFF"/>
                </a:solidFill>
                <a:effectLst/>
                <a:uFillTx/>
                <a:latin typeface="Graphik"/>
                <a:ea typeface="Graphik"/>
                <a:cs typeface="Graphik"/>
              </a:rPr>
              <a:t>nem</a:t>
            </a:r>
            <a:r>
              <a:rPr lang="en-GB" sz="2000" b="0" i="0" u="none" strike="noStrike" cap="none" spc="0" normalizeH="0" baseline="0">
                <a:ln>
                  <a:noFill/>
                </a:ln>
                <a:solidFill>
                  <a:srgbClr val="FFFFFF"/>
                </a:solidFill>
                <a:effectLst/>
                <a:uFillTx/>
                <a:latin typeface="Graphik"/>
                <a:ea typeface="Graphik"/>
                <a:cs typeface="Graphik"/>
              </a:rPr>
              <a:t>/</a:t>
            </a:r>
            <a:r>
              <a:rPr lang="en-GB" sz="2000" b="0" i="0" u="none" strike="noStrike" cap="none" spc="0" normalizeH="0" baseline="0" err="1">
                <a:ln>
                  <a:noFill/>
                </a:ln>
                <a:solidFill>
                  <a:srgbClr val="FFFFFF"/>
                </a:solidFill>
                <a:effectLst/>
                <a:uFillTx/>
                <a:latin typeface="Graphik"/>
                <a:ea typeface="Graphik"/>
                <a:cs typeface="Graphik"/>
              </a:rPr>
              <a:t>nem</a:t>
            </a:r>
            <a:r>
              <a:rPr lang="en-GB" sz="2000" b="0" i="0" u="none" strike="noStrike" cap="none" spc="0" normalizeH="0" baseline="0">
                <a:ln>
                  <a:noFill/>
                </a:ln>
                <a:solidFill>
                  <a:srgbClr val="FFFFFF"/>
                </a:solidFill>
                <a:effectLst/>
                <a:uFillTx/>
                <a:latin typeface="Graphik"/>
                <a:ea typeface="Graphik"/>
                <a:cs typeface="Graphik"/>
              </a:rPr>
              <a:t>-forecasting-and-planning/operational-forecasting/load-forecasting-in-pre-dispatch-and-</a:t>
            </a:r>
            <a:r>
              <a:rPr lang="en-GB" sz="2000" b="0" i="0" u="none" strike="noStrike" cap="none" spc="0" normalizeH="0" baseline="0" err="1">
                <a:ln>
                  <a:noFill/>
                </a:ln>
                <a:solidFill>
                  <a:srgbClr val="FFFFFF"/>
                </a:solidFill>
                <a:effectLst/>
                <a:uFillTx/>
                <a:latin typeface="Graphik"/>
                <a:ea typeface="Graphik"/>
                <a:cs typeface="Graphik"/>
              </a:rPr>
              <a:t>stpasa</a:t>
            </a:r>
            <a:endParaRPr lang="en-GB" sz="2000" b="0" i="0" u="none" strike="noStrike" cap="none" spc="0" normalizeH="0" baseline="0">
              <a:ln>
                <a:noFill/>
              </a:ln>
              <a:solidFill>
                <a:srgbClr val="FFFFFF"/>
              </a:solidFill>
              <a:effectLst/>
              <a:uFillTx/>
              <a:latin typeface="Graphik"/>
              <a:ea typeface="Graphik"/>
              <a:cs typeface="Graphik"/>
            </a:endParaRPr>
          </a:p>
        </p:txBody>
      </p:sp>
      <p:grpSp>
        <p:nvGrpSpPr>
          <p:cNvPr id="9" name="Group 8">
            <a:extLst>
              <a:ext uri="{FF2B5EF4-FFF2-40B4-BE49-F238E27FC236}">
                <a16:creationId xmlns:a16="http://schemas.microsoft.com/office/drawing/2014/main" id="{6C309878-39AF-524F-8AD9-AA4D9B81D816}"/>
              </a:ext>
            </a:extLst>
          </p:cNvPr>
          <p:cNvGrpSpPr/>
          <p:nvPr/>
        </p:nvGrpSpPr>
        <p:grpSpPr>
          <a:xfrm>
            <a:off x="104892" y="10520686"/>
            <a:ext cx="984528" cy="862170"/>
            <a:chOff x="1302693" y="2464017"/>
            <a:chExt cx="756000" cy="756000"/>
          </a:xfrm>
        </p:grpSpPr>
        <p:sp>
          <p:nvSpPr>
            <p:cNvPr id="10" name="Oval 9">
              <a:extLst>
                <a:ext uri="{FF2B5EF4-FFF2-40B4-BE49-F238E27FC236}">
                  <a16:creationId xmlns:a16="http://schemas.microsoft.com/office/drawing/2014/main" id="{C53A1B2B-471E-F4DB-7142-AED7B178574B}"/>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4B329CC6-F191-B0B5-7C51-517CB0E343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2693" y="2554017"/>
              <a:ext cx="576000" cy="576000"/>
            </a:xfrm>
            <a:prstGeom prst="rect">
              <a:avLst/>
            </a:prstGeom>
          </p:spPr>
        </p:pic>
      </p:grpSp>
      <p:sp>
        <p:nvSpPr>
          <p:cNvPr id="12" name="Rectangle 11">
            <a:extLst>
              <a:ext uri="{FF2B5EF4-FFF2-40B4-BE49-F238E27FC236}">
                <a16:creationId xmlns:a16="http://schemas.microsoft.com/office/drawing/2014/main" id="{6CF3C87A-4A81-FFFF-0931-E194242C15BF}"/>
              </a:ext>
            </a:extLst>
          </p:cNvPr>
          <p:cNvSpPr/>
          <p:nvPr/>
        </p:nvSpPr>
        <p:spPr>
          <a:xfrm>
            <a:off x="782377" y="10951117"/>
            <a:ext cx="23496731" cy="2609908"/>
          </a:xfrm>
          <a:prstGeom prst="rect">
            <a:avLst/>
          </a:prstGeom>
          <a:solidFill>
            <a:srgbClr val="FFFFFF">
              <a:alpha val="25098"/>
            </a:srgbClr>
          </a:solidFill>
          <a:ln w="762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8" name="Camera 7">
            <a:extLst>
              <a:ext uri="{FF2B5EF4-FFF2-40B4-BE49-F238E27FC236}">
                <a16:creationId xmlns:a16="http://schemas.microsoft.com/office/drawing/2014/main" id="{136BD335-FE87-D250-B750-4B9F15409857}"/>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5"/>
              </a:ext>
            </a:extLst>
          </a:blip>
          <a:stretch>
            <a:fillRect/>
          </a:stretch>
        </p:blipFill>
        <p:spPr>
          <a:xfrm>
            <a:off x="20617840" y="26271"/>
            <a:ext cx="3741107" cy="3741107"/>
          </a:xfrm>
          <a:prstGeom prst="ellipse">
            <a:avLst/>
          </a:prstGeom>
          <a:ln>
            <a:noFill/>
          </a:ln>
          <a:effectLst>
            <a:outerShdw blurRad="190500" algn="tl" rotWithShape="0">
              <a:srgbClr val="000000">
                <a:alpha val="30000"/>
              </a:srgbClr>
            </a:outerShdw>
          </a:effectLst>
        </p:spPr>
      </p:pic>
    </p:spTree>
    <p:extLst>
      <p:ext uri="{BB962C8B-B14F-4D97-AF65-F5344CB8AC3E}">
        <p14:creationId xmlns:p14="http://schemas.microsoft.com/office/powerpoint/2010/main" val="380374116"/>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6. Proposal"/>
          <p:cNvSpPr txBox="1">
            <a:spLocks noGrp="1"/>
          </p:cNvSpPr>
          <p:nvPr>
            <p:ph type="title"/>
          </p:nvPr>
        </p:nvSpPr>
        <p:spPr>
          <a:prstGeom prst="rect">
            <a:avLst/>
          </a:prstGeom>
        </p:spPr>
        <p:txBody>
          <a:bodyPr/>
          <a:lstStyle>
            <a:lvl1pPr>
              <a:defRPr>
                <a:latin typeface="Myriad Set Pro Bold"/>
                <a:ea typeface="Myriad Set Pro Bold"/>
                <a:cs typeface="Myriad Set Pro Bold"/>
                <a:sym typeface="Myriad Set Pro Bold"/>
              </a:defRPr>
            </a:lvl1pPr>
          </a:lstStyle>
          <a:p>
            <a:r>
              <a:t>6. Proposal</a:t>
            </a:r>
          </a:p>
        </p:txBody>
      </p:sp>
      <p:sp>
        <p:nvSpPr>
          <p:cNvPr id="283" name="by Swapnil"/>
          <p:cNvSpPr txBox="1"/>
          <p:nvPr/>
        </p:nvSpPr>
        <p:spPr>
          <a:xfrm>
            <a:off x="7013203" y="7122905"/>
            <a:ext cx="9652001" cy="15494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b">
            <a:normAutofit/>
          </a:bodyPr>
          <a:lstStyle>
            <a:lvl1pPr algn="ctr" defTabSz="825500">
              <a:lnSpc>
                <a:spcPct val="80000"/>
              </a:lnSpc>
              <a:spcBef>
                <a:spcPts val="0"/>
              </a:spcBef>
              <a:defRPr sz="8400" spc="-252">
                <a:gradFill flip="none" rotWithShape="1">
                  <a:gsLst>
                    <a:gs pos="0">
                      <a:srgbClr val="FFFFFF"/>
                    </a:gs>
                    <a:gs pos="100000">
                      <a:srgbClr val="929292"/>
                    </a:gs>
                  </a:gsLst>
                  <a:lin ang="5400000" scaled="0"/>
                </a:gradFill>
                <a:latin typeface="Myriad Set Pro Bold"/>
                <a:ea typeface="Myriad Set Pro Bold"/>
                <a:cs typeface="Myriad Set Pro Bold"/>
                <a:sym typeface="Myriad Set Pro Bold"/>
              </a:defRPr>
            </a:lvl1pPr>
          </a:lstStyle>
          <a:p>
            <a:r>
              <a:t>by </a:t>
            </a:r>
            <a:r>
              <a:rPr lang="en-US" altLang="zh-CN"/>
              <a:t>Arman</a:t>
            </a:r>
            <a:endParaRPr/>
          </a:p>
        </p:txBody>
      </p:sp>
      <p:pic>
        <p:nvPicPr>
          <p:cNvPr id="2" name="Camera 1">
            <a:extLst>
              <a:ext uri="{FF2B5EF4-FFF2-40B4-BE49-F238E27FC236}">
                <a16:creationId xmlns:a16="http://schemas.microsoft.com/office/drawing/2014/main" id="{69348DB4-20F4-1920-F999-231132505FCC}"/>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2"/>
              </a:ext>
            </a:extLst>
          </a:blip>
          <a:stretch>
            <a:fillRect/>
          </a:stretch>
        </p:blipFill>
        <p:spPr>
          <a:xfrm>
            <a:off x="20244148" y="26271"/>
            <a:ext cx="4114800" cy="4114800"/>
          </a:xfrm>
          <a:prstGeom prst="ellipse">
            <a:avLst/>
          </a:prstGeom>
          <a:ln>
            <a:noFill/>
          </a:ln>
          <a:effectLst>
            <a:outerShdw blurRad="190500" algn="tl" rotWithShape="0">
              <a:srgbClr val="000000">
                <a:alpha val="30000"/>
              </a:srgbClr>
            </a:outerShdw>
          </a:effectLst>
        </p:spPr>
      </p:pic>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amera 1">
            <a:extLst>
              <a:ext uri="{FF2B5EF4-FFF2-40B4-BE49-F238E27FC236}">
                <a16:creationId xmlns:a16="http://schemas.microsoft.com/office/drawing/2014/main" id="{0D77CD65-95C0-A5A0-B248-7A9B8DAC198E}"/>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244148" y="26271"/>
            <a:ext cx="4114800" cy="4114800"/>
          </a:xfrm>
          <a:prstGeom prst="ellipse">
            <a:avLst/>
          </a:prstGeom>
          <a:ln>
            <a:noFill/>
          </a:ln>
          <a:effectLst>
            <a:outerShdw blurRad="190500" algn="tl" rotWithShape="0">
              <a:srgbClr val="000000">
                <a:alpha val="30000"/>
              </a:srgbClr>
            </a:outerShdw>
          </a:effectLst>
        </p:spPr>
      </p:pic>
      <p:sp>
        <p:nvSpPr>
          <p:cNvPr id="100" name="ARMAN_title">
            <a:extLst>
              <a:ext uri="{FF2B5EF4-FFF2-40B4-BE49-F238E27FC236}">
                <a16:creationId xmlns:a16="http://schemas.microsoft.com/office/drawing/2014/main" id="{2974D777-1138-4EA2-88C8-DA0919B3A4DA}"/>
              </a:ext>
            </a:extLst>
          </p:cNvPr>
          <p:cNvSpPr>
            <a:spLocks noGrp="1"/>
          </p:cNvSpPr>
          <p:nvPr/>
        </p:nvSpPr>
        <p:spPr>
          <a:xfrm>
            <a:off x="1276350" y="1257300"/>
            <a:ext cx="18192750" cy="1381125"/>
          </a:xfrm>
          <a:prstGeom prst="rect">
            <a:avLst/>
          </a:prstGeom>
          <a:noFill/>
          <a:ln w="0">
            <a:noFill/>
          </a:ln>
        </p:spPr>
        <p:txBody>
          <a:bodyPr wrap="square" lIns="0" tIns="0" rIns="0" bIns="0" anchor="t">
            <a:noAutofit/>
          </a:bodyPr>
          <a:lstStyle/>
          <a:p>
            <a:pPr algn="l">
              <a:defRPr sz="8100" b="1">
                <a:solidFill>
                  <a:srgbClr val="00D0A4"/>
                </a:solidFill>
                <a:latin typeface="Myriad Set Pro Bold"/>
                <a:ea typeface="Myriad Set Pro Bold"/>
                <a:cs typeface="Myriad Set Pro Bold"/>
              </a:defRPr>
            </a:pPr>
            <a:r>
              <a:rPr sz="8100" b="1">
                <a:solidFill>
                  <a:srgbClr val="00D0A4"/>
                </a:solidFill>
                <a:latin typeface="Myriad Set Pro Bold"/>
                <a:ea typeface="Myriad Set Pro Bold"/>
                <a:cs typeface="Myriad Set Pro Bold"/>
              </a:rPr>
              <a:t>NSW’s changing electricity demand</a:t>
            </a:r>
          </a:p>
        </p:txBody>
      </p:sp>
      <p:sp>
        <p:nvSpPr>
          <p:cNvPr id="101" name="ARMAN_row1_number">
            <a:extLst>
              <a:ext uri="{FF2B5EF4-FFF2-40B4-BE49-F238E27FC236}">
                <a16:creationId xmlns:a16="http://schemas.microsoft.com/office/drawing/2014/main" id="{0EF93E4B-A726-4EEC-A458-4E85EE19E9C8}"/>
              </a:ext>
            </a:extLst>
          </p:cNvPr>
          <p:cNvSpPr>
            <a:spLocks noGrp="1"/>
          </p:cNvSpPr>
          <p:nvPr/>
        </p:nvSpPr>
        <p:spPr>
          <a:xfrm>
            <a:off x="1371600" y="41910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1</a:t>
            </a:r>
          </a:p>
        </p:txBody>
      </p:sp>
      <p:sp>
        <p:nvSpPr>
          <p:cNvPr id="102" name="ARMAN_row1_title">
            <a:extLst>
              <a:ext uri="{FF2B5EF4-FFF2-40B4-BE49-F238E27FC236}">
                <a16:creationId xmlns:a16="http://schemas.microsoft.com/office/drawing/2014/main" id="{AE7C6874-B10E-4E6F-8AAC-8F96DCE79222}"/>
              </a:ext>
            </a:extLst>
          </p:cNvPr>
          <p:cNvSpPr>
            <a:spLocks noGrp="1"/>
          </p:cNvSpPr>
          <p:nvPr/>
        </p:nvSpPr>
        <p:spPr>
          <a:xfrm>
            <a:off x="2476500" y="41910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Growing demand</a:t>
            </a:r>
          </a:p>
        </p:txBody>
      </p:sp>
      <p:sp>
        <p:nvSpPr>
          <p:cNvPr id="103" name="ARMAN_row1_body">
            <a:extLst>
              <a:ext uri="{FF2B5EF4-FFF2-40B4-BE49-F238E27FC236}">
                <a16:creationId xmlns:a16="http://schemas.microsoft.com/office/drawing/2014/main" id="{7EC7C403-652D-46AD-BB06-4DB986038116}"/>
              </a:ext>
            </a:extLst>
          </p:cNvPr>
          <p:cNvSpPr>
            <a:spLocks noGrp="1"/>
          </p:cNvSpPr>
          <p:nvPr/>
        </p:nvSpPr>
        <p:spPr>
          <a:xfrm>
            <a:off x="2476500" y="51435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Communities, industry and electrification</a:t>
            </a:r>
          </a:p>
        </p:txBody>
      </p:sp>
      <p:sp>
        <p:nvSpPr>
          <p:cNvPr id="104" name="ARMAN_row1_stat">
            <a:extLst>
              <a:ext uri="{FF2B5EF4-FFF2-40B4-BE49-F238E27FC236}">
                <a16:creationId xmlns:a16="http://schemas.microsoft.com/office/drawing/2014/main" id="{03393A51-C610-4F37-8BB6-16FC0FC39E07}"/>
              </a:ext>
            </a:extLst>
          </p:cNvPr>
          <p:cNvSpPr>
            <a:spLocks noGrp="1"/>
          </p:cNvSpPr>
          <p:nvPr/>
        </p:nvSpPr>
        <p:spPr>
          <a:xfrm>
            <a:off x="17049750" y="4095750"/>
            <a:ext cx="6096000" cy="1009650"/>
          </a:xfrm>
          <a:prstGeom prst="rect">
            <a:avLst/>
          </a:prstGeom>
          <a:noFill/>
          <a:ln w="0">
            <a:noFill/>
          </a:ln>
        </p:spPr>
        <p:txBody>
          <a:bodyPr wrap="square" lIns="0" tIns="0" rIns="0" bIns="0" anchor="t">
            <a:noAutofit/>
          </a:bodyPr>
          <a:lstStyle/>
          <a:p>
            <a:pPr algn="l">
              <a:defRPr sz="7500" b="1">
                <a:solidFill>
                  <a:srgbClr val="00D0A4"/>
                </a:solidFill>
                <a:latin typeface="Graphik-Medium"/>
                <a:ea typeface="Graphik-Medium"/>
                <a:cs typeface="Graphik-Medium"/>
              </a:defRPr>
            </a:pPr>
            <a:r>
              <a:rPr sz="7500" b="1">
                <a:solidFill>
                  <a:srgbClr val="00D0A4"/>
                </a:solidFill>
                <a:latin typeface="Graphik-Medium"/>
                <a:ea typeface="Graphik-Medium"/>
                <a:cs typeface="Graphik-Medium"/>
              </a:rPr>
              <a:t>~12%</a:t>
            </a:r>
          </a:p>
        </p:txBody>
      </p:sp>
      <p:sp>
        <p:nvSpPr>
          <p:cNvPr id="105" name="ARMAN_row1_caption">
            <a:extLst>
              <a:ext uri="{FF2B5EF4-FFF2-40B4-BE49-F238E27FC236}">
                <a16:creationId xmlns:a16="http://schemas.microsoft.com/office/drawing/2014/main" id="{218E7B8A-19B7-422B-8E8F-8768BBE345C6}"/>
              </a:ext>
            </a:extLst>
          </p:cNvPr>
          <p:cNvSpPr>
            <a:spLocks noGrp="1"/>
          </p:cNvSpPr>
          <p:nvPr/>
        </p:nvSpPr>
        <p:spPr>
          <a:xfrm>
            <a:off x="17049750" y="5191125"/>
            <a:ext cx="5810250" cy="1047750"/>
          </a:xfrm>
          <a:prstGeom prst="rect">
            <a:avLst/>
          </a:prstGeom>
          <a:noFill/>
          <a:ln w="0">
            <a:noFill/>
          </a:ln>
        </p:spPr>
        <p:txBody>
          <a:bodyPr wrap="square" lIns="0" tIns="0" rIns="0" bIns="0" anchor="t">
            <a:noAutofit/>
          </a:bodyPr>
          <a:lstStyle/>
          <a:p>
            <a:pPr algn="l">
              <a:defRPr sz="2850" b="0">
                <a:solidFill>
                  <a:srgbClr val="D0D0D0"/>
                </a:solidFill>
                <a:latin typeface="Graphik"/>
                <a:ea typeface="Graphik"/>
                <a:cs typeface="Graphik"/>
              </a:defRPr>
            </a:pPr>
            <a:r>
              <a:rPr sz="2850" b="0">
                <a:solidFill>
                  <a:srgbClr val="D0D0D0"/>
                </a:solidFill>
                <a:latin typeface="Graphik"/>
                <a:ea typeface="Graphik"/>
                <a:cs typeface="Graphik"/>
              </a:rPr>
              <a:t>NSW demand: Tomago Aluminium [1]</a:t>
            </a:r>
          </a:p>
        </p:txBody>
      </p:sp>
      <p:sp>
        <p:nvSpPr>
          <p:cNvPr id="106" name="ARMAN_row2_number">
            <a:extLst>
              <a:ext uri="{FF2B5EF4-FFF2-40B4-BE49-F238E27FC236}">
                <a16:creationId xmlns:a16="http://schemas.microsoft.com/office/drawing/2014/main" id="{E6719064-D28E-411D-816A-89D5A57D496D}"/>
              </a:ext>
            </a:extLst>
          </p:cNvPr>
          <p:cNvSpPr>
            <a:spLocks noGrp="1"/>
          </p:cNvSpPr>
          <p:nvPr/>
        </p:nvSpPr>
        <p:spPr>
          <a:xfrm>
            <a:off x="1371600" y="66675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2</a:t>
            </a:r>
          </a:p>
        </p:txBody>
      </p:sp>
      <p:sp>
        <p:nvSpPr>
          <p:cNvPr id="107" name="ARMAN_row2_title">
            <a:extLst>
              <a:ext uri="{FF2B5EF4-FFF2-40B4-BE49-F238E27FC236}">
                <a16:creationId xmlns:a16="http://schemas.microsoft.com/office/drawing/2014/main" id="{77AA0088-F35A-4A75-B48A-760841DD0A74}"/>
              </a:ext>
            </a:extLst>
          </p:cNvPr>
          <p:cNvSpPr>
            <a:spLocks noGrp="1"/>
          </p:cNvSpPr>
          <p:nvPr/>
        </p:nvSpPr>
        <p:spPr>
          <a:xfrm>
            <a:off x="2476500" y="66675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Changing grid use</a:t>
            </a:r>
          </a:p>
        </p:txBody>
      </p:sp>
      <p:sp>
        <p:nvSpPr>
          <p:cNvPr id="108" name="ARMAN_row2_body">
            <a:extLst>
              <a:ext uri="{FF2B5EF4-FFF2-40B4-BE49-F238E27FC236}">
                <a16:creationId xmlns:a16="http://schemas.microsoft.com/office/drawing/2014/main" id="{F064658A-FB8E-4606-84BF-B18A9D11EC4F}"/>
              </a:ext>
            </a:extLst>
          </p:cNvPr>
          <p:cNvSpPr>
            <a:spLocks noGrp="1"/>
          </p:cNvSpPr>
          <p:nvPr/>
        </p:nvSpPr>
        <p:spPr>
          <a:xfrm>
            <a:off x="2476500" y="76200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Rooftop solar and energy efficiency</a:t>
            </a:r>
          </a:p>
        </p:txBody>
      </p:sp>
      <p:sp>
        <p:nvSpPr>
          <p:cNvPr id="109" name="ARMAN_row2_stat">
            <a:extLst>
              <a:ext uri="{FF2B5EF4-FFF2-40B4-BE49-F238E27FC236}">
                <a16:creationId xmlns:a16="http://schemas.microsoft.com/office/drawing/2014/main" id="{BA6A02F7-2EB1-454A-8735-06351B7F0B27}"/>
              </a:ext>
            </a:extLst>
          </p:cNvPr>
          <p:cNvSpPr>
            <a:spLocks noGrp="1"/>
          </p:cNvSpPr>
          <p:nvPr/>
        </p:nvSpPr>
        <p:spPr>
          <a:xfrm>
            <a:off x="17049750" y="6572250"/>
            <a:ext cx="6096000" cy="1009650"/>
          </a:xfrm>
          <a:prstGeom prst="rect">
            <a:avLst/>
          </a:prstGeom>
          <a:noFill/>
          <a:ln w="0">
            <a:noFill/>
          </a:ln>
        </p:spPr>
        <p:txBody>
          <a:bodyPr wrap="square" lIns="0" tIns="0" rIns="0" bIns="0" anchor="t">
            <a:noAutofit/>
          </a:bodyPr>
          <a:lstStyle/>
          <a:p>
            <a:pPr algn="l">
              <a:defRPr sz="7500" b="1">
                <a:solidFill>
                  <a:srgbClr val="00D0A4"/>
                </a:solidFill>
                <a:latin typeface="Graphik-Medium"/>
                <a:ea typeface="Graphik-Medium"/>
                <a:cs typeface="Graphik-Medium"/>
              </a:defRPr>
            </a:pPr>
            <a:r>
              <a:rPr sz="7500" b="1">
                <a:solidFill>
                  <a:srgbClr val="00D0A4"/>
                </a:solidFill>
                <a:latin typeface="Graphik-Medium"/>
                <a:ea typeface="Graphik-Medium"/>
                <a:cs typeface="Graphik-Medium"/>
              </a:rPr>
              <a:t>~1 in 4</a:t>
            </a:r>
          </a:p>
        </p:txBody>
      </p:sp>
      <p:sp>
        <p:nvSpPr>
          <p:cNvPr id="110" name="ARMAN_row2_caption">
            <a:extLst>
              <a:ext uri="{FF2B5EF4-FFF2-40B4-BE49-F238E27FC236}">
                <a16:creationId xmlns:a16="http://schemas.microsoft.com/office/drawing/2014/main" id="{B04276F6-BC38-4888-B6DA-04226ECD3BCC}"/>
              </a:ext>
            </a:extLst>
          </p:cNvPr>
          <p:cNvSpPr>
            <a:spLocks noGrp="1"/>
          </p:cNvSpPr>
          <p:nvPr/>
        </p:nvSpPr>
        <p:spPr>
          <a:xfrm>
            <a:off x="17049750" y="7667625"/>
            <a:ext cx="5810250" cy="1047750"/>
          </a:xfrm>
          <a:prstGeom prst="rect">
            <a:avLst/>
          </a:prstGeom>
          <a:noFill/>
          <a:ln w="0">
            <a:noFill/>
          </a:ln>
        </p:spPr>
        <p:txBody>
          <a:bodyPr wrap="square" lIns="0" tIns="0" rIns="0" bIns="0" anchor="t">
            <a:noAutofit/>
          </a:bodyPr>
          <a:lstStyle/>
          <a:p>
            <a:pPr algn="l">
              <a:defRPr sz="2850" b="0">
                <a:solidFill>
                  <a:srgbClr val="D0D0D0"/>
                </a:solidFill>
                <a:latin typeface="Graphik"/>
                <a:ea typeface="Graphik"/>
                <a:cs typeface="Graphik"/>
              </a:defRPr>
            </a:pPr>
            <a:r>
              <a:rPr sz="2850" b="0">
                <a:solidFill>
                  <a:srgbClr val="D0D0D0"/>
                </a:solidFill>
                <a:latin typeface="Graphik"/>
                <a:ea typeface="Graphik"/>
                <a:cs typeface="Graphik"/>
              </a:rPr>
              <a:t>NSW households have rooftop solar [2]</a:t>
            </a:r>
          </a:p>
        </p:txBody>
      </p:sp>
      <p:sp>
        <p:nvSpPr>
          <p:cNvPr id="111" name="ARMAN_row3_number">
            <a:extLst>
              <a:ext uri="{FF2B5EF4-FFF2-40B4-BE49-F238E27FC236}">
                <a16:creationId xmlns:a16="http://schemas.microsoft.com/office/drawing/2014/main" id="{B8C22544-918D-4B51-9335-9391AF59117C}"/>
              </a:ext>
            </a:extLst>
          </p:cNvPr>
          <p:cNvSpPr>
            <a:spLocks noGrp="1"/>
          </p:cNvSpPr>
          <p:nvPr/>
        </p:nvSpPr>
        <p:spPr>
          <a:xfrm>
            <a:off x="1371600" y="91440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3</a:t>
            </a:r>
          </a:p>
        </p:txBody>
      </p:sp>
      <p:sp>
        <p:nvSpPr>
          <p:cNvPr id="112" name="ARMAN_row3_title">
            <a:extLst>
              <a:ext uri="{FF2B5EF4-FFF2-40B4-BE49-F238E27FC236}">
                <a16:creationId xmlns:a16="http://schemas.microsoft.com/office/drawing/2014/main" id="{24A93E12-AB73-4B78-9731-C4B26236D69D}"/>
              </a:ext>
            </a:extLst>
          </p:cNvPr>
          <p:cNvSpPr>
            <a:spLocks noGrp="1"/>
          </p:cNvSpPr>
          <p:nvPr/>
        </p:nvSpPr>
        <p:spPr>
          <a:xfrm>
            <a:off x="2476500" y="91440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Changing timing</a:t>
            </a:r>
          </a:p>
        </p:txBody>
      </p:sp>
      <p:sp>
        <p:nvSpPr>
          <p:cNvPr id="113" name="ARMAN_row3_body">
            <a:extLst>
              <a:ext uri="{FF2B5EF4-FFF2-40B4-BE49-F238E27FC236}">
                <a16:creationId xmlns:a16="http://schemas.microsoft.com/office/drawing/2014/main" id="{849D0121-DF4A-49F6-9598-B27E31E953A0}"/>
              </a:ext>
            </a:extLst>
          </p:cNvPr>
          <p:cNvSpPr>
            <a:spLocks noGrp="1"/>
          </p:cNvSpPr>
          <p:nvPr/>
        </p:nvSpPr>
        <p:spPr>
          <a:xfrm>
            <a:off x="2476500" y="100965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Home batteries and EV charging</a:t>
            </a:r>
          </a:p>
        </p:txBody>
      </p:sp>
      <p:sp>
        <p:nvSpPr>
          <p:cNvPr id="114" name="ARMAN_row3_stat">
            <a:extLst>
              <a:ext uri="{FF2B5EF4-FFF2-40B4-BE49-F238E27FC236}">
                <a16:creationId xmlns:a16="http://schemas.microsoft.com/office/drawing/2014/main" id="{B6E1F8DF-194F-4F99-A31F-57014414EE99}"/>
              </a:ext>
            </a:extLst>
          </p:cNvPr>
          <p:cNvSpPr>
            <a:spLocks noGrp="1"/>
          </p:cNvSpPr>
          <p:nvPr/>
        </p:nvSpPr>
        <p:spPr>
          <a:xfrm>
            <a:off x="17049750" y="9048750"/>
            <a:ext cx="6096000" cy="1009650"/>
          </a:xfrm>
          <a:prstGeom prst="rect">
            <a:avLst/>
          </a:prstGeom>
          <a:noFill/>
          <a:ln w="0">
            <a:noFill/>
          </a:ln>
        </p:spPr>
        <p:txBody>
          <a:bodyPr wrap="square" lIns="0" tIns="0" rIns="0" bIns="0" anchor="t">
            <a:noAutofit/>
          </a:bodyPr>
          <a:lstStyle/>
          <a:p>
            <a:pPr algn="l">
              <a:defRPr sz="7500" b="1">
                <a:solidFill>
                  <a:srgbClr val="00D0A4"/>
                </a:solidFill>
                <a:latin typeface="Graphik-Medium"/>
                <a:ea typeface="Graphik-Medium"/>
                <a:cs typeface="Graphik-Medium"/>
              </a:defRPr>
            </a:pPr>
            <a:r>
              <a:rPr sz="7500" b="1">
                <a:solidFill>
                  <a:srgbClr val="00D0A4"/>
                </a:solidFill>
                <a:latin typeface="Graphik-Medium"/>
                <a:ea typeface="Graphik-Medium"/>
                <a:cs typeface="Graphik-Medium"/>
              </a:rPr>
              <a:t>100,000+</a:t>
            </a:r>
          </a:p>
        </p:txBody>
      </p:sp>
      <p:sp>
        <p:nvSpPr>
          <p:cNvPr id="115" name="ARMAN_row3_caption">
            <a:extLst>
              <a:ext uri="{FF2B5EF4-FFF2-40B4-BE49-F238E27FC236}">
                <a16:creationId xmlns:a16="http://schemas.microsoft.com/office/drawing/2014/main" id="{3C06A8FB-80CE-4558-855E-7F2900EE20FB}"/>
              </a:ext>
            </a:extLst>
          </p:cNvPr>
          <p:cNvSpPr>
            <a:spLocks noGrp="1"/>
          </p:cNvSpPr>
          <p:nvPr/>
        </p:nvSpPr>
        <p:spPr>
          <a:xfrm>
            <a:off x="17049750" y="10144125"/>
            <a:ext cx="5810250" cy="1047750"/>
          </a:xfrm>
          <a:prstGeom prst="rect">
            <a:avLst/>
          </a:prstGeom>
          <a:noFill/>
          <a:ln w="0">
            <a:noFill/>
          </a:ln>
        </p:spPr>
        <p:txBody>
          <a:bodyPr wrap="square" lIns="0" tIns="0" rIns="0" bIns="0" anchor="t">
            <a:noAutofit/>
          </a:bodyPr>
          <a:lstStyle/>
          <a:p>
            <a:pPr algn="l">
              <a:defRPr sz="2850" b="0">
                <a:solidFill>
                  <a:srgbClr val="D0D0D0"/>
                </a:solidFill>
                <a:latin typeface="Graphik"/>
                <a:ea typeface="Graphik"/>
                <a:cs typeface="Graphik"/>
              </a:defRPr>
            </a:pPr>
            <a:r>
              <a:rPr sz="2850" b="0">
                <a:solidFill>
                  <a:srgbClr val="D0D0D0"/>
                </a:solidFill>
                <a:latin typeface="Graphik"/>
                <a:ea typeface="Graphik"/>
                <a:cs typeface="Graphik"/>
              </a:rPr>
              <a:t>Registered EVs in NSW by Nov 2025 [3]</a:t>
            </a:r>
          </a:p>
        </p:txBody>
      </p:sp>
      <p:sp>
        <p:nvSpPr>
          <p:cNvPr id="116" name="ARMAN_source1">
            <a:extLst>
              <a:ext uri="{FF2B5EF4-FFF2-40B4-BE49-F238E27FC236}">
                <a16:creationId xmlns:a16="http://schemas.microsoft.com/office/drawing/2014/main" id="{32E8F54C-41DA-419F-9170-2521784EE58D}"/>
              </a:ext>
            </a:extLst>
          </p:cNvPr>
          <p:cNvSpPr>
            <a:spLocks noGrp="1"/>
          </p:cNvSpPr>
          <p:nvPr/>
        </p:nvSpPr>
        <p:spPr>
          <a:xfrm>
            <a:off x="1381125" y="12668250"/>
            <a:ext cx="5429250" cy="381000"/>
          </a:xfrm>
          <a:prstGeom prst="rect">
            <a:avLst/>
          </a:prstGeom>
          <a:noFill/>
          <a:ln w="0">
            <a:noFill/>
          </a:ln>
        </p:spPr>
        <p:txBody>
          <a:bodyPr wrap="square" lIns="0" tIns="0" rIns="0" bIns="0" anchor="t">
            <a:noAutofit/>
          </a:bodyPr>
          <a:lstStyle/>
          <a:p>
            <a:pPr algn="l">
              <a:defRPr sz="1950" b="0">
                <a:solidFill>
                  <a:srgbClr val="D0D0D0"/>
                </a:solidFill>
                <a:latin typeface="Graphik"/>
                <a:ea typeface="Graphik"/>
                <a:cs typeface="Graphik"/>
              </a:defRPr>
            </a:pPr>
            <a:r>
              <a:rPr sz="1950" b="0">
                <a:solidFill>
                  <a:schemeClr val="accent1">
                    <a:lumMod val="40000"/>
                    <a:lumOff val="60000"/>
                  </a:schemeClr>
                </a:solidFill>
                <a:latin typeface="Graphik"/>
                <a:ea typeface="Graphik"/>
                <a:cs typeface="Graphik"/>
                <a:hlinkClick r:id="rId4">
                  <a:extLst>
                    <a:ext uri="{A12FA001-AC4F-418D-AE19-62706E023703}">
                      <ahyp:hlinkClr xmlns:ahyp="http://schemas.microsoft.com/office/drawing/2018/hyperlinkcolor" val="tx"/>
                    </a:ext>
                  </a:extLst>
                </a:hlinkClick>
              </a:rPr>
              <a:t>[1] Rio Tinto: </a:t>
            </a:r>
            <a:r>
              <a:rPr sz="1950" b="0" err="1">
                <a:solidFill>
                  <a:schemeClr val="accent1">
                    <a:lumMod val="40000"/>
                    <a:lumOff val="60000"/>
                  </a:schemeClr>
                </a:solidFill>
                <a:latin typeface="Graphik"/>
                <a:ea typeface="Graphik"/>
                <a:cs typeface="Graphik"/>
                <a:hlinkClick r:id="rId4">
                  <a:extLst>
                    <a:ext uri="{A12FA001-AC4F-418D-AE19-62706E023703}">
                      <ahyp:hlinkClr xmlns:ahyp="http://schemas.microsoft.com/office/drawing/2018/hyperlinkcolor" val="tx"/>
                    </a:ext>
                  </a:extLst>
                </a:hlinkClick>
              </a:rPr>
              <a:t>Tomago</a:t>
            </a:r>
            <a:r>
              <a:rPr sz="1950" b="0">
                <a:solidFill>
                  <a:schemeClr val="accent1">
                    <a:lumMod val="40000"/>
                    <a:lumOff val="60000"/>
                  </a:schemeClr>
                </a:solidFill>
                <a:latin typeface="Graphik"/>
                <a:ea typeface="Graphik"/>
                <a:cs typeface="Graphik"/>
                <a:hlinkClick r:id="rId4">
                  <a:extLst>
                    <a:ext uri="{A12FA001-AC4F-418D-AE19-62706E023703}">
                      <ahyp:hlinkClr xmlns:ahyp="http://schemas.microsoft.com/office/drawing/2018/hyperlinkcolor" val="tx"/>
                    </a:ext>
                  </a:extLst>
                </a:hlinkClick>
              </a:rPr>
              <a:t> (n.d.)</a:t>
            </a:r>
          </a:p>
        </p:txBody>
      </p:sp>
      <p:sp>
        <p:nvSpPr>
          <p:cNvPr id="117" name="ARMAN_source2">
            <a:extLst>
              <a:ext uri="{FF2B5EF4-FFF2-40B4-BE49-F238E27FC236}">
                <a16:creationId xmlns:a16="http://schemas.microsoft.com/office/drawing/2014/main" id="{B460F9B6-6FE2-4A3E-80E0-F864C4EDA8A1}"/>
              </a:ext>
            </a:extLst>
          </p:cNvPr>
          <p:cNvSpPr>
            <a:spLocks noGrp="1"/>
          </p:cNvSpPr>
          <p:nvPr/>
        </p:nvSpPr>
        <p:spPr>
          <a:xfrm>
            <a:off x="7429500" y="12668250"/>
            <a:ext cx="7905750" cy="381000"/>
          </a:xfrm>
          <a:prstGeom prst="rect">
            <a:avLst/>
          </a:prstGeom>
          <a:noFill/>
          <a:ln w="0">
            <a:noFill/>
          </a:ln>
        </p:spPr>
        <p:txBody>
          <a:bodyPr wrap="square" lIns="0" tIns="0" rIns="0" bIns="0" anchor="t">
            <a:noAutofit/>
          </a:bodyPr>
          <a:lstStyle/>
          <a:p>
            <a:pPr algn="l">
              <a:defRPr sz="1950" b="0">
                <a:solidFill>
                  <a:srgbClr val="D0D0D0"/>
                </a:solidFill>
                <a:latin typeface="Graphik"/>
                <a:ea typeface="Graphik"/>
                <a:cs typeface="Graphik"/>
              </a:defRPr>
            </a:pPr>
            <a:r>
              <a:rPr sz="1950" b="0">
                <a:solidFill>
                  <a:schemeClr val="accent1">
                    <a:lumMod val="40000"/>
                    <a:lumOff val="60000"/>
                  </a:schemeClr>
                </a:solidFill>
                <a:latin typeface="Graphik"/>
                <a:ea typeface="Graphik"/>
                <a:cs typeface="Graphik"/>
                <a:hlinkClick r:id="rId5">
                  <a:extLst>
                    <a:ext uri="{A12FA001-AC4F-418D-AE19-62706E023703}">
                      <ahyp:hlinkClr xmlns:ahyp="http://schemas.microsoft.com/office/drawing/2018/hyperlinkcolor" val="tx"/>
                    </a:ext>
                  </a:extLst>
                </a:hlinkClick>
              </a:rPr>
              <a:t>[2] NSW Government: energy system (n.d.)</a:t>
            </a:r>
          </a:p>
        </p:txBody>
      </p:sp>
      <p:sp>
        <p:nvSpPr>
          <p:cNvPr id="118" name="ARMAN_source3">
            <a:extLst>
              <a:ext uri="{FF2B5EF4-FFF2-40B4-BE49-F238E27FC236}">
                <a16:creationId xmlns:a16="http://schemas.microsoft.com/office/drawing/2014/main" id="{F7CC5E7A-79BE-44DE-8D63-E304E764BB17}"/>
              </a:ext>
            </a:extLst>
          </p:cNvPr>
          <p:cNvSpPr>
            <a:spLocks noGrp="1"/>
          </p:cNvSpPr>
          <p:nvPr/>
        </p:nvSpPr>
        <p:spPr>
          <a:xfrm>
            <a:off x="15906750" y="12668250"/>
            <a:ext cx="7620000" cy="381000"/>
          </a:xfrm>
          <a:prstGeom prst="rect">
            <a:avLst/>
          </a:prstGeom>
          <a:noFill/>
          <a:ln w="0">
            <a:noFill/>
          </a:ln>
        </p:spPr>
        <p:txBody>
          <a:bodyPr wrap="square" lIns="0" tIns="0" rIns="0" bIns="0" anchor="t">
            <a:noAutofit/>
          </a:bodyPr>
          <a:lstStyle/>
          <a:p>
            <a:pPr algn="l">
              <a:defRPr sz="1950" b="0">
                <a:solidFill>
                  <a:srgbClr val="D0D0D0"/>
                </a:solidFill>
                <a:latin typeface="Graphik"/>
                <a:ea typeface="Graphik"/>
                <a:cs typeface="Graphik"/>
              </a:defRPr>
            </a:pPr>
            <a:r>
              <a:rPr sz="1950" b="0">
                <a:solidFill>
                  <a:schemeClr val="accent1">
                    <a:lumMod val="40000"/>
                    <a:lumOff val="60000"/>
                  </a:schemeClr>
                </a:solidFill>
                <a:latin typeface="Graphik"/>
                <a:ea typeface="Graphik"/>
                <a:cs typeface="Graphik"/>
                <a:hlinkClick r:id="rId6">
                  <a:extLst>
                    <a:ext uri="{A12FA001-AC4F-418D-AE19-62706E023703}">
                      <ahyp:hlinkClr xmlns:ahyp="http://schemas.microsoft.com/office/drawing/2018/hyperlinkcolor" val="tx"/>
                    </a:ext>
                  </a:extLst>
                </a:hlinkClick>
              </a:rPr>
              <a:t>[3] NSW Government: EV milestone (29 Nov 2025)</a:t>
            </a:r>
          </a:p>
        </p:txBody>
      </p:sp>
      <p:grpSp>
        <p:nvGrpSpPr>
          <p:cNvPr id="9" name="Group 8">
            <a:extLst>
              <a:ext uri="{FF2B5EF4-FFF2-40B4-BE49-F238E27FC236}">
                <a16:creationId xmlns:a16="http://schemas.microsoft.com/office/drawing/2014/main" id="{2DA7CB6E-EFF3-7830-563F-F1291CA63787}"/>
              </a:ext>
            </a:extLst>
          </p:cNvPr>
          <p:cNvGrpSpPr/>
          <p:nvPr/>
        </p:nvGrpSpPr>
        <p:grpSpPr>
          <a:xfrm>
            <a:off x="1909500" y="3548865"/>
            <a:ext cx="756000" cy="756000"/>
            <a:chOff x="1302693" y="2464017"/>
            <a:chExt cx="756000" cy="756000"/>
          </a:xfrm>
        </p:grpSpPr>
        <p:sp>
          <p:nvSpPr>
            <p:cNvPr id="10" name="Oval 9">
              <a:extLst>
                <a:ext uri="{FF2B5EF4-FFF2-40B4-BE49-F238E27FC236}">
                  <a16:creationId xmlns:a16="http://schemas.microsoft.com/office/drawing/2014/main" id="{C36D42F6-635A-4131-E84E-56FD7A2E90DB}"/>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1" name="Graphic 10" descr="Radio microphone with solid fill">
              <a:extLst>
                <a:ext uri="{FF2B5EF4-FFF2-40B4-BE49-F238E27FC236}">
                  <a16:creationId xmlns:a16="http://schemas.microsoft.com/office/drawing/2014/main" id="{CF3865DF-D24E-B8E4-62BE-33B8294471A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92693" y="2554017"/>
              <a:ext cx="576000" cy="576000"/>
            </a:xfrm>
            <a:prstGeom prst="rect">
              <a:avLst/>
            </a:prstGeom>
          </p:spPr>
        </p:pic>
      </p:grpSp>
      <p:grpSp>
        <p:nvGrpSpPr>
          <p:cNvPr id="12" name="Group 11">
            <a:extLst>
              <a:ext uri="{FF2B5EF4-FFF2-40B4-BE49-F238E27FC236}">
                <a16:creationId xmlns:a16="http://schemas.microsoft.com/office/drawing/2014/main" id="{21B0BE8D-EBDE-7702-3CED-9D6BB471E4CB}"/>
              </a:ext>
            </a:extLst>
          </p:cNvPr>
          <p:cNvGrpSpPr/>
          <p:nvPr/>
        </p:nvGrpSpPr>
        <p:grpSpPr>
          <a:xfrm>
            <a:off x="16671750" y="3458865"/>
            <a:ext cx="756000" cy="756000"/>
            <a:chOff x="1302693" y="2464017"/>
            <a:chExt cx="756000" cy="756000"/>
          </a:xfrm>
        </p:grpSpPr>
        <p:sp>
          <p:nvSpPr>
            <p:cNvPr id="13" name="Oval 12">
              <a:extLst>
                <a:ext uri="{FF2B5EF4-FFF2-40B4-BE49-F238E27FC236}">
                  <a16:creationId xmlns:a16="http://schemas.microsoft.com/office/drawing/2014/main" id="{DA56DB8F-8592-4D48-37BA-B3944D5650C4}"/>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14" name="Graphic 13" descr="Radio microphone with solid fill">
              <a:extLst>
                <a:ext uri="{FF2B5EF4-FFF2-40B4-BE49-F238E27FC236}">
                  <a16:creationId xmlns:a16="http://schemas.microsoft.com/office/drawing/2014/main" id="{9C0E31AD-948F-9D50-7CA1-1BA9753C139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92693" y="2554017"/>
              <a:ext cx="576000" cy="576000"/>
            </a:xfrm>
            <a:prstGeom prst="rect">
              <a:avLst/>
            </a:prstGeom>
          </p:spPr>
        </p:pic>
      </p:gr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37D67-2B1F-DB56-B492-4423CDA236B0}"/>
            </a:ext>
          </a:extLst>
        </p:cNvPr>
        <p:cNvGrpSpPr/>
        <p:nvPr/>
      </p:nvGrpSpPr>
      <p:grpSpPr>
        <a:xfrm>
          <a:off x="0" y="0"/>
          <a:ext cx="0" cy="0"/>
          <a:chOff x="0" y="0"/>
          <a:chExt cx="0" cy="0"/>
        </a:xfrm>
      </p:grpSpPr>
      <p:pic>
        <p:nvPicPr>
          <p:cNvPr id="2" name="Camera 1">
            <a:extLst>
              <a:ext uri="{FF2B5EF4-FFF2-40B4-BE49-F238E27FC236}">
                <a16:creationId xmlns:a16="http://schemas.microsoft.com/office/drawing/2014/main" id="{BB2524A7-F741-E257-D32F-86C2153F636A}"/>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244148" y="26271"/>
            <a:ext cx="4114800" cy="4114800"/>
          </a:xfrm>
          <a:prstGeom prst="ellipse">
            <a:avLst/>
          </a:prstGeom>
          <a:ln>
            <a:noFill/>
          </a:ln>
          <a:effectLst>
            <a:outerShdw blurRad="190500" algn="tl" rotWithShape="0">
              <a:srgbClr val="000000">
                <a:alpha val="30000"/>
              </a:srgbClr>
            </a:outerShdw>
          </a:effectLst>
        </p:spPr>
      </p:pic>
      <p:sp>
        <p:nvSpPr>
          <p:cNvPr id="100" name="ARMAN_title">
            <a:extLst>
              <a:ext uri="{FF2B5EF4-FFF2-40B4-BE49-F238E27FC236}">
                <a16:creationId xmlns:a16="http://schemas.microsoft.com/office/drawing/2014/main" id="{1E8CEC4A-C8F0-D1AA-14F5-E06FF14BB64B}"/>
              </a:ext>
            </a:extLst>
          </p:cNvPr>
          <p:cNvSpPr>
            <a:spLocks noGrp="1"/>
          </p:cNvSpPr>
          <p:nvPr/>
        </p:nvSpPr>
        <p:spPr>
          <a:xfrm>
            <a:off x="1276350" y="1257300"/>
            <a:ext cx="18192750" cy="1381125"/>
          </a:xfrm>
          <a:prstGeom prst="rect">
            <a:avLst/>
          </a:prstGeom>
          <a:noFill/>
          <a:ln w="0">
            <a:noFill/>
          </a:ln>
        </p:spPr>
        <p:txBody>
          <a:bodyPr wrap="square" lIns="0" tIns="0" rIns="0" bIns="0" anchor="t">
            <a:noAutofit/>
          </a:bodyPr>
          <a:lstStyle/>
          <a:p>
            <a:pPr algn="l">
              <a:defRPr sz="8100" b="1">
                <a:solidFill>
                  <a:srgbClr val="00D0A4"/>
                </a:solidFill>
                <a:latin typeface="Myriad Set Pro Bold"/>
                <a:ea typeface="Myriad Set Pro Bold"/>
                <a:cs typeface="Myriad Set Pro Bold"/>
              </a:defRPr>
            </a:pPr>
            <a:r>
              <a:rPr sz="8100" b="1">
                <a:solidFill>
                  <a:srgbClr val="00D0A4"/>
                </a:solidFill>
                <a:latin typeface="Myriad Set Pro Bold"/>
                <a:ea typeface="Myriad Set Pro Bold"/>
                <a:cs typeface="Myriad Set Pro Bold"/>
              </a:rPr>
              <a:t>NSW’s changing electricity demand</a:t>
            </a:r>
          </a:p>
        </p:txBody>
      </p:sp>
      <p:sp>
        <p:nvSpPr>
          <p:cNvPr id="101" name="ARMAN_row1_number">
            <a:extLst>
              <a:ext uri="{FF2B5EF4-FFF2-40B4-BE49-F238E27FC236}">
                <a16:creationId xmlns:a16="http://schemas.microsoft.com/office/drawing/2014/main" id="{F812CB74-6526-DBF7-B9E5-0BD3026C0A67}"/>
              </a:ext>
            </a:extLst>
          </p:cNvPr>
          <p:cNvSpPr>
            <a:spLocks noGrp="1"/>
          </p:cNvSpPr>
          <p:nvPr/>
        </p:nvSpPr>
        <p:spPr>
          <a:xfrm>
            <a:off x="1371600" y="41910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1</a:t>
            </a:r>
          </a:p>
        </p:txBody>
      </p:sp>
      <p:sp>
        <p:nvSpPr>
          <p:cNvPr id="102" name="ARMAN_row1_title">
            <a:extLst>
              <a:ext uri="{FF2B5EF4-FFF2-40B4-BE49-F238E27FC236}">
                <a16:creationId xmlns:a16="http://schemas.microsoft.com/office/drawing/2014/main" id="{24A40337-E6CA-DD0A-EC6A-16A7112FFB7A}"/>
              </a:ext>
            </a:extLst>
          </p:cNvPr>
          <p:cNvSpPr>
            <a:spLocks noGrp="1"/>
          </p:cNvSpPr>
          <p:nvPr/>
        </p:nvSpPr>
        <p:spPr>
          <a:xfrm>
            <a:off x="2476500" y="41910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Growing demand</a:t>
            </a:r>
          </a:p>
        </p:txBody>
      </p:sp>
      <p:sp>
        <p:nvSpPr>
          <p:cNvPr id="103" name="ARMAN_row1_body">
            <a:extLst>
              <a:ext uri="{FF2B5EF4-FFF2-40B4-BE49-F238E27FC236}">
                <a16:creationId xmlns:a16="http://schemas.microsoft.com/office/drawing/2014/main" id="{79A04D98-5361-6F3B-05E2-9B3A0FD4FCA5}"/>
              </a:ext>
            </a:extLst>
          </p:cNvPr>
          <p:cNvSpPr>
            <a:spLocks noGrp="1"/>
          </p:cNvSpPr>
          <p:nvPr/>
        </p:nvSpPr>
        <p:spPr>
          <a:xfrm>
            <a:off x="2476500" y="51435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Communities, industry and electrification</a:t>
            </a:r>
          </a:p>
        </p:txBody>
      </p:sp>
      <p:sp>
        <p:nvSpPr>
          <p:cNvPr id="104" name="ARMAN_row1_stat">
            <a:extLst>
              <a:ext uri="{FF2B5EF4-FFF2-40B4-BE49-F238E27FC236}">
                <a16:creationId xmlns:a16="http://schemas.microsoft.com/office/drawing/2014/main" id="{32ACC502-6CFF-E971-6901-458E0B3A7FFE}"/>
              </a:ext>
            </a:extLst>
          </p:cNvPr>
          <p:cNvSpPr>
            <a:spLocks noGrp="1"/>
          </p:cNvSpPr>
          <p:nvPr/>
        </p:nvSpPr>
        <p:spPr>
          <a:xfrm>
            <a:off x="17049750" y="4095750"/>
            <a:ext cx="6096000" cy="1009650"/>
          </a:xfrm>
          <a:prstGeom prst="rect">
            <a:avLst/>
          </a:prstGeom>
          <a:noFill/>
          <a:ln w="0">
            <a:noFill/>
          </a:ln>
        </p:spPr>
        <p:txBody>
          <a:bodyPr wrap="square" lIns="0" tIns="0" rIns="0" bIns="0" anchor="t">
            <a:noAutofit/>
          </a:bodyPr>
          <a:lstStyle/>
          <a:p>
            <a:pPr algn="l">
              <a:defRPr sz="7500" b="1">
                <a:solidFill>
                  <a:srgbClr val="00D0A4"/>
                </a:solidFill>
                <a:latin typeface="Graphik-Medium"/>
                <a:ea typeface="Graphik-Medium"/>
                <a:cs typeface="Graphik-Medium"/>
              </a:defRPr>
            </a:pPr>
            <a:r>
              <a:rPr sz="7500" b="1">
                <a:solidFill>
                  <a:srgbClr val="00D0A4"/>
                </a:solidFill>
                <a:latin typeface="Graphik-Medium"/>
                <a:ea typeface="Graphik-Medium"/>
                <a:cs typeface="Graphik-Medium"/>
              </a:rPr>
              <a:t>~12%</a:t>
            </a:r>
          </a:p>
        </p:txBody>
      </p:sp>
      <p:sp>
        <p:nvSpPr>
          <p:cNvPr id="105" name="ARMAN_row1_caption">
            <a:extLst>
              <a:ext uri="{FF2B5EF4-FFF2-40B4-BE49-F238E27FC236}">
                <a16:creationId xmlns:a16="http://schemas.microsoft.com/office/drawing/2014/main" id="{876C6E65-2561-4B5F-441B-35A8DC92223F}"/>
              </a:ext>
            </a:extLst>
          </p:cNvPr>
          <p:cNvSpPr>
            <a:spLocks noGrp="1"/>
          </p:cNvSpPr>
          <p:nvPr/>
        </p:nvSpPr>
        <p:spPr>
          <a:xfrm>
            <a:off x="17049750" y="5191125"/>
            <a:ext cx="5810250" cy="1047750"/>
          </a:xfrm>
          <a:prstGeom prst="rect">
            <a:avLst/>
          </a:prstGeom>
          <a:noFill/>
          <a:ln w="0">
            <a:noFill/>
          </a:ln>
        </p:spPr>
        <p:txBody>
          <a:bodyPr wrap="square" lIns="0" tIns="0" rIns="0" bIns="0" anchor="t">
            <a:noAutofit/>
          </a:bodyPr>
          <a:lstStyle/>
          <a:p>
            <a:pPr algn="l">
              <a:defRPr sz="2850" b="0">
                <a:solidFill>
                  <a:srgbClr val="D0D0D0"/>
                </a:solidFill>
                <a:latin typeface="Graphik"/>
                <a:ea typeface="Graphik"/>
                <a:cs typeface="Graphik"/>
              </a:defRPr>
            </a:pPr>
            <a:r>
              <a:rPr sz="2850" b="0">
                <a:solidFill>
                  <a:srgbClr val="D0D0D0"/>
                </a:solidFill>
                <a:latin typeface="Graphik"/>
                <a:ea typeface="Graphik"/>
                <a:cs typeface="Graphik"/>
              </a:rPr>
              <a:t>NSW demand: Tomago Aluminium [1]</a:t>
            </a:r>
          </a:p>
        </p:txBody>
      </p:sp>
      <p:sp>
        <p:nvSpPr>
          <p:cNvPr id="106" name="ARMAN_row2_number">
            <a:extLst>
              <a:ext uri="{FF2B5EF4-FFF2-40B4-BE49-F238E27FC236}">
                <a16:creationId xmlns:a16="http://schemas.microsoft.com/office/drawing/2014/main" id="{45449EB5-20A9-EAE0-75B0-C519D7EEFD24}"/>
              </a:ext>
            </a:extLst>
          </p:cNvPr>
          <p:cNvSpPr>
            <a:spLocks noGrp="1"/>
          </p:cNvSpPr>
          <p:nvPr/>
        </p:nvSpPr>
        <p:spPr>
          <a:xfrm>
            <a:off x="1371600" y="66675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2</a:t>
            </a:r>
          </a:p>
        </p:txBody>
      </p:sp>
      <p:sp>
        <p:nvSpPr>
          <p:cNvPr id="107" name="ARMAN_row2_title">
            <a:extLst>
              <a:ext uri="{FF2B5EF4-FFF2-40B4-BE49-F238E27FC236}">
                <a16:creationId xmlns:a16="http://schemas.microsoft.com/office/drawing/2014/main" id="{F83CFE46-9F3C-E348-9183-71B173245766}"/>
              </a:ext>
            </a:extLst>
          </p:cNvPr>
          <p:cNvSpPr>
            <a:spLocks noGrp="1"/>
          </p:cNvSpPr>
          <p:nvPr/>
        </p:nvSpPr>
        <p:spPr>
          <a:xfrm>
            <a:off x="2476500" y="66675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Changing grid use</a:t>
            </a:r>
          </a:p>
        </p:txBody>
      </p:sp>
      <p:sp>
        <p:nvSpPr>
          <p:cNvPr id="108" name="ARMAN_row2_body">
            <a:extLst>
              <a:ext uri="{FF2B5EF4-FFF2-40B4-BE49-F238E27FC236}">
                <a16:creationId xmlns:a16="http://schemas.microsoft.com/office/drawing/2014/main" id="{BC59F299-DEC7-F0BE-500B-57409DF9C903}"/>
              </a:ext>
            </a:extLst>
          </p:cNvPr>
          <p:cNvSpPr>
            <a:spLocks noGrp="1"/>
          </p:cNvSpPr>
          <p:nvPr/>
        </p:nvSpPr>
        <p:spPr>
          <a:xfrm>
            <a:off x="2476500" y="76200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Rooftop solar and energy efficiency</a:t>
            </a:r>
          </a:p>
        </p:txBody>
      </p:sp>
      <p:sp>
        <p:nvSpPr>
          <p:cNvPr id="109" name="ARMAN_row2_stat">
            <a:extLst>
              <a:ext uri="{FF2B5EF4-FFF2-40B4-BE49-F238E27FC236}">
                <a16:creationId xmlns:a16="http://schemas.microsoft.com/office/drawing/2014/main" id="{2DCF99EC-D469-BED4-B324-188BCE164DB4}"/>
              </a:ext>
            </a:extLst>
          </p:cNvPr>
          <p:cNvSpPr>
            <a:spLocks noGrp="1"/>
          </p:cNvSpPr>
          <p:nvPr/>
        </p:nvSpPr>
        <p:spPr>
          <a:xfrm>
            <a:off x="17049750" y="6572250"/>
            <a:ext cx="6096000" cy="1009650"/>
          </a:xfrm>
          <a:prstGeom prst="rect">
            <a:avLst/>
          </a:prstGeom>
          <a:noFill/>
          <a:ln w="0">
            <a:noFill/>
          </a:ln>
        </p:spPr>
        <p:txBody>
          <a:bodyPr wrap="square" lIns="0" tIns="0" rIns="0" bIns="0" anchor="t">
            <a:noAutofit/>
          </a:bodyPr>
          <a:lstStyle/>
          <a:p>
            <a:pPr algn="l">
              <a:defRPr sz="7500" b="1">
                <a:solidFill>
                  <a:srgbClr val="00D0A4"/>
                </a:solidFill>
                <a:latin typeface="Graphik-Medium"/>
                <a:ea typeface="Graphik-Medium"/>
                <a:cs typeface="Graphik-Medium"/>
              </a:defRPr>
            </a:pPr>
            <a:r>
              <a:rPr sz="7500" b="1">
                <a:solidFill>
                  <a:srgbClr val="00D0A4"/>
                </a:solidFill>
                <a:latin typeface="Graphik-Medium"/>
                <a:ea typeface="Graphik-Medium"/>
                <a:cs typeface="Graphik-Medium"/>
              </a:rPr>
              <a:t>~1 in 4</a:t>
            </a:r>
          </a:p>
        </p:txBody>
      </p:sp>
      <p:sp>
        <p:nvSpPr>
          <p:cNvPr id="110" name="ARMAN_row2_caption">
            <a:extLst>
              <a:ext uri="{FF2B5EF4-FFF2-40B4-BE49-F238E27FC236}">
                <a16:creationId xmlns:a16="http://schemas.microsoft.com/office/drawing/2014/main" id="{8E7E48C7-F1DE-9A06-5732-2ACFF4970063}"/>
              </a:ext>
            </a:extLst>
          </p:cNvPr>
          <p:cNvSpPr>
            <a:spLocks noGrp="1"/>
          </p:cNvSpPr>
          <p:nvPr/>
        </p:nvSpPr>
        <p:spPr>
          <a:xfrm>
            <a:off x="17049750" y="7667625"/>
            <a:ext cx="5810250" cy="1047750"/>
          </a:xfrm>
          <a:prstGeom prst="rect">
            <a:avLst/>
          </a:prstGeom>
          <a:noFill/>
          <a:ln w="0">
            <a:noFill/>
          </a:ln>
        </p:spPr>
        <p:txBody>
          <a:bodyPr wrap="square" lIns="0" tIns="0" rIns="0" bIns="0" anchor="t">
            <a:noAutofit/>
          </a:bodyPr>
          <a:lstStyle/>
          <a:p>
            <a:pPr algn="l">
              <a:defRPr sz="2850" b="0">
                <a:solidFill>
                  <a:srgbClr val="D0D0D0"/>
                </a:solidFill>
                <a:latin typeface="Graphik"/>
                <a:ea typeface="Graphik"/>
                <a:cs typeface="Graphik"/>
              </a:defRPr>
            </a:pPr>
            <a:r>
              <a:rPr sz="2850" b="0">
                <a:solidFill>
                  <a:srgbClr val="D0D0D0"/>
                </a:solidFill>
                <a:latin typeface="Graphik"/>
                <a:ea typeface="Graphik"/>
                <a:cs typeface="Graphik"/>
              </a:rPr>
              <a:t>NSW households have rooftop solar [2]</a:t>
            </a:r>
          </a:p>
        </p:txBody>
      </p:sp>
      <p:sp>
        <p:nvSpPr>
          <p:cNvPr id="111" name="ARMAN_row3_number">
            <a:extLst>
              <a:ext uri="{FF2B5EF4-FFF2-40B4-BE49-F238E27FC236}">
                <a16:creationId xmlns:a16="http://schemas.microsoft.com/office/drawing/2014/main" id="{DFC83D84-0220-2849-2406-334D7F21CFB9}"/>
              </a:ext>
            </a:extLst>
          </p:cNvPr>
          <p:cNvSpPr>
            <a:spLocks noGrp="1"/>
          </p:cNvSpPr>
          <p:nvPr/>
        </p:nvSpPr>
        <p:spPr>
          <a:xfrm>
            <a:off x="1371600" y="91440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3</a:t>
            </a:r>
          </a:p>
        </p:txBody>
      </p:sp>
      <p:sp>
        <p:nvSpPr>
          <p:cNvPr id="112" name="ARMAN_row3_title">
            <a:extLst>
              <a:ext uri="{FF2B5EF4-FFF2-40B4-BE49-F238E27FC236}">
                <a16:creationId xmlns:a16="http://schemas.microsoft.com/office/drawing/2014/main" id="{43505022-29D5-6C5A-99E9-64C39C26F950}"/>
              </a:ext>
            </a:extLst>
          </p:cNvPr>
          <p:cNvSpPr>
            <a:spLocks noGrp="1"/>
          </p:cNvSpPr>
          <p:nvPr/>
        </p:nvSpPr>
        <p:spPr>
          <a:xfrm>
            <a:off x="2476500" y="91440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Changing timing</a:t>
            </a:r>
          </a:p>
        </p:txBody>
      </p:sp>
      <p:sp>
        <p:nvSpPr>
          <p:cNvPr id="113" name="ARMAN_row3_body">
            <a:extLst>
              <a:ext uri="{FF2B5EF4-FFF2-40B4-BE49-F238E27FC236}">
                <a16:creationId xmlns:a16="http://schemas.microsoft.com/office/drawing/2014/main" id="{1AC661F8-6B6E-6AEB-E244-9AB9613D0611}"/>
              </a:ext>
            </a:extLst>
          </p:cNvPr>
          <p:cNvSpPr>
            <a:spLocks noGrp="1"/>
          </p:cNvSpPr>
          <p:nvPr/>
        </p:nvSpPr>
        <p:spPr>
          <a:xfrm>
            <a:off x="2476500" y="100965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Home batteries and EV charging</a:t>
            </a:r>
          </a:p>
        </p:txBody>
      </p:sp>
      <p:sp>
        <p:nvSpPr>
          <p:cNvPr id="114" name="ARMAN_row3_stat">
            <a:extLst>
              <a:ext uri="{FF2B5EF4-FFF2-40B4-BE49-F238E27FC236}">
                <a16:creationId xmlns:a16="http://schemas.microsoft.com/office/drawing/2014/main" id="{48AF8191-DAEC-E507-D48D-9EF8142E451E}"/>
              </a:ext>
            </a:extLst>
          </p:cNvPr>
          <p:cNvSpPr>
            <a:spLocks noGrp="1"/>
          </p:cNvSpPr>
          <p:nvPr/>
        </p:nvSpPr>
        <p:spPr>
          <a:xfrm>
            <a:off x="17049750" y="9048750"/>
            <a:ext cx="6096000" cy="1009650"/>
          </a:xfrm>
          <a:prstGeom prst="rect">
            <a:avLst/>
          </a:prstGeom>
          <a:noFill/>
          <a:ln w="0">
            <a:noFill/>
          </a:ln>
        </p:spPr>
        <p:txBody>
          <a:bodyPr wrap="square" lIns="0" tIns="0" rIns="0" bIns="0" anchor="t">
            <a:noAutofit/>
          </a:bodyPr>
          <a:lstStyle/>
          <a:p>
            <a:pPr algn="l">
              <a:defRPr sz="7500" b="1">
                <a:solidFill>
                  <a:srgbClr val="00D0A4"/>
                </a:solidFill>
                <a:latin typeface="Graphik-Medium"/>
                <a:ea typeface="Graphik-Medium"/>
                <a:cs typeface="Graphik-Medium"/>
              </a:defRPr>
            </a:pPr>
            <a:r>
              <a:rPr sz="7500" b="1">
                <a:solidFill>
                  <a:srgbClr val="00D0A4"/>
                </a:solidFill>
                <a:latin typeface="Graphik-Medium"/>
                <a:ea typeface="Graphik-Medium"/>
                <a:cs typeface="Graphik-Medium"/>
              </a:rPr>
              <a:t>100,000+</a:t>
            </a:r>
          </a:p>
        </p:txBody>
      </p:sp>
      <p:sp>
        <p:nvSpPr>
          <p:cNvPr id="115" name="ARMAN_row3_caption">
            <a:extLst>
              <a:ext uri="{FF2B5EF4-FFF2-40B4-BE49-F238E27FC236}">
                <a16:creationId xmlns:a16="http://schemas.microsoft.com/office/drawing/2014/main" id="{449B4B87-6333-C4DC-B677-16F2BB939CDD}"/>
              </a:ext>
            </a:extLst>
          </p:cNvPr>
          <p:cNvSpPr>
            <a:spLocks noGrp="1"/>
          </p:cNvSpPr>
          <p:nvPr/>
        </p:nvSpPr>
        <p:spPr>
          <a:xfrm>
            <a:off x="17049750" y="10144125"/>
            <a:ext cx="5810250" cy="1047750"/>
          </a:xfrm>
          <a:prstGeom prst="rect">
            <a:avLst/>
          </a:prstGeom>
          <a:noFill/>
          <a:ln w="0">
            <a:noFill/>
          </a:ln>
        </p:spPr>
        <p:txBody>
          <a:bodyPr wrap="square" lIns="0" tIns="0" rIns="0" bIns="0" anchor="t">
            <a:noAutofit/>
          </a:bodyPr>
          <a:lstStyle/>
          <a:p>
            <a:pPr algn="l">
              <a:defRPr sz="2850" b="0">
                <a:solidFill>
                  <a:srgbClr val="D0D0D0"/>
                </a:solidFill>
                <a:latin typeface="Graphik"/>
                <a:ea typeface="Graphik"/>
                <a:cs typeface="Graphik"/>
              </a:defRPr>
            </a:pPr>
            <a:r>
              <a:rPr sz="2850" b="0">
                <a:solidFill>
                  <a:srgbClr val="D0D0D0"/>
                </a:solidFill>
                <a:latin typeface="Graphik"/>
                <a:ea typeface="Graphik"/>
                <a:cs typeface="Graphik"/>
              </a:rPr>
              <a:t>Registered EVs in NSW by Nov 2025 [3]</a:t>
            </a:r>
          </a:p>
        </p:txBody>
      </p:sp>
      <p:sp>
        <p:nvSpPr>
          <p:cNvPr id="116" name="ARMAN_source1">
            <a:extLst>
              <a:ext uri="{FF2B5EF4-FFF2-40B4-BE49-F238E27FC236}">
                <a16:creationId xmlns:a16="http://schemas.microsoft.com/office/drawing/2014/main" id="{4D810255-6289-10AC-E5C6-335CD6CE25CB}"/>
              </a:ext>
            </a:extLst>
          </p:cNvPr>
          <p:cNvSpPr>
            <a:spLocks noGrp="1"/>
          </p:cNvSpPr>
          <p:nvPr/>
        </p:nvSpPr>
        <p:spPr>
          <a:xfrm>
            <a:off x="1381125" y="12668250"/>
            <a:ext cx="5429250" cy="381000"/>
          </a:xfrm>
          <a:prstGeom prst="rect">
            <a:avLst/>
          </a:prstGeom>
          <a:noFill/>
          <a:ln w="0">
            <a:noFill/>
          </a:ln>
        </p:spPr>
        <p:txBody>
          <a:bodyPr wrap="square" lIns="0" tIns="0" rIns="0" bIns="0" anchor="t">
            <a:noAutofit/>
          </a:bodyPr>
          <a:lstStyle/>
          <a:p>
            <a:pPr algn="l">
              <a:defRPr sz="1950" b="0">
                <a:solidFill>
                  <a:srgbClr val="D0D0D0"/>
                </a:solidFill>
                <a:latin typeface="Graphik"/>
                <a:ea typeface="Graphik"/>
                <a:cs typeface="Graphik"/>
              </a:defRPr>
            </a:pPr>
            <a:r>
              <a:rPr sz="1950" b="0">
                <a:solidFill>
                  <a:schemeClr val="accent1">
                    <a:lumMod val="40000"/>
                    <a:lumOff val="60000"/>
                  </a:schemeClr>
                </a:solidFill>
                <a:latin typeface="Graphik"/>
                <a:ea typeface="Graphik"/>
                <a:cs typeface="Graphik"/>
                <a:hlinkClick r:id="rId4">
                  <a:extLst>
                    <a:ext uri="{A12FA001-AC4F-418D-AE19-62706E023703}">
                      <ahyp:hlinkClr xmlns:ahyp="http://schemas.microsoft.com/office/drawing/2018/hyperlinkcolor" val="tx"/>
                    </a:ext>
                  </a:extLst>
                </a:hlinkClick>
              </a:rPr>
              <a:t>[1] Rio Tinto: </a:t>
            </a:r>
            <a:r>
              <a:rPr sz="1950" b="0" err="1">
                <a:solidFill>
                  <a:schemeClr val="accent1">
                    <a:lumMod val="40000"/>
                    <a:lumOff val="60000"/>
                  </a:schemeClr>
                </a:solidFill>
                <a:latin typeface="Graphik"/>
                <a:ea typeface="Graphik"/>
                <a:cs typeface="Graphik"/>
                <a:hlinkClick r:id="rId4">
                  <a:extLst>
                    <a:ext uri="{A12FA001-AC4F-418D-AE19-62706E023703}">
                      <ahyp:hlinkClr xmlns:ahyp="http://schemas.microsoft.com/office/drawing/2018/hyperlinkcolor" val="tx"/>
                    </a:ext>
                  </a:extLst>
                </a:hlinkClick>
              </a:rPr>
              <a:t>Tomago</a:t>
            </a:r>
            <a:r>
              <a:rPr sz="1950" b="0">
                <a:solidFill>
                  <a:schemeClr val="accent1">
                    <a:lumMod val="40000"/>
                    <a:lumOff val="60000"/>
                  </a:schemeClr>
                </a:solidFill>
                <a:latin typeface="Graphik"/>
                <a:ea typeface="Graphik"/>
                <a:cs typeface="Graphik"/>
                <a:hlinkClick r:id="rId4">
                  <a:extLst>
                    <a:ext uri="{A12FA001-AC4F-418D-AE19-62706E023703}">
                      <ahyp:hlinkClr xmlns:ahyp="http://schemas.microsoft.com/office/drawing/2018/hyperlinkcolor" val="tx"/>
                    </a:ext>
                  </a:extLst>
                </a:hlinkClick>
              </a:rPr>
              <a:t> (n.d.)</a:t>
            </a:r>
          </a:p>
        </p:txBody>
      </p:sp>
      <p:sp>
        <p:nvSpPr>
          <p:cNvPr id="117" name="ARMAN_source2">
            <a:extLst>
              <a:ext uri="{FF2B5EF4-FFF2-40B4-BE49-F238E27FC236}">
                <a16:creationId xmlns:a16="http://schemas.microsoft.com/office/drawing/2014/main" id="{234369F4-E762-DFB2-A21B-505A05BCAAFF}"/>
              </a:ext>
            </a:extLst>
          </p:cNvPr>
          <p:cNvSpPr>
            <a:spLocks noGrp="1"/>
          </p:cNvSpPr>
          <p:nvPr/>
        </p:nvSpPr>
        <p:spPr>
          <a:xfrm>
            <a:off x="7429500" y="12668250"/>
            <a:ext cx="7905750" cy="381000"/>
          </a:xfrm>
          <a:prstGeom prst="rect">
            <a:avLst/>
          </a:prstGeom>
          <a:noFill/>
          <a:ln w="0">
            <a:noFill/>
          </a:ln>
        </p:spPr>
        <p:txBody>
          <a:bodyPr wrap="square" lIns="0" tIns="0" rIns="0" bIns="0" anchor="t">
            <a:noAutofit/>
          </a:bodyPr>
          <a:lstStyle/>
          <a:p>
            <a:pPr algn="l">
              <a:defRPr sz="1950" b="0">
                <a:solidFill>
                  <a:srgbClr val="D0D0D0"/>
                </a:solidFill>
                <a:latin typeface="Graphik"/>
                <a:ea typeface="Graphik"/>
                <a:cs typeface="Graphik"/>
              </a:defRPr>
            </a:pPr>
            <a:r>
              <a:rPr sz="1950" b="0">
                <a:solidFill>
                  <a:schemeClr val="accent1">
                    <a:lumMod val="40000"/>
                    <a:lumOff val="60000"/>
                  </a:schemeClr>
                </a:solidFill>
                <a:latin typeface="Graphik"/>
                <a:ea typeface="Graphik"/>
                <a:cs typeface="Graphik"/>
                <a:hlinkClick r:id="rId5">
                  <a:extLst>
                    <a:ext uri="{A12FA001-AC4F-418D-AE19-62706E023703}">
                      <ahyp:hlinkClr xmlns:ahyp="http://schemas.microsoft.com/office/drawing/2018/hyperlinkcolor" val="tx"/>
                    </a:ext>
                  </a:extLst>
                </a:hlinkClick>
              </a:rPr>
              <a:t>[2] NSW Government: energy system (n.d.)</a:t>
            </a:r>
          </a:p>
        </p:txBody>
      </p:sp>
      <p:sp>
        <p:nvSpPr>
          <p:cNvPr id="118" name="ARMAN_source3">
            <a:extLst>
              <a:ext uri="{FF2B5EF4-FFF2-40B4-BE49-F238E27FC236}">
                <a16:creationId xmlns:a16="http://schemas.microsoft.com/office/drawing/2014/main" id="{5B9DB4EA-2208-C150-A3D6-CCCAEC14C892}"/>
              </a:ext>
            </a:extLst>
          </p:cNvPr>
          <p:cNvSpPr>
            <a:spLocks noGrp="1"/>
          </p:cNvSpPr>
          <p:nvPr/>
        </p:nvSpPr>
        <p:spPr>
          <a:xfrm>
            <a:off x="15906750" y="12668250"/>
            <a:ext cx="7620000" cy="381000"/>
          </a:xfrm>
          <a:prstGeom prst="rect">
            <a:avLst/>
          </a:prstGeom>
          <a:noFill/>
          <a:ln w="0">
            <a:noFill/>
          </a:ln>
        </p:spPr>
        <p:txBody>
          <a:bodyPr wrap="square" lIns="0" tIns="0" rIns="0" bIns="0" anchor="t">
            <a:noAutofit/>
          </a:bodyPr>
          <a:lstStyle/>
          <a:p>
            <a:pPr algn="l">
              <a:defRPr sz="1950" b="0">
                <a:solidFill>
                  <a:srgbClr val="D0D0D0"/>
                </a:solidFill>
                <a:latin typeface="Graphik"/>
                <a:ea typeface="Graphik"/>
                <a:cs typeface="Graphik"/>
              </a:defRPr>
            </a:pPr>
            <a:r>
              <a:rPr sz="1950" b="0">
                <a:solidFill>
                  <a:schemeClr val="accent1">
                    <a:lumMod val="40000"/>
                    <a:lumOff val="60000"/>
                  </a:schemeClr>
                </a:solidFill>
                <a:latin typeface="Graphik"/>
                <a:ea typeface="Graphik"/>
                <a:cs typeface="Graphik"/>
                <a:hlinkClick r:id="rId6">
                  <a:extLst>
                    <a:ext uri="{A12FA001-AC4F-418D-AE19-62706E023703}">
                      <ahyp:hlinkClr xmlns:ahyp="http://schemas.microsoft.com/office/drawing/2018/hyperlinkcolor" val="tx"/>
                    </a:ext>
                  </a:extLst>
                </a:hlinkClick>
              </a:rPr>
              <a:t>[3] NSW Government: EV milestone (29 Nov 2025)</a:t>
            </a:r>
          </a:p>
        </p:txBody>
      </p:sp>
      <p:grpSp>
        <p:nvGrpSpPr>
          <p:cNvPr id="3" name="Group 2">
            <a:extLst>
              <a:ext uri="{FF2B5EF4-FFF2-40B4-BE49-F238E27FC236}">
                <a16:creationId xmlns:a16="http://schemas.microsoft.com/office/drawing/2014/main" id="{84E30DFF-20BF-226E-50A1-32DDE5FF3C2D}"/>
              </a:ext>
            </a:extLst>
          </p:cNvPr>
          <p:cNvGrpSpPr/>
          <p:nvPr/>
        </p:nvGrpSpPr>
        <p:grpSpPr>
          <a:xfrm>
            <a:off x="1909500" y="5950875"/>
            <a:ext cx="756000" cy="756000"/>
            <a:chOff x="1302693" y="2464017"/>
            <a:chExt cx="756000" cy="756000"/>
          </a:xfrm>
        </p:grpSpPr>
        <p:sp>
          <p:nvSpPr>
            <p:cNvPr id="4" name="Oval 3">
              <a:extLst>
                <a:ext uri="{FF2B5EF4-FFF2-40B4-BE49-F238E27FC236}">
                  <a16:creationId xmlns:a16="http://schemas.microsoft.com/office/drawing/2014/main" id="{BDF11970-ABD1-9C3E-9CC5-E8964B1E7D43}"/>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5" name="Graphic 4" descr="Radio microphone with solid fill">
              <a:extLst>
                <a:ext uri="{FF2B5EF4-FFF2-40B4-BE49-F238E27FC236}">
                  <a16:creationId xmlns:a16="http://schemas.microsoft.com/office/drawing/2014/main" id="{AA531837-07CD-AB01-3CC6-196695D573B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92693" y="2554017"/>
              <a:ext cx="576000" cy="576000"/>
            </a:xfrm>
            <a:prstGeom prst="rect">
              <a:avLst/>
            </a:prstGeom>
          </p:spPr>
        </p:pic>
      </p:grpSp>
      <p:grpSp>
        <p:nvGrpSpPr>
          <p:cNvPr id="6" name="Group 5">
            <a:extLst>
              <a:ext uri="{FF2B5EF4-FFF2-40B4-BE49-F238E27FC236}">
                <a16:creationId xmlns:a16="http://schemas.microsoft.com/office/drawing/2014/main" id="{386C906B-62BD-0A0F-66EE-76EFFE40CDF4}"/>
              </a:ext>
            </a:extLst>
          </p:cNvPr>
          <p:cNvGrpSpPr/>
          <p:nvPr/>
        </p:nvGrpSpPr>
        <p:grpSpPr>
          <a:xfrm>
            <a:off x="16671750" y="5860875"/>
            <a:ext cx="756000" cy="756000"/>
            <a:chOff x="1302693" y="2464017"/>
            <a:chExt cx="756000" cy="756000"/>
          </a:xfrm>
        </p:grpSpPr>
        <p:sp>
          <p:nvSpPr>
            <p:cNvPr id="7" name="Oval 6">
              <a:extLst>
                <a:ext uri="{FF2B5EF4-FFF2-40B4-BE49-F238E27FC236}">
                  <a16:creationId xmlns:a16="http://schemas.microsoft.com/office/drawing/2014/main" id="{D13FEF19-CAD7-979C-B56E-0EE1697A7786}"/>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8" name="Graphic 7" descr="Radio microphone with solid fill">
              <a:extLst>
                <a:ext uri="{FF2B5EF4-FFF2-40B4-BE49-F238E27FC236}">
                  <a16:creationId xmlns:a16="http://schemas.microsoft.com/office/drawing/2014/main" id="{CE7D1718-59B1-E276-7DDD-B11E3D9D37F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92693" y="2554017"/>
              <a:ext cx="576000" cy="576000"/>
            </a:xfrm>
            <a:prstGeom prst="rect">
              <a:avLst/>
            </a:prstGeom>
          </p:spPr>
        </p:pic>
      </p:grpSp>
    </p:spTree>
    <p:extLst>
      <p:ext uri="{BB962C8B-B14F-4D97-AF65-F5344CB8AC3E}">
        <p14:creationId xmlns:p14="http://schemas.microsoft.com/office/powerpoint/2010/main" val="1556989775"/>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55DA7-3D69-E62A-2A08-9D7A7CC3BDBE}"/>
            </a:ext>
          </a:extLst>
        </p:cNvPr>
        <p:cNvGrpSpPr/>
        <p:nvPr/>
      </p:nvGrpSpPr>
      <p:grpSpPr>
        <a:xfrm>
          <a:off x="0" y="0"/>
          <a:ext cx="0" cy="0"/>
          <a:chOff x="0" y="0"/>
          <a:chExt cx="0" cy="0"/>
        </a:xfrm>
      </p:grpSpPr>
      <p:pic>
        <p:nvPicPr>
          <p:cNvPr id="2" name="Camera 1">
            <a:extLst>
              <a:ext uri="{FF2B5EF4-FFF2-40B4-BE49-F238E27FC236}">
                <a16:creationId xmlns:a16="http://schemas.microsoft.com/office/drawing/2014/main" id="{893A8801-78F6-DD15-8E86-9C7B7A4F039F}"/>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244148" y="26271"/>
            <a:ext cx="4114800" cy="4114800"/>
          </a:xfrm>
          <a:prstGeom prst="ellipse">
            <a:avLst/>
          </a:prstGeom>
          <a:ln>
            <a:noFill/>
          </a:ln>
          <a:effectLst>
            <a:outerShdw blurRad="190500" algn="tl" rotWithShape="0">
              <a:srgbClr val="000000">
                <a:alpha val="30000"/>
              </a:srgbClr>
            </a:outerShdw>
          </a:effectLst>
        </p:spPr>
      </p:pic>
      <p:sp>
        <p:nvSpPr>
          <p:cNvPr id="100" name="ARMAN_title">
            <a:extLst>
              <a:ext uri="{FF2B5EF4-FFF2-40B4-BE49-F238E27FC236}">
                <a16:creationId xmlns:a16="http://schemas.microsoft.com/office/drawing/2014/main" id="{39FCBA46-C886-D8A6-949D-421048A83C1B}"/>
              </a:ext>
            </a:extLst>
          </p:cNvPr>
          <p:cNvSpPr>
            <a:spLocks noGrp="1"/>
          </p:cNvSpPr>
          <p:nvPr/>
        </p:nvSpPr>
        <p:spPr>
          <a:xfrm>
            <a:off x="1276350" y="1257300"/>
            <a:ext cx="18192750" cy="1381125"/>
          </a:xfrm>
          <a:prstGeom prst="rect">
            <a:avLst/>
          </a:prstGeom>
          <a:noFill/>
          <a:ln w="0">
            <a:noFill/>
          </a:ln>
        </p:spPr>
        <p:txBody>
          <a:bodyPr wrap="square" lIns="0" tIns="0" rIns="0" bIns="0" anchor="t">
            <a:noAutofit/>
          </a:bodyPr>
          <a:lstStyle/>
          <a:p>
            <a:pPr algn="l">
              <a:defRPr sz="8100" b="1">
                <a:solidFill>
                  <a:srgbClr val="00D0A4"/>
                </a:solidFill>
                <a:latin typeface="Myriad Set Pro Bold"/>
                <a:ea typeface="Myriad Set Pro Bold"/>
                <a:cs typeface="Myriad Set Pro Bold"/>
              </a:defRPr>
            </a:pPr>
            <a:r>
              <a:rPr sz="8100" b="1">
                <a:solidFill>
                  <a:srgbClr val="00D0A4"/>
                </a:solidFill>
                <a:latin typeface="Myriad Set Pro Bold"/>
                <a:ea typeface="Myriad Set Pro Bold"/>
                <a:cs typeface="Myriad Set Pro Bold"/>
              </a:rPr>
              <a:t>NSW’s changing electricity demand</a:t>
            </a:r>
          </a:p>
        </p:txBody>
      </p:sp>
      <p:sp>
        <p:nvSpPr>
          <p:cNvPr id="101" name="ARMAN_row1_number">
            <a:extLst>
              <a:ext uri="{FF2B5EF4-FFF2-40B4-BE49-F238E27FC236}">
                <a16:creationId xmlns:a16="http://schemas.microsoft.com/office/drawing/2014/main" id="{17543CB7-F0D4-B378-42FC-0F8AA41CF9FF}"/>
              </a:ext>
            </a:extLst>
          </p:cNvPr>
          <p:cNvSpPr>
            <a:spLocks noGrp="1"/>
          </p:cNvSpPr>
          <p:nvPr/>
        </p:nvSpPr>
        <p:spPr>
          <a:xfrm>
            <a:off x="1371600" y="41910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1</a:t>
            </a:r>
          </a:p>
        </p:txBody>
      </p:sp>
      <p:sp>
        <p:nvSpPr>
          <p:cNvPr id="102" name="ARMAN_row1_title">
            <a:extLst>
              <a:ext uri="{FF2B5EF4-FFF2-40B4-BE49-F238E27FC236}">
                <a16:creationId xmlns:a16="http://schemas.microsoft.com/office/drawing/2014/main" id="{3DF4B8E7-6366-FC81-6362-EBDD63680AFE}"/>
              </a:ext>
            </a:extLst>
          </p:cNvPr>
          <p:cNvSpPr>
            <a:spLocks noGrp="1"/>
          </p:cNvSpPr>
          <p:nvPr/>
        </p:nvSpPr>
        <p:spPr>
          <a:xfrm>
            <a:off x="2476500" y="41910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Growing demand</a:t>
            </a:r>
          </a:p>
        </p:txBody>
      </p:sp>
      <p:sp>
        <p:nvSpPr>
          <p:cNvPr id="103" name="ARMAN_row1_body">
            <a:extLst>
              <a:ext uri="{FF2B5EF4-FFF2-40B4-BE49-F238E27FC236}">
                <a16:creationId xmlns:a16="http://schemas.microsoft.com/office/drawing/2014/main" id="{D0C2E6F1-7E6F-1F0F-2F4A-54B567A6D96F}"/>
              </a:ext>
            </a:extLst>
          </p:cNvPr>
          <p:cNvSpPr>
            <a:spLocks noGrp="1"/>
          </p:cNvSpPr>
          <p:nvPr/>
        </p:nvSpPr>
        <p:spPr>
          <a:xfrm>
            <a:off x="2476500" y="51435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Communities, industry and electrification</a:t>
            </a:r>
          </a:p>
        </p:txBody>
      </p:sp>
      <p:sp>
        <p:nvSpPr>
          <p:cNvPr id="104" name="ARMAN_row1_stat">
            <a:extLst>
              <a:ext uri="{FF2B5EF4-FFF2-40B4-BE49-F238E27FC236}">
                <a16:creationId xmlns:a16="http://schemas.microsoft.com/office/drawing/2014/main" id="{50989AA4-0021-6870-41C9-6C070642391A}"/>
              </a:ext>
            </a:extLst>
          </p:cNvPr>
          <p:cNvSpPr>
            <a:spLocks noGrp="1"/>
          </p:cNvSpPr>
          <p:nvPr/>
        </p:nvSpPr>
        <p:spPr>
          <a:xfrm>
            <a:off x="17049750" y="4095750"/>
            <a:ext cx="6096000" cy="1009650"/>
          </a:xfrm>
          <a:prstGeom prst="rect">
            <a:avLst/>
          </a:prstGeom>
          <a:noFill/>
          <a:ln w="0">
            <a:noFill/>
          </a:ln>
        </p:spPr>
        <p:txBody>
          <a:bodyPr wrap="square" lIns="0" tIns="0" rIns="0" bIns="0" anchor="t">
            <a:noAutofit/>
          </a:bodyPr>
          <a:lstStyle/>
          <a:p>
            <a:pPr algn="l">
              <a:defRPr sz="7500" b="1">
                <a:solidFill>
                  <a:srgbClr val="00D0A4"/>
                </a:solidFill>
                <a:latin typeface="Graphik-Medium"/>
                <a:ea typeface="Graphik-Medium"/>
                <a:cs typeface="Graphik-Medium"/>
              </a:defRPr>
            </a:pPr>
            <a:r>
              <a:rPr sz="7500" b="1">
                <a:solidFill>
                  <a:srgbClr val="00D0A4"/>
                </a:solidFill>
                <a:latin typeface="Graphik-Medium"/>
                <a:ea typeface="Graphik-Medium"/>
                <a:cs typeface="Graphik-Medium"/>
              </a:rPr>
              <a:t>~12%</a:t>
            </a:r>
          </a:p>
        </p:txBody>
      </p:sp>
      <p:sp>
        <p:nvSpPr>
          <p:cNvPr id="105" name="ARMAN_row1_caption">
            <a:extLst>
              <a:ext uri="{FF2B5EF4-FFF2-40B4-BE49-F238E27FC236}">
                <a16:creationId xmlns:a16="http://schemas.microsoft.com/office/drawing/2014/main" id="{8CDA6E69-E647-8A69-ED35-FB3E72882B47}"/>
              </a:ext>
            </a:extLst>
          </p:cNvPr>
          <p:cNvSpPr>
            <a:spLocks noGrp="1"/>
          </p:cNvSpPr>
          <p:nvPr/>
        </p:nvSpPr>
        <p:spPr>
          <a:xfrm>
            <a:off x="17049750" y="5191125"/>
            <a:ext cx="5810250" cy="1047750"/>
          </a:xfrm>
          <a:prstGeom prst="rect">
            <a:avLst/>
          </a:prstGeom>
          <a:noFill/>
          <a:ln w="0">
            <a:noFill/>
          </a:ln>
        </p:spPr>
        <p:txBody>
          <a:bodyPr wrap="square" lIns="0" tIns="0" rIns="0" bIns="0" anchor="t">
            <a:noAutofit/>
          </a:bodyPr>
          <a:lstStyle/>
          <a:p>
            <a:pPr algn="l">
              <a:defRPr sz="2850" b="0">
                <a:solidFill>
                  <a:srgbClr val="D0D0D0"/>
                </a:solidFill>
                <a:latin typeface="Graphik"/>
                <a:ea typeface="Graphik"/>
                <a:cs typeface="Graphik"/>
              </a:defRPr>
            </a:pPr>
            <a:r>
              <a:rPr sz="2850" b="0">
                <a:solidFill>
                  <a:srgbClr val="D0D0D0"/>
                </a:solidFill>
                <a:latin typeface="Graphik"/>
                <a:ea typeface="Graphik"/>
                <a:cs typeface="Graphik"/>
              </a:rPr>
              <a:t>NSW demand: Tomago Aluminium [1]</a:t>
            </a:r>
          </a:p>
        </p:txBody>
      </p:sp>
      <p:sp>
        <p:nvSpPr>
          <p:cNvPr id="106" name="ARMAN_row2_number">
            <a:extLst>
              <a:ext uri="{FF2B5EF4-FFF2-40B4-BE49-F238E27FC236}">
                <a16:creationId xmlns:a16="http://schemas.microsoft.com/office/drawing/2014/main" id="{1078EC9A-8700-2D1A-A847-CFE0617C2C6A}"/>
              </a:ext>
            </a:extLst>
          </p:cNvPr>
          <p:cNvSpPr>
            <a:spLocks noGrp="1"/>
          </p:cNvSpPr>
          <p:nvPr/>
        </p:nvSpPr>
        <p:spPr>
          <a:xfrm>
            <a:off x="1371600" y="66675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2</a:t>
            </a:r>
          </a:p>
        </p:txBody>
      </p:sp>
      <p:sp>
        <p:nvSpPr>
          <p:cNvPr id="107" name="ARMAN_row2_title">
            <a:extLst>
              <a:ext uri="{FF2B5EF4-FFF2-40B4-BE49-F238E27FC236}">
                <a16:creationId xmlns:a16="http://schemas.microsoft.com/office/drawing/2014/main" id="{FFAB7CAD-FA27-7E49-DF55-B8D38B8326EE}"/>
              </a:ext>
            </a:extLst>
          </p:cNvPr>
          <p:cNvSpPr>
            <a:spLocks noGrp="1"/>
          </p:cNvSpPr>
          <p:nvPr/>
        </p:nvSpPr>
        <p:spPr>
          <a:xfrm>
            <a:off x="2476500" y="66675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Changing grid use</a:t>
            </a:r>
          </a:p>
        </p:txBody>
      </p:sp>
      <p:sp>
        <p:nvSpPr>
          <p:cNvPr id="108" name="ARMAN_row2_body">
            <a:extLst>
              <a:ext uri="{FF2B5EF4-FFF2-40B4-BE49-F238E27FC236}">
                <a16:creationId xmlns:a16="http://schemas.microsoft.com/office/drawing/2014/main" id="{1BEC3C99-30F7-9888-7C84-8BE26B2E2EDC}"/>
              </a:ext>
            </a:extLst>
          </p:cNvPr>
          <p:cNvSpPr>
            <a:spLocks noGrp="1"/>
          </p:cNvSpPr>
          <p:nvPr/>
        </p:nvSpPr>
        <p:spPr>
          <a:xfrm>
            <a:off x="2476500" y="76200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Rooftop solar and energy efficiency</a:t>
            </a:r>
          </a:p>
        </p:txBody>
      </p:sp>
      <p:sp>
        <p:nvSpPr>
          <p:cNvPr id="109" name="ARMAN_row2_stat">
            <a:extLst>
              <a:ext uri="{FF2B5EF4-FFF2-40B4-BE49-F238E27FC236}">
                <a16:creationId xmlns:a16="http://schemas.microsoft.com/office/drawing/2014/main" id="{5F4A20DB-BAA6-53A7-E686-3560BBCCA573}"/>
              </a:ext>
            </a:extLst>
          </p:cNvPr>
          <p:cNvSpPr>
            <a:spLocks noGrp="1"/>
          </p:cNvSpPr>
          <p:nvPr/>
        </p:nvSpPr>
        <p:spPr>
          <a:xfrm>
            <a:off x="17049750" y="6572250"/>
            <a:ext cx="6096000" cy="1009650"/>
          </a:xfrm>
          <a:prstGeom prst="rect">
            <a:avLst/>
          </a:prstGeom>
          <a:noFill/>
          <a:ln w="0">
            <a:noFill/>
          </a:ln>
        </p:spPr>
        <p:txBody>
          <a:bodyPr wrap="square" lIns="0" tIns="0" rIns="0" bIns="0" anchor="t">
            <a:noAutofit/>
          </a:bodyPr>
          <a:lstStyle/>
          <a:p>
            <a:pPr algn="l">
              <a:defRPr sz="7500" b="1">
                <a:solidFill>
                  <a:srgbClr val="00D0A4"/>
                </a:solidFill>
                <a:latin typeface="Graphik-Medium"/>
                <a:ea typeface="Graphik-Medium"/>
                <a:cs typeface="Graphik-Medium"/>
              </a:defRPr>
            </a:pPr>
            <a:r>
              <a:rPr sz="7500" b="1">
                <a:solidFill>
                  <a:srgbClr val="00D0A4"/>
                </a:solidFill>
                <a:latin typeface="Graphik-Medium"/>
                <a:ea typeface="Graphik-Medium"/>
                <a:cs typeface="Graphik-Medium"/>
              </a:rPr>
              <a:t>~1 in 4</a:t>
            </a:r>
          </a:p>
        </p:txBody>
      </p:sp>
      <p:sp>
        <p:nvSpPr>
          <p:cNvPr id="110" name="ARMAN_row2_caption">
            <a:extLst>
              <a:ext uri="{FF2B5EF4-FFF2-40B4-BE49-F238E27FC236}">
                <a16:creationId xmlns:a16="http://schemas.microsoft.com/office/drawing/2014/main" id="{528E5305-C88F-1060-D011-8F770651CCB8}"/>
              </a:ext>
            </a:extLst>
          </p:cNvPr>
          <p:cNvSpPr>
            <a:spLocks noGrp="1"/>
          </p:cNvSpPr>
          <p:nvPr/>
        </p:nvSpPr>
        <p:spPr>
          <a:xfrm>
            <a:off x="17049750" y="7667625"/>
            <a:ext cx="5810250" cy="1047750"/>
          </a:xfrm>
          <a:prstGeom prst="rect">
            <a:avLst/>
          </a:prstGeom>
          <a:noFill/>
          <a:ln w="0">
            <a:noFill/>
          </a:ln>
        </p:spPr>
        <p:txBody>
          <a:bodyPr wrap="square" lIns="0" tIns="0" rIns="0" bIns="0" anchor="t">
            <a:noAutofit/>
          </a:bodyPr>
          <a:lstStyle/>
          <a:p>
            <a:pPr algn="l">
              <a:defRPr sz="2850" b="0">
                <a:solidFill>
                  <a:srgbClr val="D0D0D0"/>
                </a:solidFill>
                <a:latin typeface="Graphik"/>
                <a:ea typeface="Graphik"/>
                <a:cs typeface="Graphik"/>
              </a:defRPr>
            </a:pPr>
            <a:r>
              <a:rPr sz="2850" b="0">
                <a:solidFill>
                  <a:srgbClr val="D0D0D0"/>
                </a:solidFill>
                <a:latin typeface="Graphik"/>
                <a:ea typeface="Graphik"/>
                <a:cs typeface="Graphik"/>
              </a:rPr>
              <a:t>NSW households have rooftop solar [2]</a:t>
            </a:r>
          </a:p>
        </p:txBody>
      </p:sp>
      <p:sp>
        <p:nvSpPr>
          <p:cNvPr id="111" name="ARMAN_row3_number">
            <a:extLst>
              <a:ext uri="{FF2B5EF4-FFF2-40B4-BE49-F238E27FC236}">
                <a16:creationId xmlns:a16="http://schemas.microsoft.com/office/drawing/2014/main" id="{9496E1BF-A89B-6651-FA23-20637CC94CBE}"/>
              </a:ext>
            </a:extLst>
          </p:cNvPr>
          <p:cNvSpPr>
            <a:spLocks noGrp="1"/>
          </p:cNvSpPr>
          <p:nvPr/>
        </p:nvSpPr>
        <p:spPr>
          <a:xfrm>
            <a:off x="1371600" y="91440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3</a:t>
            </a:r>
          </a:p>
        </p:txBody>
      </p:sp>
      <p:sp>
        <p:nvSpPr>
          <p:cNvPr id="112" name="ARMAN_row3_title">
            <a:extLst>
              <a:ext uri="{FF2B5EF4-FFF2-40B4-BE49-F238E27FC236}">
                <a16:creationId xmlns:a16="http://schemas.microsoft.com/office/drawing/2014/main" id="{BB0D236F-A040-8CB5-AEDA-FC24B2DFDC0B}"/>
              </a:ext>
            </a:extLst>
          </p:cNvPr>
          <p:cNvSpPr>
            <a:spLocks noGrp="1"/>
          </p:cNvSpPr>
          <p:nvPr/>
        </p:nvSpPr>
        <p:spPr>
          <a:xfrm>
            <a:off x="2476500" y="91440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Changing timing</a:t>
            </a:r>
          </a:p>
        </p:txBody>
      </p:sp>
      <p:sp>
        <p:nvSpPr>
          <p:cNvPr id="113" name="ARMAN_row3_body">
            <a:extLst>
              <a:ext uri="{FF2B5EF4-FFF2-40B4-BE49-F238E27FC236}">
                <a16:creationId xmlns:a16="http://schemas.microsoft.com/office/drawing/2014/main" id="{ADDC5E23-AD95-2369-FE4C-542DA8A6E2E7}"/>
              </a:ext>
            </a:extLst>
          </p:cNvPr>
          <p:cNvSpPr>
            <a:spLocks noGrp="1"/>
          </p:cNvSpPr>
          <p:nvPr/>
        </p:nvSpPr>
        <p:spPr>
          <a:xfrm>
            <a:off x="2476500" y="100965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Home batteries and EV charging</a:t>
            </a:r>
          </a:p>
        </p:txBody>
      </p:sp>
      <p:sp>
        <p:nvSpPr>
          <p:cNvPr id="114" name="ARMAN_row3_stat">
            <a:extLst>
              <a:ext uri="{FF2B5EF4-FFF2-40B4-BE49-F238E27FC236}">
                <a16:creationId xmlns:a16="http://schemas.microsoft.com/office/drawing/2014/main" id="{288F98D5-0D3C-C358-EE72-A1934D7F961C}"/>
              </a:ext>
            </a:extLst>
          </p:cNvPr>
          <p:cNvSpPr>
            <a:spLocks noGrp="1"/>
          </p:cNvSpPr>
          <p:nvPr/>
        </p:nvSpPr>
        <p:spPr>
          <a:xfrm>
            <a:off x="17049750" y="9048750"/>
            <a:ext cx="6096000" cy="1009650"/>
          </a:xfrm>
          <a:prstGeom prst="rect">
            <a:avLst/>
          </a:prstGeom>
          <a:noFill/>
          <a:ln w="0">
            <a:noFill/>
          </a:ln>
        </p:spPr>
        <p:txBody>
          <a:bodyPr wrap="square" lIns="0" tIns="0" rIns="0" bIns="0" anchor="t">
            <a:noAutofit/>
          </a:bodyPr>
          <a:lstStyle/>
          <a:p>
            <a:pPr algn="l">
              <a:defRPr sz="7500" b="1">
                <a:solidFill>
                  <a:srgbClr val="00D0A4"/>
                </a:solidFill>
                <a:latin typeface="Graphik-Medium"/>
                <a:ea typeface="Graphik-Medium"/>
                <a:cs typeface="Graphik-Medium"/>
              </a:defRPr>
            </a:pPr>
            <a:r>
              <a:rPr sz="7500" b="1">
                <a:solidFill>
                  <a:srgbClr val="00D0A4"/>
                </a:solidFill>
                <a:latin typeface="Graphik-Medium"/>
                <a:ea typeface="Graphik-Medium"/>
                <a:cs typeface="Graphik-Medium"/>
              </a:rPr>
              <a:t>100,000+</a:t>
            </a:r>
          </a:p>
        </p:txBody>
      </p:sp>
      <p:sp>
        <p:nvSpPr>
          <p:cNvPr id="115" name="ARMAN_row3_caption">
            <a:extLst>
              <a:ext uri="{FF2B5EF4-FFF2-40B4-BE49-F238E27FC236}">
                <a16:creationId xmlns:a16="http://schemas.microsoft.com/office/drawing/2014/main" id="{2541CED4-8E13-F9EF-9A93-50C8EDC4E46B}"/>
              </a:ext>
            </a:extLst>
          </p:cNvPr>
          <p:cNvSpPr>
            <a:spLocks noGrp="1"/>
          </p:cNvSpPr>
          <p:nvPr/>
        </p:nvSpPr>
        <p:spPr>
          <a:xfrm>
            <a:off x="17049750" y="10144125"/>
            <a:ext cx="5810250" cy="1047750"/>
          </a:xfrm>
          <a:prstGeom prst="rect">
            <a:avLst/>
          </a:prstGeom>
          <a:noFill/>
          <a:ln w="0">
            <a:noFill/>
          </a:ln>
        </p:spPr>
        <p:txBody>
          <a:bodyPr wrap="square" lIns="0" tIns="0" rIns="0" bIns="0" anchor="t">
            <a:noAutofit/>
          </a:bodyPr>
          <a:lstStyle/>
          <a:p>
            <a:pPr algn="l">
              <a:defRPr sz="2850" b="0">
                <a:solidFill>
                  <a:srgbClr val="D0D0D0"/>
                </a:solidFill>
                <a:latin typeface="Graphik"/>
                <a:ea typeface="Graphik"/>
                <a:cs typeface="Graphik"/>
              </a:defRPr>
            </a:pPr>
            <a:r>
              <a:rPr sz="2850" b="0">
                <a:solidFill>
                  <a:srgbClr val="D0D0D0"/>
                </a:solidFill>
                <a:latin typeface="Graphik"/>
                <a:ea typeface="Graphik"/>
                <a:cs typeface="Graphik"/>
              </a:rPr>
              <a:t>Registered EVs in NSW by Nov 2025 [3]</a:t>
            </a:r>
          </a:p>
        </p:txBody>
      </p:sp>
      <p:sp>
        <p:nvSpPr>
          <p:cNvPr id="116" name="ARMAN_source1">
            <a:extLst>
              <a:ext uri="{FF2B5EF4-FFF2-40B4-BE49-F238E27FC236}">
                <a16:creationId xmlns:a16="http://schemas.microsoft.com/office/drawing/2014/main" id="{C90A87A7-6F2C-4957-B639-999B626F6532}"/>
              </a:ext>
            </a:extLst>
          </p:cNvPr>
          <p:cNvSpPr>
            <a:spLocks noGrp="1"/>
          </p:cNvSpPr>
          <p:nvPr/>
        </p:nvSpPr>
        <p:spPr>
          <a:xfrm>
            <a:off x="1381125" y="12668250"/>
            <a:ext cx="5429250" cy="381000"/>
          </a:xfrm>
          <a:prstGeom prst="rect">
            <a:avLst/>
          </a:prstGeom>
          <a:noFill/>
          <a:ln w="0">
            <a:noFill/>
          </a:ln>
        </p:spPr>
        <p:txBody>
          <a:bodyPr wrap="square" lIns="0" tIns="0" rIns="0" bIns="0" anchor="t">
            <a:noAutofit/>
          </a:bodyPr>
          <a:lstStyle/>
          <a:p>
            <a:pPr algn="l">
              <a:defRPr sz="1950" b="0">
                <a:solidFill>
                  <a:srgbClr val="D0D0D0"/>
                </a:solidFill>
                <a:latin typeface="Graphik"/>
                <a:ea typeface="Graphik"/>
                <a:cs typeface="Graphik"/>
              </a:defRPr>
            </a:pPr>
            <a:r>
              <a:rPr sz="1950" b="0">
                <a:solidFill>
                  <a:schemeClr val="accent1">
                    <a:lumMod val="40000"/>
                    <a:lumOff val="60000"/>
                  </a:schemeClr>
                </a:solidFill>
                <a:latin typeface="Graphik"/>
                <a:ea typeface="Graphik"/>
                <a:cs typeface="Graphik"/>
                <a:hlinkClick r:id="rId4">
                  <a:extLst>
                    <a:ext uri="{A12FA001-AC4F-418D-AE19-62706E023703}">
                      <ahyp:hlinkClr xmlns:ahyp="http://schemas.microsoft.com/office/drawing/2018/hyperlinkcolor" val="tx"/>
                    </a:ext>
                  </a:extLst>
                </a:hlinkClick>
              </a:rPr>
              <a:t>[1] Rio Tinto: </a:t>
            </a:r>
            <a:r>
              <a:rPr sz="1950" b="0" err="1">
                <a:solidFill>
                  <a:schemeClr val="accent1">
                    <a:lumMod val="40000"/>
                    <a:lumOff val="60000"/>
                  </a:schemeClr>
                </a:solidFill>
                <a:latin typeface="Graphik"/>
                <a:ea typeface="Graphik"/>
                <a:cs typeface="Graphik"/>
                <a:hlinkClick r:id="rId4">
                  <a:extLst>
                    <a:ext uri="{A12FA001-AC4F-418D-AE19-62706E023703}">
                      <ahyp:hlinkClr xmlns:ahyp="http://schemas.microsoft.com/office/drawing/2018/hyperlinkcolor" val="tx"/>
                    </a:ext>
                  </a:extLst>
                </a:hlinkClick>
              </a:rPr>
              <a:t>Tomago</a:t>
            </a:r>
            <a:r>
              <a:rPr sz="1950" b="0">
                <a:solidFill>
                  <a:schemeClr val="accent1">
                    <a:lumMod val="40000"/>
                    <a:lumOff val="60000"/>
                  </a:schemeClr>
                </a:solidFill>
                <a:latin typeface="Graphik"/>
                <a:ea typeface="Graphik"/>
                <a:cs typeface="Graphik"/>
                <a:hlinkClick r:id="rId4">
                  <a:extLst>
                    <a:ext uri="{A12FA001-AC4F-418D-AE19-62706E023703}">
                      <ahyp:hlinkClr xmlns:ahyp="http://schemas.microsoft.com/office/drawing/2018/hyperlinkcolor" val="tx"/>
                    </a:ext>
                  </a:extLst>
                </a:hlinkClick>
              </a:rPr>
              <a:t> (n.d.)</a:t>
            </a:r>
          </a:p>
        </p:txBody>
      </p:sp>
      <p:sp>
        <p:nvSpPr>
          <p:cNvPr id="117" name="ARMAN_source2">
            <a:extLst>
              <a:ext uri="{FF2B5EF4-FFF2-40B4-BE49-F238E27FC236}">
                <a16:creationId xmlns:a16="http://schemas.microsoft.com/office/drawing/2014/main" id="{6964A065-0DB9-4116-B332-719799EE8AE7}"/>
              </a:ext>
            </a:extLst>
          </p:cNvPr>
          <p:cNvSpPr>
            <a:spLocks noGrp="1"/>
          </p:cNvSpPr>
          <p:nvPr/>
        </p:nvSpPr>
        <p:spPr>
          <a:xfrm>
            <a:off x="7429500" y="12668250"/>
            <a:ext cx="7905750" cy="381000"/>
          </a:xfrm>
          <a:prstGeom prst="rect">
            <a:avLst/>
          </a:prstGeom>
          <a:noFill/>
          <a:ln w="0">
            <a:noFill/>
          </a:ln>
        </p:spPr>
        <p:txBody>
          <a:bodyPr wrap="square" lIns="0" tIns="0" rIns="0" bIns="0" anchor="t">
            <a:noAutofit/>
          </a:bodyPr>
          <a:lstStyle/>
          <a:p>
            <a:pPr algn="l">
              <a:defRPr sz="1950" b="0">
                <a:solidFill>
                  <a:srgbClr val="D0D0D0"/>
                </a:solidFill>
                <a:latin typeface="Graphik"/>
                <a:ea typeface="Graphik"/>
                <a:cs typeface="Graphik"/>
              </a:defRPr>
            </a:pPr>
            <a:r>
              <a:rPr sz="1950" b="0">
                <a:solidFill>
                  <a:schemeClr val="accent1">
                    <a:lumMod val="40000"/>
                    <a:lumOff val="60000"/>
                  </a:schemeClr>
                </a:solidFill>
                <a:latin typeface="Graphik"/>
                <a:ea typeface="Graphik"/>
                <a:cs typeface="Graphik"/>
                <a:hlinkClick r:id="rId5">
                  <a:extLst>
                    <a:ext uri="{A12FA001-AC4F-418D-AE19-62706E023703}">
                      <ahyp:hlinkClr xmlns:ahyp="http://schemas.microsoft.com/office/drawing/2018/hyperlinkcolor" val="tx"/>
                    </a:ext>
                  </a:extLst>
                </a:hlinkClick>
              </a:rPr>
              <a:t>[2] NSW Government: energy system (n.d.)</a:t>
            </a:r>
          </a:p>
        </p:txBody>
      </p:sp>
      <p:sp>
        <p:nvSpPr>
          <p:cNvPr id="118" name="ARMAN_source3">
            <a:extLst>
              <a:ext uri="{FF2B5EF4-FFF2-40B4-BE49-F238E27FC236}">
                <a16:creationId xmlns:a16="http://schemas.microsoft.com/office/drawing/2014/main" id="{595C2C92-C2E9-D1A1-86C6-A484E54B1A5F}"/>
              </a:ext>
            </a:extLst>
          </p:cNvPr>
          <p:cNvSpPr>
            <a:spLocks noGrp="1"/>
          </p:cNvSpPr>
          <p:nvPr/>
        </p:nvSpPr>
        <p:spPr>
          <a:xfrm>
            <a:off x="15906750" y="12668250"/>
            <a:ext cx="7620000" cy="381000"/>
          </a:xfrm>
          <a:prstGeom prst="rect">
            <a:avLst/>
          </a:prstGeom>
          <a:noFill/>
          <a:ln w="0">
            <a:noFill/>
          </a:ln>
        </p:spPr>
        <p:txBody>
          <a:bodyPr wrap="square" lIns="0" tIns="0" rIns="0" bIns="0" anchor="t">
            <a:noAutofit/>
          </a:bodyPr>
          <a:lstStyle/>
          <a:p>
            <a:pPr algn="l">
              <a:defRPr sz="1950" b="0">
                <a:solidFill>
                  <a:srgbClr val="D0D0D0"/>
                </a:solidFill>
                <a:latin typeface="Graphik"/>
                <a:ea typeface="Graphik"/>
                <a:cs typeface="Graphik"/>
              </a:defRPr>
            </a:pPr>
            <a:r>
              <a:rPr sz="1950" b="0">
                <a:solidFill>
                  <a:schemeClr val="accent1">
                    <a:lumMod val="40000"/>
                    <a:lumOff val="60000"/>
                  </a:schemeClr>
                </a:solidFill>
                <a:latin typeface="Graphik"/>
                <a:ea typeface="Graphik"/>
                <a:cs typeface="Graphik"/>
                <a:hlinkClick r:id="rId6">
                  <a:extLst>
                    <a:ext uri="{A12FA001-AC4F-418D-AE19-62706E023703}">
                      <ahyp:hlinkClr xmlns:ahyp="http://schemas.microsoft.com/office/drawing/2018/hyperlinkcolor" val="tx"/>
                    </a:ext>
                  </a:extLst>
                </a:hlinkClick>
              </a:rPr>
              <a:t>[3] NSW Government: EV milestone (29 Nov 2025)</a:t>
            </a:r>
          </a:p>
        </p:txBody>
      </p:sp>
      <p:grpSp>
        <p:nvGrpSpPr>
          <p:cNvPr id="3" name="Group 2">
            <a:extLst>
              <a:ext uri="{FF2B5EF4-FFF2-40B4-BE49-F238E27FC236}">
                <a16:creationId xmlns:a16="http://schemas.microsoft.com/office/drawing/2014/main" id="{FA35F677-0B97-0DDE-28F6-18CA5BC3AAF6}"/>
              </a:ext>
            </a:extLst>
          </p:cNvPr>
          <p:cNvGrpSpPr/>
          <p:nvPr/>
        </p:nvGrpSpPr>
        <p:grpSpPr>
          <a:xfrm>
            <a:off x="1909500" y="8475719"/>
            <a:ext cx="756000" cy="756000"/>
            <a:chOff x="1302693" y="2464017"/>
            <a:chExt cx="756000" cy="756000"/>
          </a:xfrm>
        </p:grpSpPr>
        <p:sp>
          <p:nvSpPr>
            <p:cNvPr id="4" name="Oval 3">
              <a:extLst>
                <a:ext uri="{FF2B5EF4-FFF2-40B4-BE49-F238E27FC236}">
                  <a16:creationId xmlns:a16="http://schemas.microsoft.com/office/drawing/2014/main" id="{C9067439-AC97-74B9-37C8-5374B12A475D}"/>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5" name="Graphic 4" descr="Radio microphone with solid fill">
              <a:extLst>
                <a:ext uri="{FF2B5EF4-FFF2-40B4-BE49-F238E27FC236}">
                  <a16:creationId xmlns:a16="http://schemas.microsoft.com/office/drawing/2014/main" id="{B88757E1-28B3-7070-78B1-507D32EE307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92693" y="2554017"/>
              <a:ext cx="576000" cy="576000"/>
            </a:xfrm>
            <a:prstGeom prst="rect">
              <a:avLst/>
            </a:prstGeom>
          </p:spPr>
        </p:pic>
      </p:grpSp>
      <p:grpSp>
        <p:nvGrpSpPr>
          <p:cNvPr id="6" name="Group 5">
            <a:extLst>
              <a:ext uri="{FF2B5EF4-FFF2-40B4-BE49-F238E27FC236}">
                <a16:creationId xmlns:a16="http://schemas.microsoft.com/office/drawing/2014/main" id="{BDE5B7A2-3EBD-DF3F-0477-C1245163DC34}"/>
              </a:ext>
            </a:extLst>
          </p:cNvPr>
          <p:cNvGrpSpPr/>
          <p:nvPr/>
        </p:nvGrpSpPr>
        <p:grpSpPr>
          <a:xfrm>
            <a:off x="16671750" y="8385719"/>
            <a:ext cx="756000" cy="756000"/>
            <a:chOff x="1302693" y="2464017"/>
            <a:chExt cx="756000" cy="756000"/>
          </a:xfrm>
        </p:grpSpPr>
        <p:sp>
          <p:nvSpPr>
            <p:cNvPr id="7" name="Oval 6">
              <a:extLst>
                <a:ext uri="{FF2B5EF4-FFF2-40B4-BE49-F238E27FC236}">
                  <a16:creationId xmlns:a16="http://schemas.microsoft.com/office/drawing/2014/main" id="{3C5AD5C5-172D-12BA-DE8B-995BF7ADF75D}"/>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8" name="Graphic 7" descr="Radio microphone with solid fill">
              <a:extLst>
                <a:ext uri="{FF2B5EF4-FFF2-40B4-BE49-F238E27FC236}">
                  <a16:creationId xmlns:a16="http://schemas.microsoft.com/office/drawing/2014/main" id="{73595560-6FE9-46F5-34A9-23E5BA83A27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92693" y="2554017"/>
              <a:ext cx="576000" cy="576000"/>
            </a:xfrm>
            <a:prstGeom prst="rect">
              <a:avLst/>
            </a:prstGeom>
          </p:spPr>
        </p:pic>
      </p:grpSp>
    </p:spTree>
    <p:extLst>
      <p:ext uri="{BB962C8B-B14F-4D97-AF65-F5344CB8AC3E}">
        <p14:creationId xmlns:p14="http://schemas.microsoft.com/office/powerpoint/2010/main" val="2455082846"/>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AD56B-D4B3-5397-5A0E-775C549282F3}"/>
            </a:ext>
          </a:extLst>
        </p:cNvPr>
        <p:cNvGrpSpPr/>
        <p:nvPr/>
      </p:nvGrpSpPr>
      <p:grpSpPr>
        <a:xfrm>
          <a:off x="0" y="0"/>
          <a:ext cx="0" cy="0"/>
          <a:chOff x="0" y="0"/>
          <a:chExt cx="0" cy="0"/>
        </a:xfrm>
      </p:grpSpPr>
      <p:pic>
        <p:nvPicPr>
          <p:cNvPr id="2" name="Camera 1">
            <a:extLst>
              <a:ext uri="{FF2B5EF4-FFF2-40B4-BE49-F238E27FC236}">
                <a16:creationId xmlns:a16="http://schemas.microsoft.com/office/drawing/2014/main" id="{18198EBD-3DEC-32E8-2EBF-890BF5907FB7}"/>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244148" y="26271"/>
            <a:ext cx="4114800" cy="4114800"/>
          </a:xfrm>
          <a:prstGeom prst="ellipse">
            <a:avLst/>
          </a:prstGeom>
          <a:ln>
            <a:noFill/>
          </a:ln>
          <a:effectLst>
            <a:outerShdw blurRad="190500" algn="tl" rotWithShape="0">
              <a:srgbClr val="000000">
                <a:alpha val="30000"/>
              </a:srgbClr>
            </a:outerShdw>
          </a:effectLst>
        </p:spPr>
      </p:pic>
      <p:sp>
        <p:nvSpPr>
          <p:cNvPr id="100" name="ARMAN_title">
            <a:extLst>
              <a:ext uri="{FF2B5EF4-FFF2-40B4-BE49-F238E27FC236}">
                <a16:creationId xmlns:a16="http://schemas.microsoft.com/office/drawing/2014/main" id="{3F8AAB54-40DD-5D21-B53E-61B2D28B7C5F}"/>
              </a:ext>
            </a:extLst>
          </p:cNvPr>
          <p:cNvSpPr>
            <a:spLocks noGrp="1"/>
          </p:cNvSpPr>
          <p:nvPr/>
        </p:nvSpPr>
        <p:spPr>
          <a:xfrm>
            <a:off x="1276350" y="1257300"/>
            <a:ext cx="18192750" cy="1381125"/>
          </a:xfrm>
          <a:prstGeom prst="rect">
            <a:avLst/>
          </a:prstGeom>
          <a:noFill/>
          <a:ln w="0">
            <a:noFill/>
          </a:ln>
        </p:spPr>
        <p:txBody>
          <a:bodyPr wrap="square" lIns="0" tIns="0" rIns="0" bIns="0" anchor="t">
            <a:noAutofit/>
          </a:bodyPr>
          <a:lstStyle/>
          <a:p>
            <a:pPr algn="l">
              <a:defRPr sz="8100" b="1">
                <a:solidFill>
                  <a:srgbClr val="00D0A4"/>
                </a:solidFill>
                <a:latin typeface="Myriad Set Pro Bold"/>
                <a:ea typeface="Myriad Set Pro Bold"/>
                <a:cs typeface="Myriad Set Pro Bold"/>
              </a:defRPr>
            </a:pPr>
            <a:r>
              <a:rPr sz="8100" b="1">
                <a:solidFill>
                  <a:srgbClr val="00D0A4"/>
                </a:solidFill>
                <a:latin typeface="Myriad Set Pro Bold"/>
                <a:ea typeface="Myriad Set Pro Bold"/>
                <a:cs typeface="Myriad Set Pro Bold"/>
              </a:rPr>
              <a:t>Future forecasting in NSW</a:t>
            </a:r>
          </a:p>
        </p:txBody>
      </p:sp>
      <p:sp>
        <p:nvSpPr>
          <p:cNvPr id="101" name="ARMAN_row1_number">
            <a:extLst>
              <a:ext uri="{FF2B5EF4-FFF2-40B4-BE49-F238E27FC236}">
                <a16:creationId xmlns:a16="http://schemas.microsoft.com/office/drawing/2014/main" id="{1997B02F-3C70-22C5-0842-B63594BD0370}"/>
              </a:ext>
            </a:extLst>
          </p:cNvPr>
          <p:cNvSpPr>
            <a:spLocks noGrp="1"/>
          </p:cNvSpPr>
          <p:nvPr/>
        </p:nvSpPr>
        <p:spPr>
          <a:xfrm>
            <a:off x="1371600" y="41910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1</a:t>
            </a:r>
          </a:p>
        </p:txBody>
      </p:sp>
      <p:sp>
        <p:nvSpPr>
          <p:cNvPr id="102" name="ARMAN_row1_title">
            <a:extLst>
              <a:ext uri="{FF2B5EF4-FFF2-40B4-BE49-F238E27FC236}">
                <a16:creationId xmlns:a16="http://schemas.microsoft.com/office/drawing/2014/main" id="{C065E061-011B-585D-6EA0-1A0665D3E1EB}"/>
              </a:ext>
            </a:extLst>
          </p:cNvPr>
          <p:cNvSpPr>
            <a:spLocks noGrp="1"/>
          </p:cNvSpPr>
          <p:nvPr/>
        </p:nvSpPr>
        <p:spPr>
          <a:xfrm>
            <a:off x="2476500" y="41910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Look ahead</a:t>
            </a:r>
          </a:p>
        </p:txBody>
      </p:sp>
      <p:sp>
        <p:nvSpPr>
          <p:cNvPr id="103" name="ARMAN_row1_body">
            <a:extLst>
              <a:ext uri="{FF2B5EF4-FFF2-40B4-BE49-F238E27FC236}">
                <a16:creationId xmlns:a16="http://schemas.microsoft.com/office/drawing/2014/main" id="{9D0944AF-C7AA-569C-2755-0135CADD3BC4}"/>
              </a:ext>
            </a:extLst>
          </p:cNvPr>
          <p:cNvSpPr>
            <a:spLocks noGrp="1"/>
          </p:cNvSpPr>
          <p:nvPr/>
        </p:nvSpPr>
        <p:spPr>
          <a:xfrm>
            <a:off x="2476500" y="51435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Better weather forecasts across NSW</a:t>
            </a:r>
          </a:p>
        </p:txBody>
      </p:sp>
      <p:sp>
        <p:nvSpPr>
          <p:cNvPr id="104" name="ARMAN_row2_number">
            <a:extLst>
              <a:ext uri="{FF2B5EF4-FFF2-40B4-BE49-F238E27FC236}">
                <a16:creationId xmlns:a16="http://schemas.microsoft.com/office/drawing/2014/main" id="{A629D46F-BB72-431A-791D-331615A67AFE}"/>
              </a:ext>
            </a:extLst>
          </p:cNvPr>
          <p:cNvSpPr>
            <a:spLocks noGrp="1"/>
          </p:cNvSpPr>
          <p:nvPr/>
        </p:nvSpPr>
        <p:spPr>
          <a:xfrm>
            <a:off x="1371600" y="66675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2</a:t>
            </a:r>
          </a:p>
        </p:txBody>
      </p:sp>
      <p:sp>
        <p:nvSpPr>
          <p:cNvPr id="105" name="ARMAN_row2_title">
            <a:extLst>
              <a:ext uri="{FF2B5EF4-FFF2-40B4-BE49-F238E27FC236}">
                <a16:creationId xmlns:a16="http://schemas.microsoft.com/office/drawing/2014/main" id="{91F85642-0AE5-232F-BF0D-7DF0B626E50C}"/>
              </a:ext>
            </a:extLst>
          </p:cNvPr>
          <p:cNvSpPr>
            <a:spLocks noGrp="1"/>
          </p:cNvSpPr>
          <p:nvPr/>
        </p:nvSpPr>
        <p:spPr>
          <a:xfrm>
            <a:off x="2476500" y="66675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Keep up</a:t>
            </a:r>
          </a:p>
        </p:txBody>
      </p:sp>
      <p:sp>
        <p:nvSpPr>
          <p:cNvPr id="106" name="ARMAN_row2_body">
            <a:extLst>
              <a:ext uri="{FF2B5EF4-FFF2-40B4-BE49-F238E27FC236}">
                <a16:creationId xmlns:a16="http://schemas.microsoft.com/office/drawing/2014/main" id="{439FC0A9-C382-7EF0-B861-6526BA51738A}"/>
              </a:ext>
            </a:extLst>
          </p:cNvPr>
          <p:cNvSpPr>
            <a:spLocks noGrp="1"/>
          </p:cNvSpPr>
          <p:nvPr/>
        </p:nvSpPr>
        <p:spPr>
          <a:xfrm>
            <a:off x="2476500" y="76200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Track major users and technology adoption</a:t>
            </a:r>
          </a:p>
        </p:txBody>
      </p:sp>
      <p:sp>
        <p:nvSpPr>
          <p:cNvPr id="107" name="ARMAN_row3_number">
            <a:extLst>
              <a:ext uri="{FF2B5EF4-FFF2-40B4-BE49-F238E27FC236}">
                <a16:creationId xmlns:a16="http://schemas.microsoft.com/office/drawing/2014/main" id="{E1D336B0-6FC3-FC4B-FED2-A1EDD96EB393}"/>
              </a:ext>
            </a:extLst>
          </p:cNvPr>
          <p:cNvSpPr>
            <a:spLocks noGrp="1"/>
          </p:cNvSpPr>
          <p:nvPr/>
        </p:nvSpPr>
        <p:spPr>
          <a:xfrm>
            <a:off x="1371600" y="91440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3</a:t>
            </a:r>
          </a:p>
        </p:txBody>
      </p:sp>
      <p:sp>
        <p:nvSpPr>
          <p:cNvPr id="108" name="ARMAN_row3_title">
            <a:extLst>
              <a:ext uri="{FF2B5EF4-FFF2-40B4-BE49-F238E27FC236}">
                <a16:creationId xmlns:a16="http://schemas.microsoft.com/office/drawing/2014/main" id="{51945809-20DE-B2FC-4CB4-7DE099AB44D0}"/>
              </a:ext>
            </a:extLst>
          </p:cNvPr>
          <p:cNvSpPr>
            <a:spLocks noGrp="1"/>
          </p:cNvSpPr>
          <p:nvPr/>
        </p:nvSpPr>
        <p:spPr>
          <a:xfrm>
            <a:off x="2476500" y="91440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Stay reliable</a:t>
            </a:r>
          </a:p>
        </p:txBody>
      </p:sp>
      <p:sp>
        <p:nvSpPr>
          <p:cNvPr id="109" name="ARMAN_row3_body">
            <a:extLst>
              <a:ext uri="{FF2B5EF4-FFF2-40B4-BE49-F238E27FC236}">
                <a16:creationId xmlns:a16="http://schemas.microsoft.com/office/drawing/2014/main" id="{F5E0208B-7D06-DE75-D453-424AD86710B6}"/>
              </a:ext>
            </a:extLst>
          </p:cNvPr>
          <p:cNvSpPr>
            <a:spLocks noGrp="1"/>
          </p:cNvSpPr>
          <p:nvPr/>
        </p:nvSpPr>
        <p:spPr>
          <a:xfrm>
            <a:off x="2476500" y="100965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Refresh models and test changing conditions</a:t>
            </a:r>
          </a:p>
        </p:txBody>
      </p:sp>
      <p:sp>
        <p:nvSpPr>
          <p:cNvPr id="110" name="ARMAN_source4">
            <a:extLst>
              <a:ext uri="{FF2B5EF4-FFF2-40B4-BE49-F238E27FC236}">
                <a16:creationId xmlns:a16="http://schemas.microsoft.com/office/drawing/2014/main" id="{E169EEE3-4595-7647-2BFA-4A7BDE4E9712}"/>
              </a:ext>
            </a:extLst>
          </p:cNvPr>
          <p:cNvSpPr>
            <a:spLocks noGrp="1"/>
          </p:cNvSpPr>
          <p:nvPr/>
        </p:nvSpPr>
        <p:spPr>
          <a:xfrm>
            <a:off x="1381125" y="12668250"/>
            <a:ext cx="10191750" cy="381000"/>
          </a:xfrm>
          <a:prstGeom prst="rect">
            <a:avLst/>
          </a:prstGeom>
          <a:noFill/>
          <a:ln w="0">
            <a:noFill/>
          </a:ln>
        </p:spPr>
        <p:txBody>
          <a:bodyPr wrap="square" lIns="0" tIns="0" rIns="0" bIns="0" anchor="t">
            <a:noAutofit/>
          </a:bodyPr>
          <a:lstStyle/>
          <a:p>
            <a:pPr algn="l">
              <a:defRPr sz="1950" b="0">
                <a:solidFill>
                  <a:srgbClr val="D0D0D0"/>
                </a:solidFill>
                <a:latin typeface="Graphik"/>
                <a:ea typeface="Graphik"/>
                <a:cs typeface="Graphik"/>
              </a:defRPr>
            </a:pPr>
            <a:r>
              <a:rPr sz="1950" b="0">
                <a:solidFill>
                  <a:schemeClr val="accent1">
                    <a:lumMod val="40000"/>
                    <a:lumOff val="60000"/>
                  </a:schemeClr>
                </a:solidFill>
                <a:latin typeface="Graphik"/>
                <a:ea typeface="Graphik"/>
                <a:cs typeface="Graphik"/>
                <a:hlinkClick r:id="rId4">
                  <a:extLst>
                    <a:ext uri="{A12FA001-AC4F-418D-AE19-62706E023703}">
                      <ahyp:hlinkClr xmlns:ahyp="http://schemas.microsoft.com/office/drawing/2018/hyperlinkcolor" val="tx"/>
                    </a:ext>
                  </a:extLst>
                </a:hlinkClick>
              </a:rPr>
              <a:t>Sources: AEMO, operational load forecasting (n.d.)</a:t>
            </a:r>
          </a:p>
        </p:txBody>
      </p:sp>
      <p:sp>
        <p:nvSpPr>
          <p:cNvPr id="111" name="ARMAN_source5">
            <a:extLst>
              <a:ext uri="{FF2B5EF4-FFF2-40B4-BE49-F238E27FC236}">
                <a16:creationId xmlns:a16="http://schemas.microsoft.com/office/drawing/2014/main" id="{1151878B-CDB4-D8C9-E734-BD9F815DD92B}"/>
              </a:ext>
            </a:extLst>
          </p:cNvPr>
          <p:cNvSpPr>
            <a:spLocks noGrp="1"/>
          </p:cNvSpPr>
          <p:nvPr/>
        </p:nvSpPr>
        <p:spPr>
          <a:xfrm>
            <a:off x="11906250" y="12668250"/>
            <a:ext cx="7905750" cy="381000"/>
          </a:xfrm>
          <a:prstGeom prst="rect">
            <a:avLst/>
          </a:prstGeom>
          <a:noFill/>
          <a:ln w="0">
            <a:noFill/>
          </a:ln>
        </p:spPr>
        <p:txBody>
          <a:bodyPr wrap="square" lIns="0" tIns="0" rIns="0" bIns="0" anchor="t">
            <a:noAutofit/>
          </a:bodyPr>
          <a:lstStyle/>
          <a:p>
            <a:pPr algn="l">
              <a:defRPr sz="1950" b="0">
                <a:solidFill>
                  <a:srgbClr val="D0D0D0"/>
                </a:solidFill>
                <a:latin typeface="Graphik"/>
                <a:ea typeface="Graphik"/>
                <a:cs typeface="Graphik"/>
              </a:defRPr>
            </a:pPr>
            <a:r>
              <a:rPr sz="1950" b="0">
                <a:solidFill>
                  <a:schemeClr val="accent1">
                    <a:lumMod val="40000"/>
                    <a:lumOff val="60000"/>
                  </a:schemeClr>
                </a:solidFill>
                <a:latin typeface="Graphik"/>
                <a:ea typeface="Graphik"/>
                <a:cs typeface="Graphik"/>
                <a:hlinkClick r:id="rId5">
                  <a:extLst>
                    <a:ext uri="{A12FA001-AC4F-418D-AE19-62706E023703}">
                      <ahyp:hlinkClr xmlns:ahyp="http://schemas.microsoft.com/office/drawing/2018/hyperlinkcolor" val="tx"/>
                    </a:ext>
                  </a:extLst>
                </a:hlinkClick>
              </a:rPr>
              <a:t>NSW EPA, Energy consumption 2024</a:t>
            </a:r>
          </a:p>
        </p:txBody>
      </p:sp>
      <p:grpSp>
        <p:nvGrpSpPr>
          <p:cNvPr id="3" name="Group 2">
            <a:extLst>
              <a:ext uri="{FF2B5EF4-FFF2-40B4-BE49-F238E27FC236}">
                <a16:creationId xmlns:a16="http://schemas.microsoft.com/office/drawing/2014/main" id="{675AB756-D665-555D-8776-CDB10F8E0273}"/>
              </a:ext>
            </a:extLst>
          </p:cNvPr>
          <p:cNvGrpSpPr/>
          <p:nvPr/>
        </p:nvGrpSpPr>
        <p:grpSpPr>
          <a:xfrm>
            <a:off x="1909500" y="3562507"/>
            <a:ext cx="756000" cy="756000"/>
            <a:chOff x="1302693" y="2464017"/>
            <a:chExt cx="756000" cy="756000"/>
          </a:xfrm>
        </p:grpSpPr>
        <p:sp>
          <p:nvSpPr>
            <p:cNvPr id="4" name="Oval 3">
              <a:extLst>
                <a:ext uri="{FF2B5EF4-FFF2-40B4-BE49-F238E27FC236}">
                  <a16:creationId xmlns:a16="http://schemas.microsoft.com/office/drawing/2014/main" id="{60C3B734-374B-C29C-0903-4F587D44C7A4}"/>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5" name="Graphic 4" descr="Radio microphone with solid fill">
              <a:extLst>
                <a:ext uri="{FF2B5EF4-FFF2-40B4-BE49-F238E27FC236}">
                  <a16:creationId xmlns:a16="http://schemas.microsoft.com/office/drawing/2014/main" id="{D0930B83-19BA-1225-4586-5996E5D887E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92693" y="2554017"/>
              <a:ext cx="576000" cy="576000"/>
            </a:xfrm>
            <a:prstGeom prst="rect">
              <a:avLst/>
            </a:prstGeom>
          </p:spPr>
        </p:pic>
      </p:grpSp>
    </p:spTree>
    <p:extLst>
      <p:ext uri="{BB962C8B-B14F-4D97-AF65-F5344CB8AC3E}">
        <p14:creationId xmlns:p14="http://schemas.microsoft.com/office/powerpoint/2010/main" val="2677368318"/>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F4D2B-907E-6F98-6231-A05157D0F41E}"/>
            </a:ext>
          </a:extLst>
        </p:cNvPr>
        <p:cNvGrpSpPr/>
        <p:nvPr/>
      </p:nvGrpSpPr>
      <p:grpSpPr>
        <a:xfrm>
          <a:off x="0" y="0"/>
          <a:ext cx="0" cy="0"/>
          <a:chOff x="0" y="0"/>
          <a:chExt cx="0" cy="0"/>
        </a:xfrm>
      </p:grpSpPr>
      <p:pic>
        <p:nvPicPr>
          <p:cNvPr id="2" name="Camera 1">
            <a:extLst>
              <a:ext uri="{FF2B5EF4-FFF2-40B4-BE49-F238E27FC236}">
                <a16:creationId xmlns:a16="http://schemas.microsoft.com/office/drawing/2014/main" id="{7A528B99-34FC-C15F-03DB-1FA65675404C}"/>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244148" y="26271"/>
            <a:ext cx="4114800" cy="4114800"/>
          </a:xfrm>
          <a:prstGeom prst="ellipse">
            <a:avLst/>
          </a:prstGeom>
          <a:ln>
            <a:noFill/>
          </a:ln>
          <a:effectLst>
            <a:outerShdw blurRad="190500" algn="tl" rotWithShape="0">
              <a:srgbClr val="000000">
                <a:alpha val="30000"/>
              </a:srgbClr>
            </a:outerShdw>
          </a:effectLst>
        </p:spPr>
      </p:pic>
      <p:sp>
        <p:nvSpPr>
          <p:cNvPr id="100" name="ARMAN_title">
            <a:extLst>
              <a:ext uri="{FF2B5EF4-FFF2-40B4-BE49-F238E27FC236}">
                <a16:creationId xmlns:a16="http://schemas.microsoft.com/office/drawing/2014/main" id="{D909C10C-3A20-4DF4-9C39-9076E7CACC5A}"/>
              </a:ext>
            </a:extLst>
          </p:cNvPr>
          <p:cNvSpPr>
            <a:spLocks noGrp="1"/>
          </p:cNvSpPr>
          <p:nvPr/>
        </p:nvSpPr>
        <p:spPr>
          <a:xfrm>
            <a:off x="1276350" y="1257300"/>
            <a:ext cx="18192750" cy="1381125"/>
          </a:xfrm>
          <a:prstGeom prst="rect">
            <a:avLst/>
          </a:prstGeom>
          <a:noFill/>
          <a:ln w="0">
            <a:noFill/>
          </a:ln>
        </p:spPr>
        <p:txBody>
          <a:bodyPr wrap="square" lIns="0" tIns="0" rIns="0" bIns="0" anchor="t">
            <a:noAutofit/>
          </a:bodyPr>
          <a:lstStyle/>
          <a:p>
            <a:pPr algn="l">
              <a:defRPr sz="8100" b="1">
                <a:solidFill>
                  <a:srgbClr val="00D0A4"/>
                </a:solidFill>
                <a:latin typeface="Myriad Set Pro Bold"/>
                <a:ea typeface="Myriad Set Pro Bold"/>
                <a:cs typeface="Myriad Set Pro Bold"/>
              </a:defRPr>
            </a:pPr>
            <a:r>
              <a:rPr sz="8100" b="1">
                <a:solidFill>
                  <a:srgbClr val="00D0A4"/>
                </a:solidFill>
                <a:latin typeface="Myriad Set Pro Bold"/>
                <a:ea typeface="Myriad Set Pro Bold"/>
                <a:cs typeface="Myriad Set Pro Bold"/>
              </a:rPr>
              <a:t>Future forecasting in NSW</a:t>
            </a:r>
          </a:p>
        </p:txBody>
      </p:sp>
      <p:sp>
        <p:nvSpPr>
          <p:cNvPr id="101" name="ARMAN_row1_number">
            <a:extLst>
              <a:ext uri="{FF2B5EF4-FFF2-40B4-BE49-F238E27FC236}">
                <a16:creationId xmlns:a16="http://schemas.microsoft.com/office/drawing/2014/main" id="{B5CDAB2D-F76F-4A57-83EE-424E7E2F8BF3}"/>
              </a:ext>
            </a:extLst>
          </p:cNvPr>
          <p:cNvSpPr>
            <a:spLocks noGrp="1"/>
          </p:cNvSpPr>
          <p:nvPr/>
        </p:nvSpPr>
        <p:spPr>
          <a:xfrm>
            <a:off x="1371600" y="41910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1</a:t>
            </a:r>
          </a:p>
        </p:txBody>
      </p:sp>
      <p:sp>
        <p:nvSpPr>
          <p:cNvPr id="102" name="ARMAN_row1_title">
            <a:extLst>
              <a:ext uri="{FF2B5EF4-FFF2-40B4-BE49-F238E27FC236}">
                <a16:creationId xmlns:a16="http://schemas.microsoft.com/office/drawing/2014/main" id="{1DF5DFC7-9175-4948-8EBE-AE54BBAD3D95}"/>
              </a:ext>
            </a:extLst>
          </p:cNvPr>
          <p:cNvSpPr>
            <a:spLocks noGrp="1"/>
          </p:cNvSpPr>
          <p:nvPr/>
        </p:nvSpPr>
        <p:spPr>
          <a:xfrm>
            <a:off x="2476500" y="41910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Look ahead</a:t>
            </a:r>
          </a:p>
        </p:txBody>
      </p:sp>
      <p:sp>
        <p:nvSpPr>
          <p:cNvPr id="103" name="ARMAN_row1_body">
            <a:extLst>
              <a:ext uri="{FF2B5EF4-FFF2-40B4-BE49-F238E27FC236}">
                <a16:creationId xmlns:a16="http://schemas.microsoft.com/office/drawing/2014/main" id="{A4433581-4504-48D4-8E0F-938388AE3A14}"/>
              </a:ext>
            </a:extLst>
          </p:cNvPr>
          <p:cNvSpPr>
            <a:spLocks noGrp="1"/>
          </p:cNvSpPr>
          <p:nvPr/>
        </p:nvSpPr>
        <p:spPr>
          <a:xfrm>
            <a:off x="2476500" y="51435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Better weather forecasts across NSW</a:t>
            </a:r>
          </a:p>
        </p:txBody>
      </p:sp>
      <p:sp>
        <p:nvSpPr>
          <p:cNvPr id="104" name="ARMAN_row2_number">
            <a:extLst>
              <a:ext uri="{FF2B5EF4-FFF2-40B4-BE49-F238E27FC236}">
                <a16:creationId xmlns:a16="http://schemas.microsoft.com/office/drawing/2014/main" id="{35CB9660-4D26-4A61-AD57-E67318EE912A}"/>
              </a:ext>
            </a:extLst>
          </p:cNvPr>
          <p:cNvSpPr>
            <a:spLocks noGrp="1"/>
          </p:cNvSpPr>
          <p:nvPr/>
        </p:nvSpPr>
        <p:spPr>
          <a:xfrm>
            <a:off x="1371600" y="66675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2</a:t>
            </a:r>
          </a:p>
        </p:txBody>
      </p:sp>
      <p:sp>
        <p:nvSpPr>
          <p:cNvPr id="105" name="ARMAN_row2_title">
            <a:extLst>
              <a:ext uri="{FF2B5EF4-FFF2-40B4-BE49-F238E27FC236}">
                <a16:creationId xmlns:a16="http://schemas.microsoft.com/office/drawing/2014/main" id="{8A45675B-05BD-4780-9EAD-87CB5CF1CDA7}"/>
              </a:ext>
            </a:extLst>
          </p:cNvPr>
          <p:cNvSpPr>
            <a:spLocks noGrp="1"/>
          </p:cNvSpPr>
          <p:nvPr/>
        </p:nvSpPr>
        <p:spPr>
          <a:xfrm>
            <a:off x="2476500" y="66675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Keep up</a:t>
            </a:r>
          </a:p>
        </p:txBody>
      </p:sp>
      <p:sp>
        <p:nvSpPr>
          <p:cNvPr id="106" name="ARMAN_row2_body">
            <a:extLst>
              <a:ext uri="{FF2B5EF4-FFF2-40B4-BE49-F238E27FC236}">
                <a16:creationId xmlns:a16="http://schemas.microsoft.com/office/drawing/2014/main" id="{8B369D40-863A-4738-BC2A-43FFA5B6E4B8}"/>
              </a:ext>
            </a:extLst>
          </p:cNvPr>
          <p:cNvSpPr>
            <a:spLocks noGrp="1"/>
          </p:cNvSpPr>
          <p:nvPr/>
        </p:nvSpPr>
        <p:spPr>
          <a:xfrm>
            <a:off x="2476500" y="76200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Track major users and technology adoption</a:t>
            </a:r>
          </a:p>
        </p:txBody>
      </p:sp>
      <p:sp>
        <p:nvSpPr>
          <p:cNvPr id="107" name="ARMAN_row3_number">
            <a:extLst>
              <a:ext uri="{FF2B5EF4-FFF2-40B4-BE49-F238E27FC236}">
                <a16:creationId xmlns:a16="http://schemas.microsoft.com/office/drawing/2014/main" id="{13C6A8D2-43EE-4C74-A22D-2B2A2A6C7792}"/>
              </a:ext>
            </a:extLst>
          </p:cNvPr>
          <p:cNvSpPr>
            <a:spLocks noGrp="1"/>
          </p:cNvSpPr>
          <p:nvPr/>
        </p:nvSpPr>
        <p:spPr>
          <a:xfrm>
            <a:off x="1371600" y="91440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3</a:t>
            </a:r>
          </a:p>
        </p:txBody>
      </p:sp>
      <p:sp>
        <p:nvSpPr>
          <p:cNvPr id="108" name="ARMAN_row3_title">
            <a:extLst>
              <a:ext uri="{FF2B5EF4-FFF2-40B4-BE49-F238E27FC236}">
                <a16:creationId xmlns:a16="http://schemas.microsoft.com/office/drawing/2014/main" id="{A7369E6B-543A-48DA-9BF4-7844ABB2E3EB}"/>
              </a:ext>
            </a:extLst>
          </p:cNvPr>
          <p:cNvSpPr>
            <a:spLocks noGrp="1"/>
          </p:cNvSpPr>
          <p:nvPr/>
        </p:nvSpPr>
        <p:spPr>
          <a:xfrm>
            <a:off x="2476500" y="91440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Stay reliable</a:t>
            </a:r>
          </a:p>
        </p:txBody>
      </p:sp>
      <p:sp>
        <p:nvSpPr>
          <p:cNvPr id="109" name="ARMAN_row3_body">
            <a:extLst>
              <a:ext uri="{FF2B5EF4-FFF2-40B4-BE49-F238E27FC236}">
                <a16:creationId xmlns:a16="http://schemas.microsoft.com/office/drawing/2014/main" id="{2DBACC19-E9BB-41FC-BD37-D475774526B0}"/>
              </a:ext>
            </a:extLst>
          </p:cNvPr>
          <p:cNvSpPr>
            <a:spLocks noGrp="1"/>
          </p:cNvSpPr>
          <p:nvPr/>
        </p:nvSpPr>
        <p:spPr>
          <a:xfrm>
            <a:off x="2476500" y="100965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Refresh models and test changing conditions</a:t>
            </a:r>
          </a:p>
        </p:txBody>
      </p:sp>
      <p:sp>
        <p:nvSpPr>
          <p:cNvPr id="110" name="ARMAN_source4">
            <a:extLst>
              <a:ext uri="{FF2B5EF4-FFF2-40B4-BE49-F238E27FC236}">
                <a16:creationId xmlns:a16="http://schemas.microsoft.com/office/drawing/2014/main" id="{D0CB51F5-2899-4F99-A6B3-5F8AB3A01FBF}"/>
              </a:ext>
            </a:extLst>
          </p:cNvPr>
          <p:cNvSpPr>
            <a:spLocks noGrp="1"/>
          </p:cNvSpPr>
          <p:nvPr/>
        </p:nvSpPr>
        <p:spPr>
          <a:xfrm>
            <a:off x="1381123" y="12668250"/>
            <a:ext cx="10191750" cy="381000"/>
          </a:xfrm>
          <a:prstGeom prst="rect">
            <a:avLst/>
          </a:prstGeom>
          <a:noFill/>
          <a:ln w="0">
            <a:noFill/>
          </a:ln>
        </p:spPr>
        <p:txBody>
          <a:bodyPr wrap="square" lIns="0" tIns="0" rIns="0" bIns="0" anchor="t">
            <a:noAutofit/>
          </a:bodyPr>
          <a:lstStyle/>
          <a:p>
            <a:pPr algn="l">
              <a:defRPr sz="1950" b="0">
                <a:solidFill>
                  <a:srgbClr val="D0D0D0"/>
                </a:solidFill>
                <a:latin typeface="Graphik"/>
                <a:ea typeface="Graphik"/>
                <a:cs typeface="Graphik"/>
              </a:defRPr>
            </a:pPr>
            <a:r>
              <a:rPr sz="1950" b="0">
                <a:solidFill>
                  <a:schemeClr val="accent1">
                    <a:lumMod val="40000"/>
                    <a:lumOff val="60000"/>
                  </a:schemeClr>
                </a:solidFill>
                <a:latin typeface="Graphik"/>
                <a:ea typeface="Graphik"/>
                <a:cs typeface="Graphik"/>
                <a:hlinkClick r:id="rId4">
                  <a:extLst>
                    <a:ext uri="{A12FA001-AC4F-418D-AE19-62706E023703}">
                      <ahyp:hlinkClr xmlns:ahyp="http://schemas.microsoft.com/office/drawing/2018/hyperlinkcolor" val="tx"/>
                    </a:ext>
                  </a:extLst>
                </a:hlinkClick>
              </a:rPr>
              <a:t>Sources: AEMO, operational load forecasting (n.d.)</a:t>
            </a:r>
          </a:p>
        </p:txBody>
      </p:sp>
      <p:sp>
        <p:nvSpPr>
          <p:cNvPr id="111" name="ARMAN_source5">
            <a:extLst>
              <a:ext uri="{FF2B5EF4-FFF2-40B4-BE49-F238E27FC236}">
                <a16:creationId xmlns:a16="http://schemas.microsoft.com/office/drawing/2014/main" id="{9562AE99-CD95-4C91-98A0-419360DF5F68}"/>
              </a:ext>
            </a:extLst>
          </p:cNvPr>
          <p:cNvSpPr>
            <a:spLocks noGrp="1"/>
          </p:cNvSpPr>
          <p:nvPr/>
        </p:nvSpPr>
        <p:spPr>
          <a:xfrm>
            <a:off x="11906248" y="12668250"/>
            <a:ext cx="7905750" cy="381000"/>
          </a:xfrm>
          <a:prstGeom prst="rect">
            <a:avLst/>
          </a:prstGeom>
          <a:noFill/>
          <a:ln w="0">
            <a:noFill/>
          </a:ln>
        </p:spPr>
        <p:txBody>
          <a:bodyPr wrap="square" lIns="0" tIns="0" rIns="0" bIns="0" anchor="t">
            <a:noAutofit/>
          </a:bodyPr>
          <a:lstStyle/>
          <a:p>
            <a:pPr algn="l">
              <a:defRPr sz="1950" b="0">
                <a:solidFill>
                  <a:srgbClr val="D0D0D0"/>
                </a:solidFill>
                <a:latin typeface="Graphik"/>
                <a:ea typeface="Graphik"/>
                <a:cs typeface="Graphik"/>
              </a:defRPr>
            </a:pPr>
            <a:r>
              <a:rPr sz="1950" b="0">
                <a:solidFill>
                  <a:schemeClr val="accent1">
                    <a:lumMod val="40000"/>
                    <a:lumOff val="60000"/>
                  </a:schemeClr>
                </a:solidFill>
                <a:latin typeface="Graphik"/>
                <a:ea typeface="Graphik"/>
                <a:cs typeface="Graphik"/>
                <a:hlinkClick r:id="rId5">
                  <a:extLst>
                    <a:ext uri="{A12FA001-AC4F-418D-AE19-62706E023703}">
                      <ahyp:hlinkClr xmlns:ahyp="http://schemas.microsoft.com/office/drawing/2018/hyperlinkcolor" val="tx"/>
                    </a:ext>
                  </a:extLst>
                </a:hlinkClick>
              </a:rPr>
              <a:t>NSW EPA, Energy consumption 2024</a:t>
            </a:r>
          </a:p>
        </p:txBody>
      </p:sp>
      <p:grpSp>
        <p:nvGrpSpPr>
          <p:cNvPr id="3" name="Group 2">
            <a:extLst>
              <a:ext uri="{FF2B5EF4-FFF2-40B4-BE49-F238E27FC236}">
                <a16:creationId xmlns:a16="http://schemas.microsoft.com/office/drawing/2014/main" id="{62C69EDB-5E7C-EA98-B7EF-CE12A189E6C1}"/>
              </a:ext>
            </a:extLst>
          </p:cNvPr>
          <p:cNvGrpSpPr/>
          <p:nvPr/>
        </p:nvGrpSpPr>
        <p:grpSpPr>
          <a:xfrm>
            <a:off x="1909500" y="5991817"/>
            <a:ext cx="756000" cy="756000"/>
            <a:chOff x="1302693" y="2464017"/>
            <a:chExt cx="756000" cy="756000"/>
          </a:xfrm>
        </p:grpSpPr>
        <p:sp>
          <p:nvSpPr>
            <p:cNvPr id="4" name="Oval 3">
              <a:extLst>
                <a:ext uri="{FF2B5EF4-FFF2-40B4-BE49-F238E27FC236}">
                  <a16:creationId xmlns:a16="http://schemas.microsoft.com/office/drawing/2014/main" id="{9A0A9B44-CF82-8164-0778-8A488850505A}"/>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5" name="Graphic 4" descr="Radio microphone with solid fill">
              <a:extLst>
                <a:ext uri="{FF2B5EF4-FFF2-40B4-BE49-F238E27FC236}">
                  <a16:creationId xmlns:a16="http://schemas.microsoft.com/office/drawing/2014/main" id="{83C37E76-D595-C698-3123-3CCEEA5862E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92693" y="2554017"/>
              <a:ext cx="576000" cy="576000"/>
            </a:xfrm>
            <a:prstGeom prst="rect">
              <a:avLst/>
            </a:prstGeom>
          </p:spPr>
        </p:pic>
      </p:grpSp>
    </p:spTree>
    <p:extLst>
      <p:ext uri="{BB962C8B-B14F-4D97-AF65-F5344CB8AC3E}">
        <p14:creationId xmlns:p14="http://schemas.microsoft.com/office/powerpoint/2010/main" val="4175543336"/>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4858F-452B-3DC7-1BB5-74C576075500}"/>
            </a:ext>
          </a:extLst>
        </p:cNvPr>
        <p:cNvGrpSpPr/>
        <p:nvPr/>
      </p:nvGrpSpPr>
      <p:grpSpPr>
        <a:xfrm>
          <a:off x="0" y="0"/>
          <a:ext cx="0" cy="0"/>
          <a:chOff x="0" y="0"/>
          <a:chExt cx="0" cy="0"/>
        </a:xfrm>
      </p:grpSpPr>
      <p:pic>
        <p:nvPicPr>
          <p:cNvPr id="2" name="Camera 1">
            <a:extLst>
              <a:ext uri="{FF2B5EF4-FFF2-40B4-BE49-F238E27FC236}">
                <a16:creationId xmlns:a16="http://schemas.microsoft.com/office/drawing/2014/main" id="{EE8DD6F3-A8FA-2EE4-3D83-42FC31EAFF3F}"/>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3"/>
              </a:ext>
            </a:extLst>
          </a:blip>
          <a:stretch>
            <a:fillRect/>
          </a:stretch>
        </p:blipFill>
        <p:spPr>
          <a:xfrm>
            <a:off x="20244148" y="26271"/>
            <a:ext cx="4114800" cy="4114800"/>
          </a:xfrm>
          <a:prstGeom prst="ellipse">
            <a:avLst/>
          </a:prstGeom>
          <a:ln>
            <a:noFill/>
          </a:ln>
          <a:effectLst>
            <a:outerShdw blurRad="190500" algn="tl" rotWithShape="0">
              <a:srgbClr val="000000">
                <a:alpha val="30000"/>
              </a:srgbClr>
            </a:outerShdw>
          </a:effectLst>
        </p:spPr>
      </p:pic>
      <p:sp>
        <p:nvSpPr>
          <p:cNvPr id="100" name="ARMAN_title">
            <a:extLst>
              <a:ext uri="{FF2B5EF4-FFF2-40B4-BE49-F238E27FC236}">
                <a16:creationId xmlns:a16="http://schemas.microsoft.com/office/drawing/2014/main" id="{74EC0F5A-93CC-BC50-5B6B-5BC2120F19C3}"/>
              </a:ext>
            </a:extLst>
          </p:cNvPr>
          <p:cNvSpPr>
            <a:spLocks noGrp="1"/>
          </p:cNvSpPr>
          <p:nvPr/>
        </p:nvSpPr>
        <p:spPr>
          <a:xfrm>
            <a:off x="1276350" y="1257300"/>
            <a:ext cx="18192750" cy="1381125"/>
          </a:xfrm>
          <a:prstGeom prst="rect">
            <a:avLst/>
          </a:prstGeom>
          <a:noFill/>
          <a:ln w="0">
            <a:noFill/>
          </a:ln>
        </p:spPr>
        <p:txBody>
          <a:bodyPr wrap="square" lIns="0" tIns="0" rIns="0" bIns="0" anchor="t">
            <a:noAutofit/>
          </a:bodyPr>
          <a:lstStyle/>
          <a:p>
            <a:pPr algn="l">
              <a:defRPr sz="8100" b="1">
                <a:solidFill>
                  <a:srgbClr val="00D0A4"/>
                </a:solidFill>
                <a:latin typeface="Myriad Set Pro Bold"/>
                <a:ea typeface="Myriad Set Pro Bold"/>
                <a:cs typeface="Myriad Set Pro Bold"/>
              </a:defRPr>
            </a:pPr>
            <a:r>
              <a:rPr sz="8100" b="1">
                <a:solidFill>
                  <a:srgbClr val="00D0A4"/>
                </a:solidFill>
                <a:latin typeface="Myriad Set Pro Bold"/>
                <a:ea typeface="Myriad Set Pro Bold"/>
                <a:cs typeface="Myriad Set Pro Bold"/>
              </a:rPr>
              <a:t>Future forecasting in NSW</a:t>
            </a:r>
          </a:p>
        </p:txBody>
      </p:sp>
      <p:sp>
        <p:nvSpPr>
          <p:cNvPr id="101" name="ARMAN_row1_number">
            <a:extLst>
              <a:ext uri="{FF2B5EF4-FFF2-40B4-BE49-F238E27FC236}">
                <a16:creationId xmlns:a16="http://schemas.microsoft.com/office/drawing/2014/main" id="{CA78E779-EB0E-CE0D-8AE9-CAB099BBBBA7}"/>
              </a:ext>
            </a:extLst>
          </p:cNvPr>
          <p:cNvSpPr>
            <a:spLocks noGrp="1"/>
          </p:cNvSpPr>
          <p:nvPr/>
        </p:nvSpPr>
        <p:spPr>
          <a:xfrm>
            <a:off x="1371600" y="41910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1</a:t>
            </a:r>
          </a:p>
        </p:txBody>
      </p:sp>
      <p:sp>
        <p:nvSpPr>
          <p:cNvPr id="102" name="ARMAN_row1_title">
            <a:extLst>
              <a:ext uri="{FF2B5EF4-FFF2-40B4-BE49-F238E27FC236}">
                <a16:creationId xmlns:a16="http://schemas.microsoft.com/office/drawing/2014/main" id="{276B5B2D-4D04-908C-5E95-E76775D4727C}"/>
              </a:ext>
            </a:extLst>
          </p:cNvPr>
          <p:cNvSpPr>
            <a:spLocks noGrp="1"/>
          </p:cNvSpPr>
          <p:nvPr/>
        </p:nvSpPr>
        <p:spPr>
          <a:xfrm>
            <a:off x="2476500" y="41910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Look ahead</a:t>
            </a:r>
          </a:p>
        </p:txBody>
      </p:sp>
      <p:sp>
        <p:nvSpPr>
          <p:cNvPr id="103" name="ARMAN_row1_body">
            <a:extLst>
              <a:ext uri="{FF2B5EF4-FFF2-40B4-BE49-F238E27FC236}">
                <a16:creationId xmlns:a16="http://schemas.microsoft.com/office/drawing/2014/main" id="{BF452D0F-2E9D-8971-2E20-70A7BD739606}"/>
              </a:ext>
            </a:extLst>
          </p:cNvPr>
          <p:cNvSpPr>
            <a:spLocks noGrp="1"/>
          </p:cNvSpPr>
          <p:nvPr/>
        </p:nvSpPr>
        <p:spPr>
          <a:xfrm>
            <a:off x="2476500" y="51435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Better weather forecasts across NSW</a:t>
            </a:r>
          </a:p>
        </p:txBody>
      </p:sp>
      <p:sp>
        <p:nvSpPr>
          <p:cNvPr id="104" name="ARMAN_row2_number">
            <a:extLst>
              <a:ext uri="{FF2B5EF4-FFF2-40B4-BE49-F238E27FC236}">
                <a16:creationId xmlns:a16="http://schemas.microsoft.com/office/drawing/2014/main" id="{EBEF46CF-9766-9662-4C02-37C5EBAB6C34}"/>
              </a:ext>
            </a:extLst>
          </p:cNvPr>
          <p:cNvSpPr>
            <a:spLocks noGrp="1"/>
          </p:cNvSpPr>
          <p:nvPr/>
        </p:nvSpPr>
        <p:spPr>
          <a:xfrm>
            <a:off x="1371600" y="66675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2</a:t>
            </a:r>
          </a:p>
        </p:txBody>
      </p:sp>
      <p:sp>
        <p:nvSpPr>
          <p:cNvPr id="105" name="ARMAN_row2_title">
            <a:extLst>
              <a:ext uri="{FF2B5EF4-FFF2-40B4-BE49-F238E27FC236}">
                <a16:creationId xmlns:a16="http://schemas.microsoft.com/office/drawing/2014/main" id="{06643E15-BB75-2E8D-C0BE-FAECB49A5C39}"/>
              </a:ext>
            </a:extLst>
          </p:cNvPr>
          <p:cNvSpPr>
            <a:spLocks noGrp="1"/>
          </p:cNvSpPr>
          <p:nvPr/>
        </p:nvSpPr>
        <p:spPr>
          <a:xfrm>
            <a:off x="2476500" y="66675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Keep up</a:t>
            </a:r>
          </a:p>
        </p:txBody>
      </p:sp>
      <p:sp>
        <p:nvSpPr>
          <p:cNvPr id="106" name="ARMAN_row2_body">
            <a:extLst>
              <a:ext uri="{FF2B5EF4-FFF2-40B4-BE49-F238E27FC236}">
                <a16:creationId xmlns:a16="http://schemas.microsoft.com/office/drawing/2014/main" id="{0A35AF7A-D15D-5CCB-B8F5-AB252860CB74}"/>
              </a:ext>
            </a:extLst>
          </p:cNvPr>
          <p:cNvSpPr>
            <a:spLocks noGrp="1"/>
          </p:cNvSpPr>
          <p:nvPr/>
        </p:nvSpPr>
        <p:spPr>
          <a:xfrm>
            <a:off x="2476500" y="76200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Track major users and technology adoption</a:t>
            </a:r>
          </a:p>
        </p:txBody>
      </p:sp>
      <p:sp>
        <p:nvSpPr>
          <p:cNvPr id="107" name="ARMAN_row3_number">
            <a:extLst>
              <a:ext uri="{FF2B5EF4-FFF2-40B4-BE49-F238E27FC236}">
                <a16:creationId xmlns:a16="http://schemas.microsoft.com/office/drawing/2014/main" id="{B3826B87-352F-2281-044F-AA3AD689F851}"/>
              </a:ext>
            </a:extLst>
          </p:cNvPr>
          <p:cNvSpPr>
            <a:spLocks noGrp="1"/>
          </p:cNvSpPr>
          <p:nvPr/>
        </p:nvSpPr>
        <p:spPr>
          <a:xfrm>
            <a:off x="1371600" y="9144000"/>
            <a:ext cx="762000" cy="85725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3</a:t>
            </a:r>
          </a:p>
        </p:txBody>
      </p:sp>
      <p:sp>
        <p:nvSpPr>
          <p:cNvPr id="108" name="ARMAN_row3_title">
            <a:extLst>
              <a:ext uri="{FF2B5EF4-FFF2-40B4-BE49-F238E27FC236}">
                <a16:creationId xmlns:a16="http://schemas.microsoft.com/office/drawing/2014/main" id="{6491372C-6C93-BCD8-3E0D-2893AE7BAD0D}"/>
              </a:ext>
            </a:extLst>
          </p:cNvPr>
          <p:cNvSpPr>
            <a:spLocks noGrp="1"/>
          </p:cNvSpPr>
          <p:nvPr/>
        </p:nvSpPr>
        <p:spPr>
          <a:xfrm>
            <a:off x="2476500" y="9144000"/>
            <a:ext cx="13525500" cy="914400"/>
          </a:xfrm>
          <a:prstGeom prst="rect">
            <a:avLst/>
          </a:prstGeom>
          <a:noFill/>
          <a:ln w="0">
            <a:noFill/>
          </a:ln>
        </p:spPr>
        <p:txBody>
          <a:bodyPr wrap="square" lIns="0" tIns="0" rIns="0" bIns="0" anchor="t">
            <a:noAutofit/>
          </a:bodyPr>
          <a:lstStyle/>
          <a:p>
            <a:pPr algn="l">
              <a:defRPr sz="5700" b="1">
                <a:solidFill>
                  <a:srgbClr val="00D0A4"/>
                </a:solidFill>
                <a:latin typeface="Graphik-Medium"/>
                <a:ea typeface="Graphik-Medium"/>
                <a:cs typeface="Graphik-Medium"/>
              </a:defRPr>
            </a:pPr>
            <a:r>
              <a:rPr sz="5700" b="1">
                <a:solidFill>
                  <a:srgbClr val="00D0A4"/>
                </a:solidFill>
                <a:latin typeface="Graphik-Medium"/>
                <a:ea typeface="Graphik-Medium"/>
                <a:cs typeface="Graphik-Medium"/>
              </a:rPr>
              <a:t>Stay reliable</a:t>
            </a:r>
          </a:p>
        </p:txBody>
      </p:sp>
      <p:sp>
        <p:nvSpPr>
          <p:cNvPr id="109" name="ARMAN_row3_body">
            <a:extLst>
              <a:ext uri="{FF2B5EF4-FFF2-40B4-BE49-F238E27FC236}">
                <a16:creationId xmlns:a16="http://schemas.microsoft.com/office/drawing/2014/main" id="{E3BDFBCC-366A-44E7-A6C3-5371987B607D}"/>
              </a:ext>
            </a:extLst>
          </p:cNvPr>
          <p:cNvSpPr>
            <a:spLocks noGrp="1"/>
          </p:cNvSpPr>
          <p:nvPr/>
        </p:nvSpPr>
        <p:spPr>
          <a:xfrm>
            <a:off x="2476500" y="10096500"/>
            <a:ext cx="13525500" cy="895350"/>
          </a:xfrm>
          <a:prstGeom prst="rect">
            <a:avLst/>
          </a:prstGeom>
          <a:noFill/>
          <a:ln w="0">
            <a:noFill/>
          </a:ln>
        </p:spPr>
        <p:txBody>
          <a:bodyPr wrap="square" lIns="0" tIns="0" rIns="0" bIns="0" anchor="t">
            <a:noAutofit/>
          </a:bodyPr>
          <a:lstStyle/>
          <a:p>
            <a:pPr algn="l">
              <a:defRPr sz="4200" b="0">
                <a:solidFill>
                  <a:srgbClr val="F4F4F4"/>
                </a:solidFill>
                <a:latin typeface="Graphik"/>
                <a:ea typeface="Graphik"/>
                <a:cs typeface="Graphik"/>
              </a:defRPr>
            </a:pPr>
            <a:r>
              <a:rPr sz="4200" b="0">
                <a:solidFill>
                  <a:srgbClr val="F4F4F4"/>
                </a:solidFill>
                <a:latin typeface="Graphik"/>
                <a:ea typeface="Graphik"/>
                <a:cs typeface="Graphik"/>
              </a:rPr>
              <a:t>Refresh models and test changing conditions</a:t>
            </a:r>
          </a:p>
        </p:txBody>
      </p:sp>
      <p:sp>
        <p:nvSpPr>
          <p:cNvPr id="110" name="ARMAN_source4">
            <a:extLst>
              <a:ext uri="{FF2B5EF4-FFF2-40B4-BE49-F238E27FC236}">
                <a16:creationId xmlns:a16="http://schemas.microsoft.com/office/drawing/2014/main" id="{D0665D18-57C0-2646-A96A-F145F67BB604}"/>
              </a:ext>
            </a:extLst>
          </p:cNvPr>
          <p:cNvSpPr>
            <a:spLocks noGrp="1"/>
          </p:cNvSpPr>
          <p:nvPr/>
        </p:nvSpPr>
        <p:spPr>
          <a:xfrm>
            <a:off x="1381125" y="12668250"/>
            <a:ext cx="10191750" cy="381000"/>
          </a:xfrm>
          <a:prstGeom prst="rect">
            <a:avLst/>
          </a:prstGeom>
          <a:noFill/>
          <a:ln w="0">
            <a:noFill/>
          </a:ln>
        </p:spPr>
        <p:txBody>
          <a:bodyPr wrap="square" lIns="0" tIns="0" rIns="0" bIns="0" anchor="t">
            <a:noAutofit/>
          </a:bodyPr>
          <a:lstStyle/>
          <a:p>
            <a:pPr algn="l">
              <a:defRPr sz="1950" b="0">
                <a:solidFill>
                  <a:srgbClr val="D0D0D0"/>
                </a:solidFill>
                <a:latin typeface="Graphik"/>
                <a:ea typeface="Graphik"/>
                <a:cs typeface="Graphik"/>
              </a:defRPr>
            </a:pPr>
            <a:r>
              <a:rPr sz="1950" b="0">
                <a:solidFill>
                  <a:schemeClr val="accent1">
                    <a:lumMod val="40000"/>
                    <a:lumOff val="60000"/>
                  </a:schemeClr>
                </a:solidFill>
                <a:latin typeface="Graphik"/>
                <a:ea typeface="Graphik"/>
                <a:cs typeface="Graphik"/>
                <a:hlinkClick r:id="rId4">
                  <a:extLst>
                    <a:ext uri="{A12FA001-AC4F-418D-AE19-62706E023703}">
                      <ahyp:hlinkClr xmlns:ahyp="http://schemas.microsoft.com/office/drawing/2018/hyperlinkcolor" val="tx"/>
                    </a:ext>
                  </a:extLst>
                </a:hlinkClick>
              </a:rPr>
              <a:t>Sources: AEMO, operational load forecasting (n.d.)</a:t>
            </a:r>
          </a:p>
        </p:txBody>
      </p:sp>
      <p:sp>
        <p:nvSpPr>
          <p:cNvPr id="111" name="ARMAN_source5">
            <a:extLst>
              <a:ext uri="{FF2B5EF4-FFF2-40B4-BE49-F238E27FC236}">
                <a16:creationId xmlns:a16="http://schemas.microsoft.com/office/drawing/2014/main" id="{B8F3C6A8-C8B3-EDEC-22E8-13C5DE51B6AE}"/>
              </a:ext>
            </a:extLst>
          </p:cNvPr>
          <p:cNvSpPr>
            <a:spLocks noGrp="1"/>
          </p:cNvSpPr>
          <p:nvPr/>
        </p:nvSpPr>
        <p:spPr>
          <a:xfrm>
            <a:off x="11906250" y="12668250"/>
            <a:ext cx="7905750" cy="381000"/>
          </a:xfrm>
          <a:prstGeom prst="rect">
            <a:avLst/>
          </a:prstGeom>
          <a:noFill/>
          <a:ln w="0">
            <a:noFill/>
          </a:ln>
        </p:spPr>
        <p:txBody>
          <a:bodyPr wrap="square" lIns="0" tIns="0" rIns="0" bIns="0" anchor="t">
            <a:noAutofit/>
          </a:bodyPr>
          <a:lstStyle/>
          <a:p>
            <a:pPr algn="l">
              <a:defRPr sz="1950" b="0">
                <a:solidFill>
                  <a:srgbClr val="D0D0D0"/>
                </a:solidFill>
                <a:latin typeface="Graphik"/>
                <a:ea typeface="Graphik"/>
                <a:cs typeface="Graphik"/>
              </a:defRPr>
            </a:pPr>
            <a:r>
              <a:rPr sz="1950" b="0">
                <a:solidFill>
                  <a:schemeClr val="accent1">
                    <a:lumMod val="40000"/>
                    <a:lumOff val="60000"/>
                  </a:schemeClr>
                </a:solidFill>
                <a:latin typeface="Graphik"/>
                <a:ea typeface="Graphik"/>
                <a:cs typeface="Graphik"/>
                <a:hlinkClick r:id="rId5">
                  <a:extLst>
                    <a:ext uri="{A12FA001-AC4F-418D-AE19-62706E023703}">
                      <ahyp:hlinkClr xmlns:ahyp="http://schemas.microsoft.com/office/drawing/2018/hyperlinkcolor" val="tx"/>
                    </a:ext>
                  </a:extLst>
                </a:hlinkClick>
              </a:rPr>
              <a:t>NSW EPA, Energy consumption 2024</a:t>
            </a:r>
          </a:p>
        </p:txBody>
      </p:sp>
      <p:grpSp>
        <p:nvGrpSpPr>
          <p:cNvPr id="3" name="Group 2">
            <a:extLst>
              <a:ext uri="{FF2B5EF4-FFF2-40B4-BE49-F238E27FC236}">
                <a16:creationId xmlns:a16="http://schemas.microsoft.com/office/drawing/2014/main" id="{FD3B6074-1B8F-B455-9866-0C11E59CC6BD}"/>
              </a:ext>
            </a:extLst>
          </p:cNvPr>
          <p:cNvGrpSpPr/>
          <p:nvPr/>
        </p:nvGrpSpPr>
        <p:grpSpPr>
          <a:xfrm>
            <a:off x="1909500" y="8475717"/>
            <a:ext cx="756000" cy="756000"/>
            <a:chOff x="1302693" y="2464017"/>
            <a:chExt cx="756000" cy="756000"/>
          </a:xfrm>
        </p:grpSpPr>
        <p:sp>
          <p:nvSpPr>
            <p:cNvPr id="4" name="Oval 3">
              <a:extLst>
                <a:ext uri="{FF2B5EF4-FFF2-40B4-BE49-F238E27FC236}">
                  <a16:creationId xmlns:a16="http://schemas.microsoft.com/office/drawing/2014/main" id="{A7C3B6D8-CCD1-A6B8-04E2-C22034A32B04}"/>
                </a:ext>
              </a:extLst>
            </p:cNvPr>
            <p:cNvSpPr/>
            <p:nvPr/>
          </p:nvSpPr>
          <p:spPr>
            <a:xfrm>
              <a:off x="1302693" y="2464017"/>
              <a:ext cx="756000" cy="756000"/>
            </a:xfrm>
            <a:prstGeom prst="ellipse">
              <a:avLst/>
            </a:prstGeom>
            <a:solidFill>
              <a:srgbClr val="FFFF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AU" sz="3200" b="0" i="0" u="none" strike="noStrike" cap="none" spc="0" normalizeH="0" baseline="0">
                <a:ln>
                  <a:noFill/>
                </a:ln>
                <a:solidFill>
                  <a:srgbClr val="000000"/>
                </a:solidFill>
                <a:effectLst/>
                <a:uFillTx/>
                <a:latin typeface="Graphik-Medium"/>
                <a:ea typeface="Graphik-Medium"/>
                <a:cs typeface="Graphik-Medium"/>
                <a:sym typeface="Graphik Medium"/>
              </a:endParaRPr>
            </a:p>
          </p:txBody>
        </p:sp>
        <p:pic>
          <p:nvPicPr>
            <p:cNvPr id="5" name="Graphic 4" descr="Radio microphone with solid fill">
              <a:extLst>
                <a:ext uri="{FF2B5EF4-FFF2-40B4-BE49-F238E27FC236}">
                  <a16:creationId xmlns:a16="http://schemas.microsoft.com/office/drawing/2014/main" id="{B676CA9D-10D2-2E89-1BA0-FB197890141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92693" y="2554017"/>
              <a:ext cx="576000" cy="576000"/>
            </a:xfrm>
            <a:prstGeom prst="rect">
              <a:avLst/>
            </a:prstGeom>
          </p:spPr>
        </p:pic>
      </p:grpSp>
    </p:spTree>
    <p:extLst>
      <p:ext uri="{BB962C8B-B14F-4D97-AF65-F5344CB8AC3E}">
        <p14:creationId xmlns:p14="http://schemas.microsoft.com/office/powerpoint/2010/main" val="2190521026"/>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Thank You"/>
          <p:cNvSpPr txBox="1">
            <a:spLocks noGrp="1"/>
          </p:cNvSpPr>
          <p:nvPr>
            <p:ph type="body" sz="half" idx="1"/>
          </p:nvPr>
        </p:nvSpPr>
        <p:spPr>
          <a:prstGeom prst="rect">
            <a:avLst/>
          </a:prstGeom>
        </p:spPr>
        <p:txBody>
          <a:bodyPr/>
          <a:lstStyle/>
          <a:p>
            <a:r>
              <a:t>Thank You</a:t>
            </a:r>
          </a:p>
        </p:txBody>
      </p:sp>
      <p:sp>
        <p:nvSpPr>
          <p:cNvPr id="290" name="Group A"/>
          <p:cNvSpPr txBox="1">
            <a:spLocks noGrp="1"/>
          </p:cNvSpPr>
          <p:nvPr>
            <p:ph type="body" idx="21"/>
          </p:nvPr>
        </p:nvSpPr>
        <p:spPr>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r>
              <a:t>Group A</a:t>
            </a:r>
          </a:p>
        </p:txBody>
      </p:sp>
      <p:pic>
        <p:nvPicPr>
          <p:cNvPr id="3" name="Camera 2">
            <a:extLst>
              <a:ext uri="{FF2B5EF4-FFF2-40B4-BE49-F238E27FC236}">
                <a16:creationId xmlns:a16="http://schemas.microsoft.com/office/drawing/2014/main" id="{20B15923-8305-EA4E-40C9-90F0CCE786CC}"/>
              </a:ext>
            </a:extLst>
          </p:cNvPr>
          <p:cNvPicPr>
            <a:picLocks noChangeAspect="1"/>
            <a:extLst>
              <a:ext uri="{51228E76-BA90-4043-B771-695A4F85340A}">
                <alf:liveFeedProps xmlns:alf="http://schemas.microsoft.com/office/drawing/2021/livefeed" xmlns=""/>
              </a:ext>
            </a:extLst>
          </p:cNvPicPr>
          <p:nvPr/>
        </p:nvPicPr>
        <p:blipFill>
          <a:blip>
            <a:extLst>
              <a:ext uri="{96DAC541-7B7A-43D3-8B79-37D633B846F1}">
                <asvg:svgBlip xmlns:asvg="http://schemas.microsoft.com/office/drawing/2016/SVG/main" r:embed="rId2"/>
              </a:ext>
            </a:extLst>
          </a:blip>
          <a:stretch>
            <a:fillRect/>
          </a:stretch>
        </p:blipFill>
        <p:spPr>
          <a:xfrm>
            <a:off x="18667314" y="74514"/>
            <a:ext cx="5716686" cy="5716686"/>
          </a:xfrm>
          <a:prstGeom prst="ellipse">
            <a:avLst/>
          </a:prstGeom>
          <a:ln>
            <a:noFill/>
          </a:ln>
          <a:effectLst>
            <a:outerShdw blurRad="190500" algn="tl" rotWithShape="0">
              <a:srgbClr val="000000">
                <a:alpha val="30000"/>
              </a:srgbClr>
            </a:outerShdw>
          </a:effectLst>
        </p:spPr>
      </p:pic>
    </p:spTree>
  </p:cSld>
  <p:clrMapOvr>
    <a:masterClrMapping/>
  </p:clrMapOvr>
  <p:transition spd="med"/>
</p:sld>
</file>

<file path=ppt/theme/theme1.xml><?xml version="1.0" encoding="utf-8"?>
<a:theme xmlns:a="http://schemas.openxmlformats.org/drawingml/2006/main" name="22_ColorGradient">
  <a:themeElements>
    <a:clrScheme name="22_ColorGradient">
      <a:dk1>
        <a:srgbClr val="D000FF"/>
      </a:dk1>
      <a:lt1>
        <a:srgbClr val="FFFFFF"/>
      </a:lt1>
      <a:dk2>
        <a:srgbClr val="5E5E5E"/>
      </a:dk2>
      <a:lt2>
        <a:srgbClr val="D5D5D5"/>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2_ColorGradient">
      <a:majorFont>
        <a:latin typeface="Graphik Semibold"/>
        <a:ea typeface="Graphik Semibold"/>
        <a:cs typeface="Graphik Semibold"/>
      </a:majorFont>
      <a:minorFont>
        <a:latin typeface="Graphik Semibold"/>
        <a:ea typeface="Graphik Semibold"/>
        <a:cs typeface="Graphik Semibold"/>
      </a:minorFont>
    </a:fontScheme>
    <a:fmtScheme name="22_Color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Graphik-Medium"/>
            <a:ea typeface="Graphik-Medium"/>
            <a:cs typeface="Graphik-Medium"/>
            <a:sym typeface="Graphik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2_ColorGradient">
  <a:themeElements>
    <a:clrScheme name="22_ColorGradient">
      <a:dk1>
        <a:srgbClr val="000000"/>
      </a:dk1>
      <a:lt1>
        <a:srgbClr val="FFFFFF"/>
      </a:lt1>
      <a:dk2>
        <a:srgbClr val="5E5E5E"/>
      </a:dk2>
      <a:lt2>
        <a:srgbClr val="D5D5D5"/>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2_ColorGradient">
      <a:majorFont>
        <a:latin typeface="Graphik Semibold"/>
        <a:ea typeface="Graphik Semibold"/>
        <a:cs typeface="Graphik Semibold"/>
      </a:majorFont>
      <a:minorFont>
        <a:latin typeface="Graphik Semibold"/>
        <a:ea typeface="Graphik Semibold"/>
        <a:cs typeface="Graphik Semibold"/>
      </a:minorFont>
    </a:fontScheme>
    <a:fmtScheme name="22_Color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Graphik-Medium"/>
            <a:ea typeface="Graphik-Medium"/>
            <a:cs typeface="Graphik-Medium"/>
            <a:sym typeface="Graphik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FFFFFF"/>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8053</Words>
  <Application>Microsoft Office PowerPoint</Application>
  <PresentationFormat>Custom</PresentationFormat>
  <Paragraphs>1014</Paragraphs>
  <Slides>52</Slides>
  <Notes>38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52</vt:i4>
      </vt:variant>
    </vt:vector>
  </HeadingPairs>
  <TitlesOfParts>
    <vt:vector size="62" baseType="lpstr">
      <vt:lpstr>Arial</vt:lpstr>
      <vt:lpstr>Courier New</vt:lpstr>
      <vt:lpstr>Graphik</vt:lpstr>
      <vt:lpstr>Graphik Semibold</vt:lpstr>
      <vt:lpstr>Graphik-Medium</vt:lpstr>
      <vt:lpstr>Helvetica Neue</vt:lpstr>
      <vt:lpstr>Myriad Set Pro Bold</vt:lpstr>
      <vt:lpstr>Myriad Set Pro Text</vt:lpstr>
      <vt:lpstr>Wingdings</vt:lpstr>
      <vt:lpstr>22_ColorGradient</vt:lpstr>
      <vt:lpstr>Forecasting Tomorrow’s Electricity Demand in New South Wales</vt:lpstr>
      <vt:lpstr>1. Team Intro</vt:lpstr>
      <vt:lpstr>PowerPoint Presentation</vt:lpstr>
      <vt:lpstr>Agenda</vt:lpstr>
      <vt:lpstr>2. Problem Statement</vt:lpstr>
      <vt:lpstr>Why Tomorrow’s Demand Matters Today</vt:lpstr>
      <vt:lpstr>Creating the Brain</vt:lpstr>
      <vt:lpstr>Creating the Brain</vt:lpstr>
      <vt:lpstr>Creating the Brain</vt:lpstr>
      <vt:lpstr>3. Our Process</vt:lpstr>
      <vt:lpstr>From messy files to one cleaned table</vt:lpstr>
      <vt:lpstr>From messy files to one cleaned table</vt:lpstr>
      <vt:lpstr>From messy files to one cleaned table</vt:lpstr>
      <vt:lpstr>From messy files to one cleaned table</vt:lpstr>
      <vt:lpstr>Standardised Model Evaluation</vt:lpstr>
      <vt:lpstr>Ensuring six models are evaluated fairly</vt:lpstr>
      <vt:lpstr>Standardised Model Evaluation</vt:lpstr>
      <vt:lpstr>4. Findings</vt:lpstr>
      <vt:lpstr>Finding #1: Seasonal Demand Patterns </vt:lpstr>
      <vt:lpstr>Finding #1: Seasonal Demand Patterns </vt:lpstr>
      <vt:lpstr>Finding #1: Seasonal Demand Patterns </vt:lpstr>
      <vt:lpstr>Finding #1: Seasonal Demand Patterns </vt:lpstr>
      <vt:lpstr>Finding #1: Seasonal Demand Patterns </vt:lpstr>
      <vt:lpstr>Finding #1: Seasonal Demand Patterns </vt:lpstr>
      <vt:lpstr>Finding #2: Temperature</vt:lpstr>
      <vt:lpstr>Finding #2: Temperature</vt:lpstr>
      <vt:lpstr>Finding #2: Temperature</vt:lpstr>
      <vt:lpstr>Finding #2: Temperature</vt:lpstr>
      <vt:lpstr>Finding # 3 Hot days: Hardest to Forecast</vt:lpstr>
      <vt:lpstr>Finding # 3 Hot days are Hardest to Forecast</vt:lpstr>
      <vt:lpstr>Finding # 3 Hot days are Hardest to Forecast</vt:lpstr>
      <vt:lpstr>Finding #4: Solar Radiation</vt:lpstr>
      <vt:lpstr>5. Results</vt:lpstr>
      <vt:lpstr>Result: Best Performing Model</vt:lpstr>
      <vt:lpstr>Result: Best Performing Model</vt:lpstr>
      <vt:lpstr>Result: Best Performing Model</vt:lpstr>
      <vt:lpstr>Result: Best Performing Model</vt:lpstr>
      <vt:lpstr>Which model holds up  when conditions change?</vt:lpstr>
      <vt:lpstr>LightGBM:  Most Consistent</vt:lpstr>
      <vt:lpstr>LightGBM:  Most Consistent</vt:lpstr>
      <vt:lpstr>Every Model Struggles in Summer</vt:lpstr>
      <vt:lpstr>Every Model Struggles in Summer</vt:lpstr>
      <vt:lpstr>Every Model Struggles in Summer</vt:lpstr>
      <vt:lpstr>Every Model Struggles in Summer</vt:lpstr>
      <vt:lpstr>6. Proposal</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Daniel Cao</dc:creator>
  <cp:lastModifiedBy>Daniel Cao</cp:lastModifiedBy>
  <cp:revision>3</cp:revision>
  <dcterms:modified xsi:type="dcterms:W3CDTF">2026-10-10T23:29:55Z</dcterms:modified>
</cp:coreProperties>
</file>